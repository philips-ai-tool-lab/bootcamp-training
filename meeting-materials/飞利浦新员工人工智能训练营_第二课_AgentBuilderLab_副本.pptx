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64fe6ac38a46e6" /><Relationship Type="http://schemas.openxmlformats.org/officeDocument/2006/relationships/extended-properties" Target="/docProps/app.xml" Id="R7b69b7a9ddc2421b" /><Relationship Type="http://schemas.openxmlformats.org/officeDocument/2006/relationships/officeDocument" Target="/ppt/presentation.xml" Id="R1367519f6c75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bd81d9c57e4536"/>
  </p:sldMasterIdLst>
  <p:notesMasterIdLst>
    <p:notesMasterId xmlns:r="http://schemas.openxmlformats.org/officeDocument/2006/relationships" r:id="Ra5317fd436de4947"/>
  </p:notesMasterIdLst>
  <p:sldIdLst>
    <p:sldId xmlns:r="http://schemas.openxmlformats.org/officeDocument/2006/relationships" id="256" r:id="Rba2a88877d404148"/>
    <p:sldId xmlns:r="http://schemas.openxmlformats.org/officeDocument/2006/relationships" id="257" r:id="R7963058536034d72"/>
    <p:sldId xmlns:r="http://schemas.openxmlformats.org/officeDocument/2006/relationships" id="258" r:id="R5e23711436164c22"/>
    <p:sldId xmlns:r="http://schemas.openxmlformats.org/officeDocument/2006/relationships" id="259" r:id="Rcaf7c71063cf495a"/>
    <p:sldId xmlns:r="http://schemas.openxmlformats.org/officeDocument/2006/relationships" id="260" r:id="Rf5241024b32c4be2"/>
    <p:sldId xmlns:r="http://schemas.openxmlformats.org/officeDocument/2006/relationships" id="261" r:id="Re28c7d31058d4a4a"/>
    <p:sldId xmlns:r="http://schemas.openxmlformats.org/officeDocument/2006/relationships" id="262" r:id="R40f7f49a90064af3"/>
    <p:sldId xmlns:r="http://schemas.openxmlformats.org/officeDocument/2006/relationships" id="263" r:id="R0afbb483b80b49ca"/>
    <p:sldId xmlns:r="http://schemas.openxmlformats.org/officeDocument/2006/relationships" id="264" r:id="R07b007b9020649ba"/>
    <p:sldId xmlns:r="http://schemas.openxmlformats.org/officeDocument/2006/relationships" id="265" r:id="R0f3fabe4b7a04031"/>
    <p:sldId xmlns:r="http://schemas.openxmlformats.org/officeDocument/2006/relationships" id="266" r:id="Rc0fde8f9b88d431e"/>
    <p:sldId xmlns:r="http://schemas.openxmlformats.org/officeDocument/2006/relationships" id="267" r:id="R2a776d7038464bc4"/>
    <p:sldId xmlns:r="http://schemas.openxmlformats.org/officeDocument/2006/relationships" id="268" r:id="R2b1dde979bc94883"/>
    <p:sldId xmlns:r="http://schemas.openxmlformats.org/officeDocument/2006/relationships" id="269" r:id="R5aeb0ecbfe2c443a"/>
    <p:sldId xmlns:r="http://schemas.openxmlformats.org/officeDocument/2006/relationships" id="270" r:id="Rbdb1b985597e4523"/>
    <p:sldId xmlns:r="http://schemas.openxmlformats.org/officeDocument/2006/relationships" id="271" r:id="Re74cb08cae2441dc"/>
    <p:sldId xmlns:r="http://schemas.openxmlformats.org/officeDocument/2006/relationships" id="272" r:id="R612e3816bfe2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3c04e473754027" /><Relationship Type="http://schemas.openxmlformats.org/officeDocument/2006/relationships/slideMaster" Target="/ppt/slideMasters/slideMaster1.xml" Id="Rbdbd81d9c57e4536" /><Relationship Type="http://schemas.openxmlformats.org/officeDocument/2006/relationships/notesMaster" Target="/ppt/notesMasters/notesMaster1.xml" Id="Ra5317fd436de4947" /><Relationship Type="http://schemas.openxmlformats.org/officeDocument/2006/relationships/presProps" Target="/ppt/presProps.xml" Id="R69f1fed7ec3f4996" /><Relationship Type="http://schemas.openxmlformats.org/officeDocument/2006/relationships/viewProps" Target="/ppt/viewProps.xml" Id="Reb98fa41cdbb4af4" /><Relationship Type="http://schemas.openxmlformats.org/officeDocument/2006/relationships/tableStyles" Target="/ppt/tableStyles.xml" Id="R7b188131dbfb4819" /><Relationship Type="http://schemas.openxmlformats.org/officeDocument/2006/relationships/slide" Target="/ppt/slides/slide1.xml" Id="Rba2a88877d404148" /><Relationship Type="http://schemas.openxmlformats.org/officeDocument/2006/relationships/slide" Target="/ppt/slides/slide2.xml" Id="R7963058536034d72" /><Relationship Type="http://schemas.openxmlformats.org/officeDocument/2006/relationships/slide" Target="/ppt/slides/slide3.xml" Id="R5e23711436164c22" /><Relationship Type="http://schemas.openxmlformats.org/officeDocument/2006/relationships/slide" Target="/ppt/slides/slide4.xml" Id="Rcaf7c71063cf495a" /><Relationship Type="http://schemas.openxmlformats.org/officeDocument/2006/relationships/slide" Target="/ppt/slides/slide5.xml" Id="Rf5241024b32c4be2" /><Relationship Type="http://schemas.openxmlformats.org/officeDocument/2006/relationships/slide" Target="/ppt/slides/slide6.xml" Id="Re28c7d31058d4a4a" /><Relationship Type="http://schemas.openxmlformats.org/officeDocument/2006/relationships/slide" Target="/ppt/slides/slide7.xml" Id="R40f7f49a90064af3" /><Relationship Type="http://schemas.openxmlformats.org/officeDocument/2006/relationships/slide" Target="/ppt/slides/slide8.xml" Id="R0afbb483b80b49ca" /><Relationship Type="http://schemas.openxmlformats.org/officeDocument/2006/relationships/slide" Target="/ppt/slides/slide9.xml" Id="R07b007b9020649ba" /><Relationship Type="http://schemas.openxmlformats.org/officeDocument/2006/relationships/slide" Target="/ppt/slides/slide10.xml" Id="R0f3fabe4b7a04031" /><Relationship Type="http://schemas.openxmlformats.org/officeDocument/2006/relationships/slide" Target="/ppt/slides/slide11.xml" Id="Rc0fde8f9b88d431e" /><Relationship Type="http://schemas.openxmlformats.org/officeDocument/2006/relationships/slide" Target="/ppt/slides/slide12.xml" Id="R2a776d7038464bc4" /><Relationship Type="http://schemas.openxmlformats.org/officeDocument/2006/relationships/slide" Target="/ppt/slides/slide13.xml" Id="R2b1dde979bc94883" /><Relationship Type="http://schemas.openxmlformats.org/officeDocument/2006/relationships/slide" Target="/ppt/slides/slide14.xml" Id="R5aeb0ecbfe2c443a" /><Relationship Type="http://schemas.openxmlformats.org/officeDocument/2006/relationships/slide" Target="/ppt/slides/slide15.xml" Id="Rbdb1b985597e4523" /><Relationship Type="http://schemas.openxmlformats.org/officeDocument/2006/relationships/slide" Target="/ppt/slides/slide16.xml" Id="Re74cb08cae2441dc" /><Relationship Type="http://schemas.openxmlformats.org/officeDocument/2006/relationships/slide" Target="/ppt/slides/slide17.xml" Id="R612e3816bfe2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d77f7c9171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f79341a8714f9f" /><Relationship Type="http://schemas.openxmlformats.org/officeDocument/2006/relationships/notesMaster" Target="/ppt/notesMasters/notesMaster1.xml" Id="Rd0cc68e0a8e040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4ad82c312f4e89" /><Relationship Type="http://schemas.openxmlformats.org/officeDocument/2006/relationships/notesMaster" Target="/ppt/notesMasters/notesMaster1.xml" Id="Rd0e28f373e7b40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72c04c7f7f4d22" /><Relationship Type="http://schemas.openxmlformats.org/officeDocument/2006/relationships/notesMaster" Target="/ppt/notesMasters/notesMaster1.xml" Id="Racd1635ca5f2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c6f93ddd234a95" /><Relationship Type="http://schemas.openxmlformats.org/officeDocument/2006/relationships/notesMaster" Target="/ppt/notesMasters/notesMaster1.xml" Id="R0ea82baf672c46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44ad5474994974" /><Relationship Type="http://schemas.openxmlformats.org/officeDocument/2006/relationships/notesMaster" Target="/ppt/notesMasters/notesMaster1.xml" Id="R280e94c27f3545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5772d9f8844057" /><Relationship Type="http://schemas.openxmlformats.org/officeDocument/2006/relationships/notesMaster" Target="/ppt/notesMasters/notesMaster1.xml" Id="R06c9ca82a8594b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bde948e5574c18" /><Relationship Type="http://schemas.openxmlformats.org/officeDocument/2006/relationships/notesMaster" Target="/ppt/notesMasters/notesMaster1.xml" Id="R98e483b4a94346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da14409ec24ed1" /><Relationship Type="http://schemas.openxmlformats.org/officeDocument/2006/relationships/notesMaster" Target="/ppt/notesMasters/notesMaster1.xml" Id="Rda90b10a7cc24b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7465533d9f4db7" /><Relationship Type="http://schemas.openxmlformats.org/officeDocument/2006/relationships/notesMaster" Target="/ppt/notesMasters/notesMaster1.xml" Id="Rce89418c280841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96e7e837a140af" /><Relationship Type="http://schemas.openxmlformats.org/officeDocument/2006/relationships/notesMaster" Target="/ppt/notesMasters/notesMaster1.xml" Id="Ree9bab40249940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3ef8a300364d14" /><Relationship Type="http://schemas.openxmlformats.org/officeDocument/2006/relationships/notesMaster" Target="/ppt/notesMasters/notesMaster1.xml" Id="Rfbc18c3628db45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2b0f976d544b4f" /><Relationship Type="http://schemas.openxmlformats.org/officeDocument/2006/relationships/notesMaster" Target="/ppt/notesMasters/notesMaster1.xml" Id="R706015fea39640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22238da2e84bb0" /><Relationship Type="http://schemas.openxmlformats.org/officeDocument/2006/relationships/notesMaster" Target="/ppt/notesMasters/notesMaster1.xml" Id="Rbf92beba7bd349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0db8f434d04232" /><Relationship Type="http://schemas.openxmlformats.org/officeDocument/2006/relationships/notesMaster" Target="/ppt/notesMasters/notesMaster1.xml" Id="R40a320d32bd84c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eb848c9dd84d23" /><Relationship Type="http://schemas.openxmlformats.org/officeDocument/2006/relationships/notesMaster" Target="/ppt/notesMasters/notesMaster1.xml" Id="Re575d0e47f4248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b8a706fc484b7b" /><Relationship Type="http://schemas.openxmlformats.org/officeDocument/2006/relationships/notesMaster" Target="/ppt/notesMasters/notesMaster1.xml" Id="Rb6266a7edc7e41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aac13f734440eb" /><Relationship Type="http://schemas.openxmlformats.org/officeDocument/2006/relationships/notesMaster" Target="/ppt/notesMasters/notesMaster1.xml" Id="R00fde9ca8adb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一场90分钟。40–50分钟：AI Tool Lab、通用流程及原四个业务场景概览。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一场90分钟。40–50分钟：AI Tool Lab、通用流程及原四个业务场景概览。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一场90分钟。40–50分钟：AI Tool Lab、通用流程及原四个业务场景概览。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一场90分钟。40–50分钟：AI Tool Lab、通用流程及原四个业务场景概览。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一场90分钟。40–50分钟：AI Tool Lab、通用流程及原四个业务场景概览。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一场90分钟。40–50分钟：AI Tool Lab、通用流程及原四个业务场景概览。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Current site screenshot: lab2-product-manual-new-ui.png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一场90分钟。40–50分钟：AI Tool Lab、通用流程及原四个业务场景概览。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Current site screenshot: lab3-add-knowledge-full-ui.png</a:t>
            </a:r>
          </a:p>
          <a:p xmlns:a="http://schemas.openxmlformats.org/drawingml/2006/main">
            <a:r>
              <a:t>配图：既有培训资源 lab3-add-knowledge-full-ui.png，展示添加知识源入口及候选文件。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一场90分钟。40–50分钟：AI Tool Lab、通用流程及原四个业务场景概览。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Current site screenshot: lab4-funnel-attachments-new-ui.png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一场90分钟。50–65分钟：讲师完整演示Lab03会议跟进助手，结合步骤页操作。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一场90分钟。50–65分钟：讲师完整演示Lab03会议跟进助手，结合步骤页操作。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一场90分钟。50–65分钟：讲师完整演示Lab03会议跟进助手，结合步骤页操作。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一场90分钟。50–65分钟：讲师完整演示Lab03会议跟进助手，结合步骤页操作。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一场90分钟。50–65分钟：讲师完整演示Lab03会议跟进助手，结合步骤页操作。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Current site screenshot: lab3-add-knowledge-picker-ui.png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一场90分钟。50–65分钟：讲师完整演示Lab03会议跟进助手，结合步骤页操作。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一场90分钟。50–65分钟：讲师完整演示Lab03会议跟进助手，结合步骤页操作。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</a:t>
            </a:r>
          </a:p>
          <a:p xmlns:a="http://schemas.openxmlformats.org/drawingml/2006/main">
            <a:r>
              <a:t>- Current site screenshot: preview-create-share.png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一场90分钟。50–65分钟：讲师完整演示Lab03会议跟进助手，结合步骤页操作。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Current site screenshot: meeting-output.png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一场90分钟。65–85分钟：20分钟任选Lab01–04独立实践，保留所选Lab原配置与检查要求。85–90分钟：答疑与下一步。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a807a219b4f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25d288819441b8" /><Relationship Type="http://schemas.openxmlformats.org/officeDocument/2006/relationships/slideLayout" Target="/ppt/slideLayouts/slideLayout1.xml" Id="R3d1d0f3601d143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1d0f3601d143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9f6f05d54c4c" /><Relationship Type="http://schemas.openxmlformats.org/officeDocument/2006/relationships/hyperlink" Target="https://philips-ai-tool-lab.github.io/ai-tool-lab-preview/" TargetMode="External" Id="Rb011af71abf542d3" /><Relationship Type="http://schemas.openxmlformats.org/officeDocument/2006/relationships/hyperlink" Target="https://philips-ai-tool-lab.github.io/ai-tool-lab-preview/#agent-builder-path" TargetMode="External" Id="Rcafd462f3c724d98" /><Relationship Type="http://schemas.openxmlformats.org/officeDocument/2006/relationships/hyperlink" Target="https://m365.cloud.microsoft/" TargetMode="External" Id="R1d4a1f5dd3524efd" /><Relationship Type="http://schemas.openxmlformats.org/officeDocument/2006/relationships/notesSlide" Target="/ppt/notesSlides/notesSlide1.xml" Id="R2d33c44ce5b84e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e5c16a5734b4d" /><Relationship Type="http://schemas.openxmlformats.org/officeDocument/2006/relationships/image" Target="/ppt/media/image.png" Id="R57b1ed6f506243f9" /><Relationship Type="http://schemas.openxmlformats.org/officeDocument/2006/relationships/hyperlink" Target="https://philips-ai-tool-lab.github.io/ai-tool-lab-preview/" TargetMode="External" Id="R0e00de0018224929" /><Relationship Type="http://schemas.openxmlformats.org/officeDocument/2006/relationships/hyperlink" Target="https://philips-ai-tool-lab.github.io/ai-tool-lab-preview/#agent-builder-path" TargetMode="External" Id="R219c0f8b56c3483c" /><Relationship Type="http://schemas.openxmlformats.org/officeDocument/2006/relationships/notesSlide" Target="/ppt/notesSlides/notesSlide2.xml" Id="R720e5fa91e1943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875c869034c5d" /><Relationship Type="http://schemas.openxmlformats.org/officeDocument/2006/relationships/hyperlink" Target="https://philips-ai-tool-lab.github.io/ai-tool-lab-preview/#agent-builder-path" TargetMode="External" Id="R99f60d5fb739436a" /><Relationship Type="http://schemas.openxmlformats.org/officeDocument/2006/relationships/notesSlide" Target="/ppt/notesSlides/notesSlide3.xml" Id="Re4f8d172454441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5364e32b641dc" /><Relationship Type="http://schemas.openxmlformats.org/officeDocument/2006/relationships/hyperlink" Target="https://philips-ai-tool-lab.github.io/ai-tool-lab-preview/labs/chief-of-staff/" TargetMode="External" Id="R1820be7d542045a2" /><Relationship Type="http://schemas.openxmlformats.org/officeDocument/2006/relationships/hyperlink" Target="https://philips-ai-tool-lab.github.io/ai-tool-lab-preview/labs/product-manual-faq/" TargetMode="External" Id="Re2088268077f47c0" /><Relationship Type="http://schemas.openxmlformats.org/officeDocument/2006/relationships/hyperlink" Target="https://philips-ai-tool-lab.github.io/ai-tool-lab-preview/labs/meeting-follow-up/" TargetMode="External" Id="Rbfc41ed4f92f4bd1" /><Relationship Type="http://schemas.openxmlformats.org/officeDocument/2006/relationships/hyperlink" Target="https://philips-ai-tool-lab.github.io/ai-tool-lab-preview/labs/funnel-data-analyst/" TargetMode="External" Id="Radd4aed15ba3412b" /><Relationship Type="http://schemas.openxmlformats.org/officeDocument/2006/relationships/notesSlide" Target="/ppt/notesSlides/notesSlide4.xml" Id="R0f1aae2c8e5a40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444388ab54f60" /><Relationship Type="http://schemas.openxmlformats.org/officeDocument/2006/relationships/image" Target="/ppt/media/image2.png" Id="Red4fb4f646574a41" /><Relationship Type="http://schemas.openxmlformats.org/officeDocument/2006/relationships/hyperlink" Target="https://philips-ai-tool-lab.github.io/ai-tool-lab-preview/labs/chief-of-staff/" TargetMode="External" Id="R819210415a044491" /><Relationship Type="http://schemas.openxmlformats.org/officeDocument/2006/relationships/notesSlide" Target="/ppt/notesSlides/notesSlide5.xml" Id="R508e6b69a8584c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48810009a4965" /><Relationship Type="http://schemas.openxmlformats.org/officeDocument/2006/relationships/image" Target="/ppt/media/image3.png" Id="Rcb0de60d7c084800" /><Relationship Type="http://schemas.openxmlformats.org/officeDocument/2006/relationships/hyperlink" Target="https://philips-ai-tool-lab.github.io/ai-tool-lab-preview/labs/product-manual-faq/" TargetMode="External" Id="R5c70411f699046f8" /><Relationship Type="http://schemas.openxmlformats.org/officeDocument/2006/relationships/notesSlide" Target="/ppt/notesSlides/notesSlide6.xml" Id="R85285851693340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df75c67c45f2" /><Relationship Type="http://schemas.openxmlformats.org/officeDocument/2006/relationships/image" Target="/ppt/media/image4.png" Id="R8f159cb59d7f42e1" /><Relationship Type="http://schemas.openxmlformats.org/officeDocument/2006/relationships/hyperlink" Target="https://philips-ai-tool-lab.github.io/ai-tool-lab-preview/labs/meeting-follow-up/" TargetMode="External" Id="R21391334041c4e15" /><Relationship Type="http://schemas.openxmlformats.org/officeDocument/2006/relationships/notesSlide" Target="/ppt/notesSlides/notesSlide7.xml" Id="R33f5e20eb36e45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67262727d4eb7" /><Relationship Type="http://schemas.openxmlformats.org/officeDocument/2006/relationships/image" Target="/ppt/media/image5.png" Id="Rf2b5e271e7cb4b95" /><Relationship Type="http://schemas.openxmlformats.org/officeDocument/2006/relationships/hyperlink" Target="https://philips-ai-tool-lab.github.io/ai-tool-lab-preview/labs/funnel-data-analyst/" TargetMode="External" Id="Refc769192ac64078" /><Relationship Type="http://schemas.openxmlformats.org/officeDocument/2006/relationships/notesSlide" Target="/ppt/notesSlides/notesSlide8.xml" Id="R5fa2260c07d94c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b49d8b420433f" /><Relationship Type="http://schemas.openxmlformats.org/officeDocument/2006/relationships/image" Target="/ppt/media/image6.png" Id="Rf924a16e45fe496c" /><Relationship Type="http://schemas.openxmlformats.org/officeDocument/2006/relationships/hyperlink" Target="https://m365.cloud.microsoft/" TargetMode="External" Id="Rf51c3ef1c680416c" /><Relationship Type="http://schemas.openxmlformats.org/officeDocument/2006/relationships/notesSlide" Target="/ppt/notesSlides/notesSlide9.xml" Id="Rd0f7e48d504b43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1ac8eadc74e51" /><Relationship Type="http://schemas.openxmlformats.org/officeDocument/2006/relationships/image" Target="/ppt/media/image7.png" Id="Rd80dac8ebc02466f" /><Relationship Type="http://schemas.openxmlformats.org/officeDocument/2006/relationships/hyperlink" Target="https://philips-ai-tool-lab.github.io/ai-tool-lab-preview/#agent-builder-path" TargetMode="External" Id="Rf45c47b3f38441ca" /><Relationship Type="http://schemas.openxmlformats.org/officeDocument/2006/relationships/notesSlide" Target="/ppt/notesSlides/notesSlide10.xml" Id="R8686fe8b0e9343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426ba91f0463e" /><Relationship Type="http://schemas.openxmlformats.org/officeDocument/2006/relationships/image" Target="/ppt/media/image8.png" Id="R20b36f59064f475a" /><Relationship Type="http://schemas.openxmlformats.org/officeDocument/2006/relationships/hyperlink" Target="https://philips-ai-tool-lab.github.io/ai-tool-lab-preview/labs/meeting-follow-up/" TargetMode="External" Id="Rb8eed96150324bd7" /><Relationship Type="http://schemas.openxmlformats.org/officeDocument/2006/relationships/notesSlide" Target="/ppt/notesSlides/notesSlide11.xml" Id="R0e26be2ea5f347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e0bb31942402b" /><Relationship Type="http://schemas.openxmlformats.org/officeDocument/2006/relationships/image" Target="/ppt/media/image9.png" Id="Re5916bbfb90a4fec" /><Relationship Type="http://schemas.openxmlformats.org/officeDocument/2006/relationships/hyperlink" Target="https://philips-ai-tool-lab.github.io/ai-tool-lab-preview/#agent-builder-path" TargetMode="External" Id="Rbbbd77d278cb48af" /><Relationship Type="http://schemas.openxmlformats.org/officeDocument/2006/relationships/notesSlide" Target="/ppt/notesSlides/notesSlide12.xml" Id="R3aee66619f8046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38ae554ca4439" /><Relationship Type="http://schemas.openxmlformats.org/officeDocument/2006/relationships/image" Target="/ppt/media/image10.png" Id="Rd5b29ab6eac44b4d" /><Relationship Type="http://schemas.openxmlformats.org/officeDocument/2006/relationships/hyperlink" Target="https://philips-ai-tool-lab.github.io/ai-tool-lab-preview/labs/meeting-follow-up/" TargetMode="External" Id="Rfce88d9666274dac" /><Relationship Type="http://schemas.openxmlformats.org/officeDocument/2006/relationships/notesSlide" Target="/ppt/notesSlides/notesSlide13.xml" Id="R0c3c6ec6d6f04c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e27fd663b4552" /><Relationship Type="http://schemas.openxmlformats.org/officeDocument/2006/relationships/image" Target="/ppt/media/image11.png" Id="R1ee953a3b5b44e0f" /><Relationship Type="http://schemas.openxmlformats.org/officeDocument/2006/relationships/hyperlink" Target="https://philips-ai-tool-lab.github.io/ai-tool-lab-preview/#agent-builder-path" TargetMode="External" Id="R638f48f78e664297" /><Relationship Type="http://schemas.openxmlformats.org/officeDocument/2006/relationships/notesSlide" Target="/ppt/notesSlides/notesSlide14.xml" Id="Raed365f6564d40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f2e1ef0bd427e" /><Relationship Type="http://schemas.openxmlformats.org/officeDocument/2006/relationships/image" Target="/ppt/media/image12.png" Id="R2d43f707ee8d4af3" /><Relationship Type="http://schemas.openxmlformats.org/officeDocument/2006/relationships/hyperlink" Target="https://m365.cloud.microsoft/" TargetMode="External" Id="R2b2f614c7c714a59" /><Relationship Type="http://schemas.openxmlformats.org/officeDocument/2006/relationships/notesSlide" Target="/ppt/notesSlides/notesSlide15.xml" Id="R0571b730af4e41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cf088fa40409d" /><Relationship Type="http://schemas.openxmlformats.org/officeDocument/2006/relationships/image" Target="/ppt/media/image13.png" Id="R132d719080b34ad5" /><Relationship Type="http://schemas.openxmlformats.org/officeDocument/2006/relationships/hyperlink" Target="https://philips-ai-tool-lab.github.io/ai-tool-lab-preview/labs/meeting-follow-up/" TargetMode="External" Id="Rd4513e550c3d411f" /><Relationship Type="http://schemas.openxmlformats.org/officeDocument/2006/relationships/notesSlide" Target="/ppt/notesSlides/notesSlide16.xml" Id="R7591e07411db4f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d5d310fb14bd3" /><Relationship Type="http://schemas.openxmlformats.org/officeDocument/2006/relationships/hyperlink" Target="https://philips-ai-tool-lab.github.io/ai-tool-lab-preview/labs/chief-of-staff/" TargetMode="External" Id="Ra366d9f531444923" /><Relationship Type="http://schemas.openxmlformats.org/officeDocument/2006/relationships/hyperlink" Target="https://philips-ai-tool-lab.github.io/ai-tool-lab-preview/labs/product-manual-faq/" TargetMode="External" Id="R423973d846ed461e" /><Relationship Type="http://schemas.openxmlformats.org/officeDocument/2006/relationships/hyperlink" Target="https://philips-ai-tool-lab.github.io/ai-tool-lab-preview/labs/meeting-follow-up/" TargetMode="External" Id="Rdfc368863ef64048" /><Relationship Type="http://schemas.openxmlformats.org/officeDocument/2006/relationships/hyperlink" Target="https://philips-ai-tool-lab.github.io/ai-tool-lab-preview/labs/funnel-data-analyst/" TargetMode="External" Id="Rf1e3f06ee1f94a41" /><Relationship Type="http://schemas.openxmlformats.org/officeDocument/2006/relationships/hyperlink" Target="https://m365.cloud.microsoft/" TargetMode="External" Id="R367e7f956ed24dcb" /><Relationship Type="http://schemas.openxmlformats.org/officeDocument/2006/relationships/notesSlide" Target="/ppt/notesSlides/notesSlide17.xml" Id="Rad725965e2734b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COPILOT AGENT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Microsoft 365 Copilot 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本次课程聚焦 AI Tool Lab 中的四个 Agent Builder 场景。先观看“会议跟进助手”示范，再选择一个 Lab 进行练习，并了解怎样把真实工作任务转化为可测试的 Agent。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11af71abf542d3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fd462f3c724d98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d4a1f5dd3524efd"/>
              </a:rPr>
              <a:t>M365 Copilot  ↗</a:t>
            </a:r>
          </a:p>
        </p:txBody>
      </p:sp>
      <p:sp>
        <p:nvSpPr>
          <p:cNvPr id="9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Lab：两条路线、十个 Lab，本课程聚焦前四个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网站当前包含 6 个 Microsoft 365 Copilot Lab 和 4 个 Enterprise ChatGPT Lab。本次课程展开站内 Lab 01–04，其余六个可在课后继续探索。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1ed6f506243f9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00de0018224929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19c0f8b56c3483c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 Agent 的八步流程，可以归纳成六组动作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八步流程涵盖入口、新建、构建方式、核心字段、知识源、能力、建议提示，以及测试、创建和分享。图中将相邻步骤合并展示。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1–2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5–6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验证知识源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并设置能力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测试、创建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并按需分享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因此，构建不止是把字段填完：定义任务以后，还要验证知识源是否真的可用、只开启必要能力，并通过试运行确认结果可靠。创建完成后再按需要分享，同时检查接收者是否拥有底层资料权限。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9f60d5fb739436a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课堂动手范围：站内 Lab 01–04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是网站 Microsoft 365 Copilot 路线中的前四个 Agent Builder 场景，分别练习事务协调、产品资料问答、会议跟进和销售数据分析。讲师演示 Lab 03，实践时可任选一个，并以所选页面的当前检查清单为准。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20be7d542045a2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088268077f47c0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c41ed4f92f4bd1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d4aed15ba3412b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读取本人真实的 Microsoft 365 日历、会议、邮件和任务，整理优先级、冲突和后续准备。当前网页配置的三个快捷入口是今日日程、紧急事项和明日提醒；预览图中的 Top priorities 可作为扩展入口。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fb4f646574a41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9210415a044491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02｜产品手册问答：验证权限、引用与拒答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Lab 不只检查答案是否正确，还要确认 SharePoint 权限、知识源连接和拒答机制。成功标准是：资料内问题带可打开引用，资料外问题明确拒答。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de60d7c08480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67658" y="1762125"/>
            <a:ext cx="6122833" cy="37147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 Add knowledge 添加 Product Manual，开启 Cloud files，确认 SharePoint 下出现 AI Adoption。</a:t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创建者和接收者都要能打开真实手册。Outlook、Teams、Web search 和其他连接器保持关闭。</a:t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资料内问题应带可打开引用，资料外问题应拒答。仅显示站点名称不代表检索成功。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c70411f699046f8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03｜会议跟进：开启 Outlook、Teams 并添加模板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开启 Outlook 和 Teams，通过 Add knowledge 添加一份邮件模板：中文选择 Mail Template CN，英文选择 EN。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59cb59d7f42e1"/>
          <a:stretch xmlns:a="http://schemas.openxmlformats.org/drawingml/2006/main"/>
        </p:blipFill>
        <p:spPr>
          <a:xfrm xmlns:a="http://schemas.openxmlformats.org/drawingml/2006/main" flipH="0" flipV="0">
            <a:off x="685800" y="1841644"/>
            <a:ext cx="6686550" cy="3555712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Work content 开启 Outlook 和 Teams，再添加与输出语言一致的一份邮件模板，让会议沿用相同的汇报结构。</a:t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提供原始会议内容、阅读对象和所需栏目，并要求标出尚未确认的信息。</a:t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结果需区分决策与讨论。行动项写明负责人和时间，未确定的产品演示继续标记待确认。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1391334041c4e15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04｜销售漏斗分析：准备附件、能力与测试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添加 Excel 数据和 PPT 模板，开启创建文档和创建图片。完成分类汇总与金额达成率测试，PPT 图表更新为选做。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5e271e7cb4b9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26301" y="1762125"/>
            <a:ext cx="6205548" cy="37147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先检查左图的 Attachments：应同时出现 Funnel Sample Data.xlsx 和 Chart Sample.pptx。Excel 提供分析数据，PPT 提供图表模板。</a:t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随后开启创建文档和创建图片能力。分析前核对筛选范围，台数使用 Quantity，金额使用 Total Price in USD。</a:t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运行分类汇总和金额达成率测试，核对分类顺序、金额单位及计算口径。PPT图表更新为选做。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c769192ac64078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1–2｜进入 Agent Builder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 Microsoft 365 Copilot 左侧进入 Agents，再点击 Create agent。网站把“进入 Agent Builder”和“新建 Agent”分为两个步骤，本页合并展示入口与动作。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4a16e45fe496c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1c3ef1c680416c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dac8ebc02466f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5c47b3f38441ca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4｜填写核心字段与工作规则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36f59064f475a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eed96150324bd7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5–6｜验证知识源，并设置所需能力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知识源名称出现在页面上并不代表已经连接成功。添加最少必要的资料后，还要用一条能够命中的问题和一条没有答案的问题，验证检索、引用和拒答行为。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16bbfb90a4fec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会议跟进助手在 Work content 开启 Outlook 和 Teams，再通过 Add knowledge 添加一份 Mail Template CN 或 EN。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按所选 Lab 设置能力。销售漏斗分析还需开启创建文档和创建图片，并核对两份附件。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Preview 测试。资料内问题应返回可核对的来源，资料外问题应说明无法确认。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bd77d278cb48af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 补充｜通过 Add knowledge 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在 Configure 页面点击 Add knowledge，可以按 Files、Sites、Chats 或 Meetings 筛选，也可以通过左侧 Message Agent Builder 要求添加 Mail Template。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29ab6eac44b4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245394" y="1714500"/>
            <a:ext cx="5872163" cy="3905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ce88d9666274dac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7｜添加 Starter prompts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 Starter prompt 包括一个简短标题（Title）和一段可以直接执行的任务（Message）。它不是关键词，而是用户点击后会完整发送的工作请求。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953a3b5b44e0f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 Title 简述任务，例如“行动项”。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点击 Add a suggested prompt，按场景保留2–3个常用入口。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8f48f78e664297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8｜测试、创建并按需要分享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先在 Preview 中测试，再返回 Configure 调整；确认稳定后点击 Create。创建成功以后才进入 Share，并根据培训要求选择仅自己、特定用户或组织范围。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3f707ee8d4af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817819"/>
            <a:ext cx="6991350" cy="3698613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b2f614c7c714a59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这是既有 Lab 的会议跟进示例。输出声称使用 Mail Template CN.docx，需打开模板引用，核对栏目和实际内容。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d719080b34ad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742381"/>
            <a:ext cx="6991350" cy="3849488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最后打开模板引用，核对来源文件和栏目，再检查邮件是否可用、哪些内容仍需修改。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513e550c3d411f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从站内 Lab 01–04 任选一个，按原步骤和检查清单实践。不同场景的知识源、能力和测试要求不同。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首先完成可运行版本：Chief of Staff 使用本人 M365 数据；Product Manual FAQ 验证权限、引用与拒答；Meeting Follow-up 开启 Outlook、Teams 并加入一份模板；Funnel Lab 检查附件、能力和数据口径。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接着按照该 Lab 的检查清单，运行一条正常任务，再运行一条资料缺失、来源不可用或范围不完整的任务。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 Agent 是否引用正确来源、指出信息缺口，并且没有自行补充事实；满足这些条件后再创建和分享。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1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先完成场景配置，再验证正常与异常输入。如有时间，可以把自己的真实任务代入做一次最小尝试；无需在课堂上完成完整 Agent。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66d9f531444923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3973d846ed461e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fc368863ef64048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e3f06ee1f94a41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7e7f956ed24dcb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2026-09-17T03:16:43.8750000Z</dcterms:created>
  <dcterms:modified xsi:type="dcterms:W3CDTF">2026-09-17T03:16:43.8750000Z</dcterms:modified>
</coreProperties>
</file>