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33fa2c00074d32" /><Relationship Type="http://schemas.openxmlformats.org/officeDocument/2006/relationships/extended-properties" Target="/docProps/app.xml" Id="R0b63dbaae2234170" /><Relationship Type="http://schemas.openxmlformats.org/officeDocument/2006/relationships/officeDocument" Target="/ppt/presentation.xml" Id="R8304f9ac1b5a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5d29c79984beb"/>
  </p:sldMasterIdLst>
  <p:notesMasterIdLst>
    <p:notesMasterId xmlns:r="http://schemas.openxmlformats.org/officeDocument/2006/relationships" r:id="R304d0bd8acc147f3"/>
  </p:notesMasterIdLst>
  <p:sldIdLst>
    <p:sldId xmlns:r="http://schemas.openxmlformats.org/officeDocument/2006/relationships" id="256" r:id="R44a624ea0f004a05"/>
    <p:sldId xmlns:r="http://schemas.openxmlformats.org/officeDocument/2006/relationships" id="257" r:id="R4364d33c2d8d445a"/>
    <p:sldId xmlns:r="http://schemas.openxmlformats.org/officeDocument/2006/relationships" id="258" r:id="R360c2619c4bc43dd"/>
    <p:sldId xmlns:r="http://schemas.openxmlformats.org/officeDocument/2006/relationships" id="259" r:id="R583aa3a1453b455d"/>
    <p:sldId xmlns:r="http://schemas.openxmlformats.org/officeDocument/2006/relationships" id="260" r:id="R6db66db414f3490a"/>
    <p:sldId xmlns:r="http://schemas.openxmlformats.org/officeDocument/2006/relationships" id="261" r:id="Rd7ee2ed2bff34048"/>
    <p:sldId xmlns:r="http://schemas.openxmlformats.org/officeDocument/2006/relationships" id="262" r:id="R1fa64f1aee604577"/>
    <p:sldId xmlns:r="http://schemas.openxmlformats.org/officeDocument/2006/relationships" id="263" r:id="R9e74b6044be84058"/>
    <p:sldId xmlns:r="http://schemas.openxmlformats.org/officeDocument/2006/relationships" id="264" r:id="Rc35536ea431249ab"/>
    <p:sldId xmlns:r="http://schemas.openxmlformats.org/officeDocument/2006/relationships" id="265" r:id="R7866c5ee8859484f"/>
    <p:sldId xmlns:r="http://schemas.openxmlformats.org/officeDocument/2006/relationships" id="266" r:id="Ra41d257f6f144a31"/>
    <p:sldId xmlns:r="http://schemas.openxmlformats.org/officeDocument/2006/relationships" id="267" r:id="R5b1eea6ee7d347a2"/>
    <p:sldId xmlns:r="http://schemas.openxmlformats.org/officeDocument/2006/relationships" id="268" r:id="R33fc421d0bcd44b9"/>
    <p:sldId xmlns:r="http://schemas.openxmlformats.org/officeDocument/2006/relationships" id="269" r:id="Rb7c0e6b851524082"/>
    <p:sldId xmlns:r="http://schemas.openxmlformats.org/officeDocument/2006/relationships" id="270" r:id="R62a57343ae5443e6"/>
    <p:sldId xmlns:r="http://schemas.openxmlformats.org/officeDocument/2006/relationships" id="271" r:id="R1eacddfb794144f9"/>
    <p:sldId xmlns:r="http://schemas.openxmlformats.org/officeDocument/2006/relationships" id="272" r:id="R707824578fac4814"/>
    <p:sldId xmlns:r="http://schemas.openxmlformats.org/officeDocument/2006/relationships" id="273" r:id="Rfe24e6432c5142a1"/>
    <p:sldId xmlns:r="http://schemas.openxmlformats.org/officeDocument/2006/relationships" id="274" r:id="Rc0dffae38c6b49e4"/>
    <p:sldId xmlns:r="http://schemas.openxmlformats.org/officeDocument/2006/relationships" id="275" r:id="R0847cd14e0ff489b"/>
    <p:sldId xmlns:r="http://schemas.openxmlformats.org/officeDocument/2006/relationships" id="276" r:id="R5a4be770104f4e4c"/>
    <p:sldId xmlns:r="http://schemas.openxmlformats.org/officeDocument/2006/relationships" id="277" r:id="R4a18faafdf3148e3"/>
    <p:sldId xmlns:r="http://schemas.openxmlformats.org/officeDocument/2006/relationships" id="278" r:id="R23028623489a4663"/>
    <p:sldId xmlns:r="http://schemas.openxmlformats.org/officeDocument/2006/relationships" id="279" r:id="R42e7e3be1fb24595"/>
    <p:sldId xmlns:r="http://schemas.openxmlformats.org/officeDocument/2006/relationships" id="280" r:id="R8e4dbbab71fe40c7"/>
    <p:sldId xmlns:r="http://schemas.openxmlformats.org/officeDocument/2006/relationships" id="281" r:id="R5d8f819518e24f81"/>
    <p:sldId xmlns:r="http://schemas.openxmlformats.org/officeDocument/2006/relationships" id="282" r:id="Rb5dc906ea0c24407"/>
    <p:sldId xmlns:r="http://schemas.openxmlformats.org/officeDocument/2006/relationships" id="283" r:id="Rcfb40c2b6e9f4747"/>
    <p:sldId xmlns:r="http://schemas.openxmlformats.org/officeDocument/2006/relationships" id="284" r:id="Rfef08e4de7584ba1"/>
    <p:sldId xmlns:r="http://schemas.openxmlformats.org/officeDocument/2006/relationships" id="285" r:id="Recf762e7e570404f"/>
    <p:sldId xmlns:r="http://schemas.openxmlformats.org/officeDocument/2006/relationships" id="286" r:id="R4c9a15e9650f4606"/>
    <p:sldId xmlns:r="http://schemas.openxmlformats.org/officeDocument/2006/relationships" id="287" r:id="Rc03e7a43e3ed4b9d"/>
    <p:sldId xmlns:r="http://schemas.openxmlformats.org/officeDocument/2006/relationships" id="288" r:id="R4d62e8a8594e4018"/>
    <p:sldId xmlns:r="http://schemas.openxmlformats.org/officeDocument/2006/relationships" id="289" r:id="R2c710979941d47d0"/>
    <p:sldId xmlns:r="http://schemas.openxmlformats.org/officeDocument/2006/relationships" id="290" r:id="Redbe7b51697e4896"/>
    <p:sldId xmlns:r="http://schemas.openxmlformats.org/officeDocument/2006/relationships" id="291" r:id="R77984b049721426a"/>
    <p:sldId xmlns:r="http://schemas.openxmlformats.org/officeDocument/2006/relationships" id="292" r:id="Rc496cef703434ac5"/>
    <p:sldId xmlns:r="http://schemas.openxmlformats.org/officeDocument/2006/relationships" id="293" r:id="R27b3a8d03fbe458b"/>
    <p:sldId xmlns:r="http://schemas.openxmlformats.org/officeDocument/2006/relationships" id="294" r:id="R6881a81260294d25"/>
    <p:sldId xmlns:r="http://schemas.openxmlformats.org/officeDocument/2006/relationships" id="295" r:id="Rbc659fd0f59244f4"/>
    <p:sldId xmlns:r="http://schemas.openxmlformats.org/officeDocument/2006/relationships" id="296" r:id="R1c2ab341adfc4762"/>
    <p:sldId xmlns:r="http://schemas.openxmlformats.org/officeDocument/2006/relationships" id="297" r:id="Rf32d319f3f7a4600"/>
    <p:sldId xmlns:r="http://schemas.openxmlformats.org/officeDocument/2006/relationships" id="298" r:id="Rf137c4e6e8644b1f"/>
    <p:sldId xmlns:r="http://schemas.openxmlformats.org/officeDocument/2006/relationships" id="299" r:id="Rf97b4fbd11604bee"/>
    <p:sldId xmlns:r="http://schemas.openxmlformats.org/officeDocument/2006/relationships" id="300" r:id="R57584325a76547ba"/>
    <p:sldId xmlns:r="http://schemas.openxmlformats.org/officeDocument/2006/relationships" id="301" r:id="R8b90eea50d7142d4"/>
    <p:sldId xmlns:r="http://schemas.openxmlformats.org/officeDocument/2006/relationships" id="302" r:id="R96853ffb59a6435a"/>
    <p:sldId xmlns:r="http://schemas.openxmlformats.org/officeDocument/2006/relationships" id="303" r:id="Re546c30bcbfb42ec"/>
    <p:sldId xmlns:r="http://schemas.openxmlformats.org/officeDocument/2006/relationships" id="304" r:id="R8b36883b03de46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abca311044d8c" /><Relationship Type="http://schemas.openxmlformats.org/officeDocument/2006/relationships/slideMaster" Target="/ppt/slideMasters/slideMaster1.xml" Id="R7e65d29c79984beb" /><Relationship Type="http://schemas.openxmlformats.org/officeDocument/2006/relationships/notesMaster" Target="/ppt/notesMasters/notesMaster1.xml" Id="R304d0bd8acc147f3" /><Relationship Type="http://schemas.openxmlformats.org/officeDocument/2006/relationships/presProps" Target="/ppt/presProps.xml" Id="Rc5cb8b84f8be4667" /><Relationship Type="http://schemas.openxmlformats.org/officeDocument/2006/relationships/tableStyles" Target="/ppt/tableStyles.xml" Id="Rcc27c103b28b4d56" /><Relationship Type="http://schemas.openxmlformats.org/officeDocument/2006/relationships/slide" Target="/ppt/slides/slide1.xml" Id="R44a624ea0f004a05" /><Relationship Type="http://schemas.openxmlformats.org/officeDocument/2006/relationships/slide" Target="/ppt/slides/slide2.xml" Id="R4364d33c2d8d445a" /><Relationship Type="http://schemas.openxmlformats.org/officeDocument/2006/relationships/slide" Target="/ppt/slides/slide3.xml" Id="R360c2619c4bc43dd" /><Relationship Type="http://schemas.openxmlformats.org/officeDocument/2006/relationships/slide" Target="/ppt/slides/slide4.xml" Id="R583aa3a1453b455d" /><Relationship Type="http://schemas.openxmlformats.org/officeDocument/2006/relationships/slide" Target="/ppt/slides/slide5.xml" Id="R6db66db414f3490a" /><Relationship Type="http://schemas.openxmlformats.org/officeDocument/2006/relationships/slide" Target="/ppt/slides/slide6.xml" Id="Rd7ee2ed2bff34048" /><Relationship Type="http://schemas.openxmlformats.org/officeDocument/2006/relationships/slide" Target="/ppt/slides/slide7.xml" Id="R1fa64f1aee604577" /><Relationship Type="http://schemas.openxmlformats.org/officeDocument/2006/relationships/slide" Target="/ppt/slides/slide8.xml" Id="R9e74b6044be84058" /><Relationship Type="http://schemas.openxmlformats.org/officeDocument/2006/relationships/slide" Target="/ppt/slides/slide9.xml" Id="Rc35536ea431249ab" /><Relationship Type="http://schemas.openxmlformats.org/officeDocument/2006/relationships/slide" Target="/ppt/slides/slide10.xml" Id="R7866c5ee8859484f" /><Relationship Type="http://schemas.openxmlformats.org/officeDocument/2006/relationships/slide" Target="/ppt/slides/slide11.xml" Id="Ra41d257f6f144a31" /><Relationship Type="http://schemas.openxmlformats.org/officeDocument/2006/relationships/slide" Target="/ppt/slides/slide12.xml" Id="R5b1eea6ee7d347a2" /><Relationship Type="http://schemas.openxmlformats.org/officeDocument/2006/relationships/slide" Target="/ppt/slides/slide13.xml" Id="R33fc421d0bcd44b9" /><Relationship Type="http://schemas.openxmlformats.org/officeDocument/2006/relationships/slide" Target="/ppt/slides/slide14.xml" Id="Rb7c0e6b851524082" /><Relationship Type="http://schemas.openxmlformats.org/officeDocument/2006/relationships/slide" Target="/ppt/slides/slide15.xml" Id="R62a57343ae5443e6" /><Relationship Type="http://schemas.openxmlformats.org/officeDocument/2006/relationships/slide" Target="/ppt/slides/slide16.xml" Id="R1eacddfb794144f9" /><Relationship Type="http://schemas.openxmlformats.org/officeDocument/2006/relationships/slide" Target="/ppt/slides/slide17.xml" Id="R707824578fac4814" /><Relationship Type="http://schemas.openxmlformats.org/officeDocument/2006/relationships/slide" Target="/ppt/slides/slide18.xml" Id="Rfe24e6432c5142a1" /><Relationship Type="http://schemas.openxmlformats.org/officeDocument/2006/relationships/slide" Target="/ppt/slides/slide19.xml" Id="Rc0dffae38c6b49e4" /><Relationship Type="http://schemas.openxmlformats.org/officeDocument/2006/relationships/slide" Target="/ppt/slides/slide20.xml" Id="R0847cd14e0ff489b" /><Relationship Type="http://schemas.openxmlformats.org/officeDocument/2006/relationships/slide" Target="/ppt/slides/slide21.xml" Id="R5a4be770104f4e4c" /><Relationship Type="http://schemas.openxmlformats.org/officeDocument/2006/relationships/slide" Target="/ppt/slides/slide22.xml" Id="R4a18faafdf3148e3" /><Relationship Type="http://schemas.openxmlformats.org/officeDocument/2006/relationships/slide" Target="/ppt/slides/slide23.xml" Id="R23028623489a4663" /><Relationship Type="http://schemas.openxmlformats.org/officeDocument/2006/relationships/slide" Target="/ppt/slides/slide24.xml" Id="R42e7e3be1fb24595" /><Relationship Type="http://schemas.openxmlformats.org/officeDocument/2006/relationships/slide" Target="/ppt/slides/slide25.xml" Id="R8e4dbbab71fe40c7" /><Relationship Type="http://schemas.openxmlformats.org/officeDocument/2006/relationships/slide" Target="/ppt/slides/slide26.xml" Id="R5d8f819518e24f81" /><Relationship Type="http://schemas.openxmlformats.org/officeDocument/2006/relationships/slide" Target="/ppt/slides/slide27.xml" Id="Rb5dc906ea0c24407" /><Relationship Type="http://schemas.openxmlformats.org/officeDocument/2006/relationships/slide" Target="/ppt/slides/slide28.xml" Id="Rcfb40c2b6e9f4747" /><Relationship Type="http://schemas.openxmlformats.org/officeDocument/2006/relationships/slide" Target="/ppt/slides/slide29.xml" Id="Rfef08e4de7584ba1" /><Relationship Type="http://schemas.openxmlformats.org/officeDocument/2006/relationships/slide" Target="/ppt/slides/slide30.xml" Id="Recf762e7e570404f" /><Relationship Type="http://schemas.openxmlformats.org/officeDocument/2006/relationships/slide" Target="/ppt/slides/slide31.xml" Id="R4c9a15e9650f4606" /><Relationship Type="http://schemas.openxmlformats.org/officeDocument/2006/relationships/slide" Target="/ppt/slides/slide32.xml" Id="Rc03e7a43e3ed4b9d" /><Relationship Type="http://schemas.openxmlformats.org/officeDocument/2006/relationships/slide" Target="/ppt/slides/slide33.xml" Id="R4d62e8a8594e4018" /><Relationship Type="http://schemas.openxmlformats.org/officeDocument/2006/relationships/slide" Target="/ppt/slides/slide34.xml" Id="R2c710979941d47d0" /><Relationship Type="http://schemas.openxmlformats.org/officeDocument/2006/relationships/slide" Target="/ppt/slides/slide35.xml" Id="Redbe7b51697e4896" /><Relationship Type="http://schemas.openxmlformats.org/officeDocument/2006/relationships/slide" Target="/ppt/slides/slide36.xml" Id="R77984b049721426a" /><Relationship Type="http://schemas.openxmlformats.org/officeDocument/2006/relationships/slide" Target="/ppt/slides/slide37.xml" Id="Rc496cef703434ac5" /><Relationship Type="http://schemas.openxmlformats.org/officeDocument/2006/relationships/slide" Target="/ppt/slides/slide38.xml" Id="R27b3a8d03fbe458b" /><Relationship Type="http://schemas.openxmlformats.org/officeDocument/2006/relationships/slide" Target="/ppt/slides/slide39.xml" Id="R6881a81260294d25" /><Relationship Type="http://schemas.openxmlformats.org/officeDocument/2006/relationships/slide" Target="/ppt/slides/slide40.xml" Id="Rbc659fd0f59244f4" /><Relationship Type="http://schemas.openxmlformats.org/officeDocument/2006/relationships/slide" Target="/ppt/slides/slide41.xml" Id="R1c2ab341adfc4762" /><Relationship Type="http://schemas.openxmlformats.org/officeDocument/2006/relationships/slide" Target="/ppt/slides/slide42.xml" Id="Rf32d319f3f7a4600" /><Relationship Type="http://schemas.openxmlformats.org/officeDocument/2006/relationships/slide" Target="/ppt/slides/slide43.xml" Id="Rf137c4e6e8644b1f" /><Relationship Type="http://schemas.openxmlformats.org/officeDocument/2006/relationships/slide" Target="/ppt/slides/slide44.xml" Id="Rf97b4fbd11604bee" /><Relationship Type="http://schemas.openxmlformats.org/officeDocument/2006/relationships/slide" Target="/ppt/slides/slide45.xml" Id="R57584325a76547ba" /><Relationship Type="http://schemas.openxmlformats.org/officeDocument/2006/relationships/slide" Target="/ppt/slides/slide46.xml" Id="R8b90eea50d7142d4" /><Relationship Type="http://schemas.openxmlformats.org/officeDocument/2006/relationships/slide" Target="/ppt/slides/slide47.xml" Id="R96853ffb59a6435a" /><Relationship Type="http://schemas.openxmlformats.org/officeDocument/2006/relationships/slide" Target="/ppt/slides/slide48.xml" Id="Re546c30bcbfb42ec" /><Relationship Type="http://schemas.openxmlformats.org/officeDocument/2006/relationships/slide" Target="/ppt/slides/slide49.xml" Id="R8b36883b03de46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b1943de1e8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1a0d18059406e" /><Relationship Type="http://schemas.openxmlformats.org/officeDocument/2006/relationships/notesMaster" Target="/ppt/notesMasters/notesMaster1.xml" Id="R6aabbba7184949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31e068619044d3" /><Relationship Type="http://schemas.openxmlformats.org/officeDocument/2006/relationships/notesMaster" Target="/ppt/notesMasters/notesMaster1.xml" Id="Rd9837ced2307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9d39321484953" /><Relationship Type="http://schemas.openxmlformats.org/officeDocument/2006/relationships/notesMaster" Target="/ppt/notesMasters/notesMaster1.xml" Id="R3d645805a8f6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4a1dced7f4cd0" /><Relationship Type="http://schemas.openxmlformats.org/officeDocument/2006/relationships/notesMaster" Target="/ppt/notesMasters/notesMaster1.xml" Id="Rde9bf752f233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880356dec542e0" /><Relationship Type="http://schemas.openxmlformats.org/officeDocument/2006/relationships/notesMaster" Target="/ppt/notesMasters/notesMaster1.xml" Id="R16681220f24f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c27f8a6fc74bd4" /><Relationship Type="http://schemas.openxmlformats.org/officeDocument/2006/relationships/notesMaster" Target="/ppt/notesMasters/notesMaster1.xml" Id="R5f4160c0511440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1dd29904f34a6f" /><Relationship Type="http://schemas.openxmlformats.org/officeDocument/2006/relationships/notesMaster" Target="/ppt/notesMasters/notesMaster1.xml" Id="R1b214bb82bcc42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1406a2415f48f3" /><Relationship Type="http://schemas.openxmlformats.org/officeDocument/2006/relationships/notesMaster" Target="/ppt/notesMasters/notesMaster1.xml" Id="Re8d88a14e16743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5aaa91f854999" /><Relationship Type="http://schemas.openxmlformats.org/officeDocument/2006/relationships/notesMaster" Target="/ppt/notesMasters/notesMaster1.xml" Id="Rcbef77a0b03040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1d41733ef2493f" /><Relationship Type="http://schemas.openxmlformats.org/officeDocument/2006/relationships/notesMaster" Target="/ppt/notesMasters/notesMaster1.xml" Id="Raabda39d75194c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61d4f1f7024698" /><Relationship Type="http://schemas.openxmlformats.org/officeDocument/2006/relationships/notesMaster" Target="/ppt/notesMasters/notesMaster1.xml" Id="R9f0cae34e214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58e90017ab49d3" /><Relationship Type="http://schemas.openxmlformats.org/officeDocument/2006/relationships/notesMaster" Target="/ppt/notesMasters/notesMaster1.xml" Id="Rcb3ce4bb75414b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34c041cac14aa0" /><Relationship Type="http://schemas.openxmlformats.org/officeDocument/2006/relationships/notesMaster" Target="/ppt/notesMasters/notesMaster1.xml" Id="R0a6dbb2599a343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6c4d62b0bb41f9" /><Relationship Type="http://schemas.openxmlformats.org/officeDocument/2006/relationships/notesMaster" Target="/ppt/notesMasters/notesMaster1.xml" Id="R32edf30a784c42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4bdd1a5c4c436e" /><Relationship Type="http://schemas.openxmlformats.org/officeDocument/2006/relationships/notesMaster" Target="/ppt/notesMasters/notesMaster1.xml" Id="R320315a3193946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fc9a7e2f9742c5" /><Relationship Type="http://schemas.openxmlformats.org/officeDocument/2006/relationships/notesMaster" Target="/ppt/notesMasters/notesMaster1.xml" Id="R7b84503d485f40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0d9532a1a544cc" /><Relationship Type="http://schemas.openxmlformats.org/officeDocument/2006/relationships/notesMaster" Target="/ppt/notesMasters/notesMaster1.xml" Id="R3d8b8d58d3564d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16f081eec145c7" /><Relationship Type="http://schemas.openxmlformats.org/officeDocument/2006/relationships/notesMaster" Target="/ppt/notesMasters/notesMaster1.xml" Id="Rd374d888a5f64f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889be44e5949a9" /><Relationship Type="http://schemas.openxmlformats.org/officeDocument/2006/relationships/notesMaster" Target="/ppt/notesMasters/notesMaster1.xml" Id="R0c304923f1a449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8d22a395c5477d" /><Relationship Type="http://schemas.openxmlformats.org/officeDocument/2006/relationships/notesMaster" Target="/ppt/notesMasters/notesMaster1.xml" Id="R220a5e5ae5a84d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991fa3a42d4aab" /><Relationship Type="http://schemas.openxmlformats.org/officeDocument/2006/relationships/notesMaster" Target="/ppt/notesMasters/notesMaster1.xml" Id="R3b00dece4c944e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add6456b634967" /><Relationship Type="http://schemas.openxmlformats.org/officeDocument/2006/relationships/notesMaster" Target="/ppt/notesMasters/notesMaster1.xml" Id="Rc1769d93a3114c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58048eb3d148d5" /><Relationship Type="http://schemas.openxmlformats.org/officeDocument/2006/relationships/notesMaster" Target="/ppt/notesMasters/notesMaster1.xml" Id="R28b6d2f109ee41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ba8ebb11b1416d" /><Relationship Type="http://schemas.openxmlformats.org/officeDocument/2006/relationships/notesMaster" Target="/ppt/notesMasters/notesMaster1.xml" Id="R5a45508e89f64e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dd415d6ca7d4234" /><Relationship Type="http://schemas.openxmlformats.org/officeDocument/2006/relationships/notesMaster" Target="/ppt/notesMasters/notesMaster1.xml" Id="R5c905285c8e24a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0526518f254c08" /><Relationship Type="http://schemas.openxmlformats.org/officeDocument/2006/relationships/notesMaster" Target="/ppt/notesMasters/notesMaster1.xml" Id="R1251167f269f40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2787556dcc4499" /><Relationship Type="http://schemas.openxmlformats.org/officeDocument/2006/relationships/notesMaster" Target="/ppt/notesMasters/notesMaster1.xml" Id="R90729eb194da41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5611589d07d4872" /><Relationship Type="http://schemas.openxmlformats.org/officeDocument/2006/relationships/notesMaster" Target="/ppt/notesMasters/notesMaster1.xml" Id="R995307e9c9ee40c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53858b4c36469a" /><Relationship Type="http://schemas.openxmlformats.org/officeDocument/2006/relationships/notesMaster" Target="/ppt/notesMasters/notesMaster1.xml" Id="Rae2ecfee2e8d47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619c4ca8f2455f" /><Relationship Type="http://schemas.openxmlformats.org/officeDocument/2006/relationships/notesMaster" Target="/ppt/notesMasters/notesMaster1.xml" Id="Recb06c09096244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4be988664447c8" /><Relationship Type="http://schemas.openxmlformats.org/officeDocument/2006/relationships/notesMaster" Target="/ppt/notesMasters/notesMaster1.xml" Id="Re22d70938178407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2d6352162ee4fae" /><Relationship Type="http://schemas.openxmlformats.org/officeDocument/2006/relationships/notesMaster" Target="/ppt/notesMasters/notesMaster1.xml" Id="R2ce6eeee2117466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4c1f2b44c84a6c" /><Relationship Type="http://schemas.openxmlformats.org/officeDocument/2006/relationships/notesMaster" Target="/ppt/notesMasters/notesMaster1.xml" Id="Rf5cc86a0729747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19d2f0f09744e34" /><Relationship Type="http://schemas.openxmlformats.org/officeDocument/2006/relationships/notesMaster" Target="/ppt/notesMasters/notesMaster1.xml" Id="R3d09f47e60834a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e5ddd79cc1a4222" /><Relationship Type="http://schemas.openxmlformats.org/officeDocument/2006/relationships/notesMaster" Target="/ppt/notesMasters/notesMaster1.xml" Id="R9777c01d49ea48c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39689a944d4dff" /><Relationship Type="http://schemas.openxmlformats.org/officeDocument/2006/relationships/notesMaster" Target="/ppt/notesMasters/notesMaster1.xml" Id="Rd30984411a7742f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12cfb7a31b245f9" /><Relationship Type="http://schemas.openxmlformats.org/officeDocument/2006/relationships/notesMaster" Target="/ppt/notesMasters/notesMaster1.xml" Id="R523b28fa71d0479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2958a11cc2d4995" /><Relationship Type="http://schemas.openxmlformats.org/officeDocument/2006/relationships/notesMaster" Target="/ppt/notesMasters/notesMaster1.xml" Id="Ra40d32cfd12f468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d583c48cb9f4db1" /><Relationship Type="http://schemas.openxmlformats.org/officeDocument/2006/relationships/notesMaster" Target="/ppt/notesMasters/notesMaster1.xml" Id="R1d24561712df4e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728354d6f14c8a" /><Relationship Type="http://schemas.openxmlformats.org/officeDocument/2006/relationships/notesMaster" Target="/ppt/notesMasters/notesMaster1.xml" Id="R265dfce38fee4ac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131da04000940eb" /><Relationship Type="http://schemas.openxmlformats.org/officeDocument/2006/relationships/notesMaster" Target="/ppt/notesMasters/notesMaster1.xml" Id="Reaae202df634452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c563617faea4ff9" /><Relationship Type="http://schemas.openxmlformats.org/officeDocument/2006/relationships/notesMaster" Target="/ppt/notesMasters/notesMaster1.xml" Id="R2fe746124599498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0e41b76fae04c0f" /><Relationship Type="http://schemas.openxmlformats.org/officeDocument/2006/relationships/notesMaster" Target="/ppt/notesMasters/notesMaster1.xml" Id="R181a633aa8274fe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adb70f2fa1e4cf7" /><Relationship Type="http://schemas.openxmlformats.org/officeDocument/2006/relationships/notesMaster" Target="/ppt/notesMasters/notesMaster1.xml" Id="Rdf40ec5c9cb7487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082959e15f4b32" /><Relationship Type="http://schemas.openxmlformats.org/officeDocument/2006/relationships/notesMaster" Target="/ppt/notesMasters/notesMaster1.xml" Id="Rfd2bc7939dc64e2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8b227f3185c41fa" /><Relationship Type="http://schemas.openxmlformats.org/officeDocument/2006/relationships/notesMaster" Target="/ppt/notesMasters/notesMaster1.xml" Id="Rbb73a5e4f31a451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16d63af926d44a5" /><Relationship Type="http://schemas.openxmlformats.org/officeDocument/2006/relationships/notesMaster" Target="/ppt/notesMasters/notesMaster1.xml" Id="Rb7c2588bc776473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14785f0b73c4580" /><Relationship Type="http://schemas.openxmlformats.org/officeDocument/2006/relationships/notesMaster" Target="/ppt/notesMasters/notesMaster1.xml" Id="Rea2e41631a5e4bc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5eef52309774742" /><Relationship Type="http://schemas.openxmlformats.org/officeDocument/2006/relationships/notesMaster" Target="/ppt/notesMasters/notesMaster1.xml" Id="R52317e5bb651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642aec94541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0371a7d7314389" /><Relationship Type="http://schemas.openxmlformats.org/officeDocument/2006/relationships/slideLayout" Target="/ppt/slideLayouts/slideLayout1.xml" Id="Rf5ad4458c5734b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d4458c573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53c2c2d1b40ea" /><Relationship Type="http://schemas.openxmlformats.org/officeDocument/2006/relationships/hyperlink" Target="https://aiskillsnavigator.microsoft.com/" TargetMode="External" Id="Ra61787dfc876489d" /><Relationship Type="http://schemas.openxmlformats.org/officeDocument/2006/relationships/notesSlide" Target="/ppt/notesSlides/notesSlide1.xml" Id="Reb7587f7e0d8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b3416ff664053" /><Relationship Type="http://schemas.openxmlformats.org/officeDocument/2006/relationships/hyperlink" Target="https://www.aigateway.ai.inside.philips.com/" TargetMode="External" Id="R5daf8ff7b26a4eb7" /><Relationship Type="http://schemas.openxmlformats.org/officeDocument/2006/relationships/notesSlide" Target="/ppt/notesSlides/notesSlide2.xml" Id="R4cbf69f6116e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c87394dfd45bc" /><Relationship Type="http://schemas.openxmlformats.org/officeDocument/2006/relationships/hyperlink" Target="https://aiskillsnavigator.microsoft.com/" TargetMode="External" Id="Rddcc002834fb481a" /><Relationship Type="http://schemas.openxmlformats.org/officeDocument/2006/relationships/notesSlide" Target="/ppt/notesSlides/notesSlide3.xml" Id="R87ea082f14084e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69b5a65f7460a" /><Relationship Type="http://schemas.openxmlformats.org/officeDocument/2006/relationships/hyperlink" Target="https://www.aigateway.ai.inside.philips.com/" TargetMode="External" Id="R066763ad6cb14132" /><Relationship Type="http://schemas.openxmlformats.org/officeDocument/2006/relationships/notesSlide" Target="/ppt/notesSlides/notesSlide4.xml" Id="Re1da13723086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c0f7fbb954c68" /><Relationship Type="http://schemas.openxmlformats.org/officeDocument/2006/relationships/image" Target="/ppt/media/image.png" Id="R7d8a054f26cd4b6b" /><Relationship Type="http://schemas.openxmlformats.org/officeDocument/2006/relationships/hyperlink" Target="https://www.aigateway.ai.inside.philips.com/" TargetMode="External" Id="R4f6d31d86a6241d4" /><Relationship Type="http://schemas.openxmlformats.org/officeDocument/2006/relationships/notesSlide" Target="/ppt/notesSlides/notesSlide5.xml" Id="Re4470fd2d60e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bc98b7f874d9a" /><Relationship Type="http://schemas.openxmlformats.org/officeDocument/2006/relationships/image" Target="/ppt/media/image2.png" Id="Rbca45a68fa5a4c21" /><Relationship Type="http://schemas.openxmlformats.org/officeDocument/2006/relationships/hyperlink" Target="https://www.aigateway.ai.inside.philips.com/" TargetMode="External" Id="R03f2a08449454aba" /><Relationship Type="http://schemas.openxmlformats.org/officeDocument/2006/relationships/notesSlide" Target="/ppt/notesSlides/notesSlide6.xml" Id="R288e7f90fe904a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5b1094164a5d" /><Relationship Type="http://schemas.openxmlformats.org/officeDocument/2006/relationships/image" Target="/ppt/media/image3.png" Id="R1c65932af08c47e2" /><Relationship Type="http://schemas.openxmlformats.org/officeDocument/2006/relationships/hyperlink" Target="https://www.aigateway.ai.inside.philips.com/" TargetMode="External" Id="R7f9d358b4765410d" /><Relationship Type="http://schemas.openxmlformats.org/officeDocument/2006/relationships/notesSlide" Target="/ppt/notesSlides/notesSlide7.xml" Id="Rec03c8e994ad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da22f16e74c3d" /><Relationship Type="http://schemas.openxmlformats.org/officeDocument/2006/relationships/hyperlink" Target="https://www.aigateway.ai.inside.philips.com/" TargetMode="External" Id="R6a70d0b9d6ba49f8" /><Relationship Type="http://schemas.openxmlformats.org/officeDocument/2006/relationships/notesSlide" Target="/ppt/notesSlides/notesSlide8.xml" Id="R634cb52abc3847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baba2f5724871" /><Relationship Type="http://schemas.openxmlformats.org/officeDocument/2006/relationships/hyperlink" Target="https://www.aigateway.ai.inside.philips.com/" TargetMode="External" Id="Rd4f76de9250d4afc" /><Relationship Type="http://schemas.openxmlformats.org/officeDocument/2006/relationships/notesSlide" Target="/ppt/notesSlides/notesSlide9.xml" Id="R1e6b6b3ea5a84d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1162e78945e9" /><Relationship Type="http://schemas.openxmlformats.org/officeDocument/2006/relationships/image" Target="/ppt/media/image4.png" Id="Rd934698301194e93" /><Relationship Type="http://schemas.openxmlformats.org/officeDocument/2006/relationships/hyperlink" Target="https://www.aigateway.ai.inside.philips.com/" TargetMode="External" Id="R2edfdd4821a9421d" /><Relationship Type="http://schemas.openxmlformats.org/officeDocument/2006/relationships/notesSlide" Target="/ppt/notesSlides/notesSlide10.xml" Id="Re6de7518212f43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63e89c3b424e" /><Relationship Type="http://schemas.openxmlformats.org/officeDocument/2006/relationships/image" Target="/ppt/media/image5.png" Id="R6e070b335b9a4abb" /><Relationship Type="http://schemas.openxmlformats.org/officeDocument/2006/relationships/hyperlink" Target="https://www.aigateway.ai.inside.philips.com/" TargetMode="External" Id="R748a44ac1d794cd4" /><Relationship Type="http://schemas.openxmlformats.org/officeDocument/2006/relationships/hyperlink" Target="https://philips.service-now.com/itportal?id=kb_article&amp;sysparm_article=KB1528249&amp;sys_id=24240f5bfb794b54ae1afb576eefdc0f&amp;spa=1" TargetMode="External" Id="R1057719ff1be4134" /><Relationship Type="http://schemas.openxmlformats.org/officeDocument/2006/relationships/notesSlide" Target="/ppt/notesSlides/notesSlide11.xml" Id="Rb554760bda43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f4e6868d54d01" /><Relationship Type="http://schemas.openxmlformats.org/officeDocument/2006/relationships/image" Target="/ppt/media/image6.png" Id="Rf57cd56a111c4348" /><Relationship Type="http://schemas.openxmlformats.org/officeDocument/2006/relationships/hyperlink" Target="https://www.aigateway.ai.inside.philips.com/" TargetMode="External" Id="Ra1959f547da04c39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701e580ff0114bb1" /><Relationship Type="http://schemas.openxmlformats.org/officeDocument/2006/relationships/notesSlide" Target="/ppt/notesSlides/notesSlide12.xml" Id="Rf5eb4d4a8a1343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c52be9624114" /><Relationship Type="http://schemas.openxmlformats.org/officeDocument/2006/relationships/image" Target="/ppt/media/image7.png" Id="Ra1611eb644b04123" /><Relationship Type="http://schemas.openxmlformats.org/officeDocument/2006/relationships/hyperlink" Target="https://philips.service-now.com/softwareportal" TargetMode="External" Id="Rbda7cad871474dce" /><Relationship Type="http://schemas.openxmlformats.org/officeDocument/2006/relationships/hyperlink" Target="https://philips.service-now.com/itportal?id=kb_article&amp;sysparm_article=KB1528249&amp;sys_id=24240f5bfb794b54ae1afb576eefdc0f&amp;spa=1" TargetMode="External" Id="Rb7e4971687c64373" /><Relationship Type="http://schemas.openxmlformats.org/officeDocument/2006/relationships/notesSlide" Target="/ppt/notesSlides/notesSlide13.xml" Id="R640328bb31d449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47ed946e445ed" /><Relationship Type="http://schemas.openxmlformats.org/officeDocument/2006/relationships/image" Target="/ppt/media/image8.png" Id="R1c15a270bfc24475" /><Relationship Type="http://schemas.openxmlformats.org/officeDocument/2006/relationships/hyperlink" Target="https://www.aigateway.ai.inside.philips.com/" TargetMode="External" Id="Rdda60854bfbf4598" /><Relationship Type="http://schemas.openxmlformats.org/officeDocument/2006/relationships/notesSlide" Target="/ppt/notesSlides/notesSlide14.xml" Id="R19257d709774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07f1a727140b3" /><Relationship Type="http://schemas.openxmlformats.org/officeDocument/2006/relationships/hyperlink" Target="https://www.aigateway.ai.inside.philips.com/" TargetMode="External" Id="R072b595405bf415b" /><Relationship Type="http://schemas.openxmlformats.org/officeDocument/2006/relationships/hyperlink" Target="https://philips-ai-tool-lab.github.io/ai-tool-lab-preview/" TargetMode="External" Id="Rf7b88c5b3a1847b2" /><Relationship Type="http://schemas.openxmlformats.org/officeDocument/2006/relationships/notesSlide" Target="/ppt/notesSlides/notesSlide15.xml" Id="R68d54d2ef7d241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39e3ffb3419f" /><Relationship Type="http://schemas.openxmlformats.org/officeDocument/2006/relationships/hyperlink" Target="https://www.aigateway.ai.inside.philips.com/" TargetMode="External" Id="R5016ed50a20c4e03" /><Relationship Type="http://schemas.openxmlformats.org/officeDocument/2006/relationships/hyperlink" Target="https://philips-ai-tool-lab.github.io/ai-tool-lab-preview/" TargetMode="External" Id="Rba174acdaf3a4741" /><Relationship Type="http://schemas.openxmlformats.org/officeDocument/2006/relationships/notesSlide" Target="/ppt/notesSlides/notesSlide16.xml" Id="Racd0958d541343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46e469da42c8" /><Relationship Type="http://schemas.openxmlformats.org/officeDocument/2006/relationships/image" Target="/ppt/media/image9.png" Id="R25fed5f0f2ef44d8" /><Relationship Type="http://schemas.openxmlformats.org/officeDocument/2006/relationships/hyperlink" Target="https://aiskillsnavigator.microsoft.com/" TargetMode="External" Id="Ref9369f98df04f26" /><Relationship Type="http://schemas.openxmlformats.org/officeDocument/2006/relationships/hyperlink" Target="https://m365.cloud.microsoft/chat" TargetMode="External" Id="R2d829a9fd2ba4a0d" /><Relationship Type="http://schemas.openxmlformats.org/officeDocument/2006/relationships/notesSlide" Target="/ppt/notesSlides/notesSlide17.xml" Id="R5819f41d39bf49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0914f69d4d8d" /><Relationship Type="http://schemas.openxmlformats.org/officeDocument/2006/relationships/hyperlink" Target="https://aiskillsnavigator.microsoft.com/" TargetMode="External" Id="R2bfe40be9f384330" /><Relationship Type="http://schemas.openxmlformats.org/officeDocument/2006/relationships/hyperlink" Target="https://aiskillsnavigator.microsoft.com/playlists/291ff1ba-c754-44f1-9814-ef8917f8c989" TargetMode="External" Id="R617369d9cb004b8e" /><Relationship Type="http://schemas.openxmlformats.org/officeDocument/2006/relationships/hyperlink" Target="https://m365.cloud.microsoft/chat" TargetMode="External" Id="R1d8f95a9824d45c1" /><Relationship Type="http://schemas.openxmlformats.org/officeDocument/2006/relationships/notesSlide" Target="/ppt/notesSlides/notesSlide18.xml" Id="Ra8cc6e242a6a4f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34c7ed5e840bb" /><Relationship Type="http://schemas.openxmlformats.org/officeDocument/2006/relationships/image" Target="/ppt/media/image10.png" Id="R9f282a8a15204d76" /><Relationship Type="http://schemas.openxmlformats.org/officeDocument/2006/relationships/hyperlink" Target="https://aiskillsnavigator.microsoft.com/" TargetMode="External" Id="R7b7b2f71c17d4316" /><Relationship Type="http://schemas.openxmlformats.org/officeDocument/2006/relationships/notesSlide" Target="/ppt/notesSlides/notesSlide19.xml" Id="R93eac9f56b1d4f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eb2f48efa4557" /><Relationship Type="http://schemas.openxmlformats.org/officeDocument/2006/relationships/image" Target="/ppt/media/image11.png" Id="R8bc06698b2614684" /><Relationship Type="http://schemas.openxmlformats.org/officeDocument/2006/relationships/hyperlink" Target="https://aiskillsnavigator.microsoft.com/playlists/291ff1ba-c754-44f1-9814-ef8917f8c989" TargetMode="External" Id="R97466f288f1449b7" /><Relationship Type="http://schemas.openxmlformats.org/officeDocument/2006/relationships/notesSlide" Target="/ppt/notesSlides/notesSlide20.xml" Id="Rbbc080998c6a49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218749e9f4bcd" /><Relationship Type="http://schemas.openxmlformats.org/officeDocument/2006/relationships/image" Target="/ppt/media/image12.png" Id="R78109605fdd44653" /><Relationship Type="http://schemas.openxmlformats.org/officeDocument/2006/relationships/hyperlink" Target="https://aiskillsnavigator.microsoft.com/playlists/291ff1ba-c754-44f1-9814-ef8917f8c989" TargetMode="External" Id="Rad44070cd45d4158" /><Relationship Type="http://schemas.openxmlformats.org/officeDocument/2006/relationships/hyperlink" Target="https://learn.microsoft.com/zh-cn/training/courses/ms-4004" TargetMode="External" Id="Ref6e9860d310428b" /><Relationship Type="http://schemas.openxmlformats.org/officeDocument/2006/relationships/notesSlide" Target="/ppt/notesSlides/notesSlide21.xml" Id="Ra24468724d1f4d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f27c799940c0" /><Relationship Type="http://schemas.openxmlformats.org/officeDocument/2006/relationships/hyperlink" Target="https://aiskillsnavigator.microsoft.com/playlists/291ff1ba-c754-44f1-9814-ef8917f8c989" TargetMode="External" Id="R57e70e5d4e9f4037" /><Relationship Type="http://schemas.openxmlformats.org/officeDocument/2006/relationships/notesSlide" Target="/ppt/notesSlides/notesSlide22.xml" Id="Rc688d8e2f6804a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24586c6404428" /><Relationship Type="http://schemas.openxmlformats.org/officeDocument/2006/relationships/hyperlink" Target="https://m365.cloud.microsoft/chat" TargetMode="External" Id="R28db9e7956f94e0a" /><Relationship Type="http://schemas.openxmlformats.org/officeDocument/2006/relationships/notesSlide" Target="/ppt/notesSlides/notesSlide23.xml" Id="R1285b676497741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ee1668a164ecd" /><Relationship Type="http://schemas.openxmlformats.org/officeDocument/2006/relationships/hyperlink" Target="https://m365.cloud.microsoft/chat" TargetMode="External" Id="R8f139f608c104061" /><Relationship Type="http://schemas.openxmlformats.org/officeDocument/2006/relationships/notesSlide" Target="/ppt/notesSlides/notesSlide24.xml" Id="R0e4a48e1be2f48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3a796809a421b" /><Relationship Type="http://schemas.openxmlformats.org/officeDocument/2006/relationships/hyperlink" Target="https://m365.cloud.microsoft/chat" TargetMode="External" Id="R7ab4bd30e5cf4dd8" /><Relationship Type="http://schemas.openxmlformats.org/officeDocument/2006/relationships/notesSlide" Target="/ppt/notesSlides/notesSlide25.xml" Id="Rff04156ab33c4a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0b780183b48fa" /><Relationship Type="http://schemas.openxmlformats.org/officeDocument/2006/relationships/hyperlink" Target="https://m365.cloud.microsoft/chat" TargetMode="External" Id="Ree7eaea55eeb4fdc" /><Relationship Type="http://schemas.openxmlformats.org/officeDocument/2006/relationships/notesSlide" Target="/ppt/notesSlides/notesSlide26.xml" Id="R966c60b4aa7a4f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1f9feeab44fae" /><Relationship Type="http://schemas.openxmlformats.org/officeDocument/2006/relationships/hyperlink" Target="https://m365.cloud.microsoft/chat" TargetMode="External" Id="R6a70142af4b04728" /><Relationship Type="http://schemas.openxmlformats.org/officeDocument/2006/relationships/notesSlide" Target="/ppt/notesSlides/notesSlide27.xml" Id="R1de5f70306ab44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168c01fdb4ae8" /><Relationship Type="http://schemas.openxmlformats.org/officeDocument/2006/relationships/hyperlink" Target="https://m365.cloud.microsoft/chat" TargetMode="External" Id="R8588e26fa0e24818" /><Relationship Type="http://schemas.openxmlformats.org/officeDocument/2006/relationships/notesSlide" Target="/ppt/notesSlides/notesSlide28.xml" Id="Ra5e859b37b3443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e5a4af3f54d36" /><Relationship Type="http://schemas.openxmlformats.org/officeDocument/2006/relationships/hyperlink" Target="https://m365.cloud.microsoft/chat" TargetMode="External" Id="R43de6281855f4f5f" /><Relationship Type="http://schemas.openxmlformats.org/officeDocument/2006/relationships/notesSlide" Target="/ppt/notesSlides/notesSlide29.xml" Id="R4c27169992f0406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4c7a6297f4763" /><Relationship Type="http://schemas.openxmlformats.org/officeDocument/2006/relationships/image" Target="/ppt/media/image13.png" Id="R60e954df69724eae" /><Relationship Type="http://schemas.openxmlformats.org/officeDocument/2006/relationships/hyperlink" Target="https://m365.cloud.microsoft/chat" TargetMode="External" Id="R56fbb998d3114969" /><Relationship Type="http://schemas.openxmlformats.org/officeDocument/2006/relationships/notesSlide" Target="/ppt/notesSlides/notesSlide30.xml" Id="R9bdf4296e20042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53385b415473b" /><Relationship Type="http://schemas.openxmlformats.org/officeDocument/2006/relationships/hyperlink" Target="https://m365.cloud.microsoft/chat" TargetMode="External" Id="Rbf6ffdbe81934753" /><Relationship Type="http://schemas.openxmlformats.org/officeDocument/2006/relationships/notesSlide" Target="/ppt/notesSlides/notesSlide31.xml" Id="Rbe07b3eeacec43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1fb1b2b24eda" /><Relationship Type="http://schemas.openxmlformats.org/officeDocument/2006/relationships/hyperlink" Target="https://m365.cloud.microsoft/chat" TargetMode="External" Id="R6be9e3416ce54e87" /><Relationship Type="http://schemas.openxmlformats.org/officeDocument/2006/relationships/notesSlide" Target="/ppt/notesSlides/notesSlide32.xml" Id="Reea8a7707d674a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5952223964b84" /><Relationship Type="http://schemas.openxmlformats.org/officeDocument/2006/relationships/hyperlink" Target="https://philips-ai-tool-lab.github.io/ai-tool-lab-preview/" TargetMode="External" Id="Ref8a3f44b9d34f1e" /><Relationship Type="http://schemas.openxmlformats.org/officeDocument/2006/relationships/hyperlink" Target="https://philips-ai-tool-lab.github.io/ai-tool-lab-preview/#agent-builder-path" TargetMode="External" Id="R0af2781242904830" /><Relationship Type="http://schemas.openxmlformats.org/officeDocument/2006/relationships/hyperlink" Target="https://m365.cloud.microsoft/chat" TargetMode="External" Id="Ra078f8f4aa374b41" /><Relationship Type="http://schemas.openxmlformats.org/officeDocument/2006/relationships/notesSlide" Target="/ppt/notesSlides/notesSlide33.xml" Id="R8bcf7a2cbcf94dd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42b66d6614117" /><Relationship Type="http://schemas.openxmlformats.org/officeDocument/2006/relationships/image" Target="/ppt/media/image14.png" Id="R347ec06db111446d" /><Relationship Type="http://schemas.openxmlformats.org/officeDocument/2006/relationships/hyperlink" Target="https://philips-ai-tool-lab.github.io/ai-tool-lab-preview/" TargetMode="External" Id="R4611266444054a2f" /><Relationship Type="http://schemas.openxmlformats.org/officeDocument/2006/relationships/hyperlink" Target="https://philips-ai-tool-lab.github.io/ai-tool-lab-preview/#agent-builder-path" TargetMode="External" Id="R6c9cd291ca954cd0" /><Relationship Type="http://schemas.openxmlformats.org/officeDocument/2006/relationships/notesSlide" Target="/ppt/notesSlides/notesSlide34.xml" Id="Rf10dda9d93da422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728a0ce50483e" /><Relationship Type="http://schemas.openxmlformats.org/officeDocument/2006/relationships/hyperlink" Target="https://philips-ai-tool-lab.github.io/ai-tool-lab-preview/labs/chief-of-staff/" TargetMode="External" Id="R61617a73d1f046be" /><Relationship Type="http://schemas.openxmlformats.org/officeDocument/2006/relationships/hyperlink" Target="https://philips-ai-tool-lab.github.io/ai-tool-lab-preview/labs/product-manual-faq/" TargetMode="External" Id="Rfd51507ac8ca4305" /><Relationship Type="http://schemas.openxmlformats.org/officeDocument/2006/relationships/hyperlink" Target="https://philips-ai-tool-lab.github.io/ai-tool-lab-preview/labs/meeting-follow-up/" TargetMode="External" Id="Rbbb574d122084eef" /><Relationship Type="http://schemas.openxmlformats.org/officeDocument/2006/relationships/hyperlink" Target="https://philips-ai-tool-lab.github.io/ai-tool-lab-preview/labs/funnel-data-analyst/" TargetMode="External" Id="R9fa3da11dab348d3" /><Relationship Type="http://schemas.openxmlformats.org/officeDocument/2006/relationships/notesSlide" Target="/ppt/notesSlides/notesSlide35.xml" Id="Rc4e8d54f789046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3d55221ae4697" /><Relationship Type="http://schemas.openxmlformats.org/officeDocument/2006/relationships/image" Target="/ppt/media/image15.png" Id="Racb0b7b572644c99" /><Relationship Type="http://schemas.openxmlformats.org/officeDocument/2006/relationships/hyperlink" Target="https://philips-ai-tool-lab.github.io/ai-tool-lab-preview/labs/chief-of-staff/" TargetMode="External" Id="R929ead0371904c50" /><Relationship Type="http://schemas.openxmlformats.org/officeDocument/2006/relationships/notesSlide" Target="/ppt/notesSlides/notesSlide36.xml" Id="Ra5d9c99d346941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29be7853440e1" /><Relationship Type="http://schemas.openxmlformats.org/officeDocument/2006/relationships/image" Target="/ppt/media/image16.png" Id="Re44dcf2acc57492e" /><Relationship Type="http://schemas.openxmlformats.org/officeDocument/2006/relationships/hyperlink" Target="https://philips-ai-tool-lab.github.io/ai-tool-lab-preview/labs/product-manual-faq/" TargetMode="External" Id="R5f1038558f904a64" /><Relationship Type="http://schemas.openxmlformats.org/officeDocument/2006/relationships/notesSlide" Target="/ppt/notesSlides/notesSlide37.xml" Id="R6ac86a4eae6d41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a63839ace462f" /><Relationship Type="http://schemas.openxmlformats.org/officeDocument/2006/relationships/image" Target="/ppt/media/image17.png" Id="Re97f5016e27c4698" /><Relationship Type="http://schemas.openxmlformats.org/officeDocument/2006/relationships/hyperlink" Target="https://philips-ai-tool-lab.github.io/ai-tool-lab-preview/labs/meeting-follow-up/" TargetMode="External" Id="R93a07732352f4112" /><Relationship Type="http://schemas.openxmlformats.org/officeDocument/2006/relationships/notesSlide" Target="/ppt/notesSlides/notesSlide38.xml" Id="R2cd562ba22b445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027d0ab684837" /><Relationship Type="http://schemas.openxmlformats.org/officeDocument/2006/relationships/image" Target="/ppt/media/image18.png" Id="R851c23d1b9bc49ff" /><Relationship Type="http://schemas.openxmlformats.org/officeDocument/2006/relationships/hyperlink" Target="https://philips-ai-tool-lab.github.io/ai-tool-lab-preview/labs/funnel-data-analyst/" TargetMode="External" Id="R87aef64fa4524249" /><Relationship Type="http://schemas.openxmlformats.org/officeDocument/2006/relationships/notesSlide" Target="/ppt/notesSlides/notesSlide39.xml" Id="Ra1d3acd6ae554c9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77ed92624595" /><Relationship Type="http://schemas.openxmlformats.org/officeDocument/2006/relationships/hyperlink" Target="https://philips-ai-tool-lab.github.io/ai-tool-lab-preview/#agent-builder-path" TargetMode="External" Id="R06f7ca07735b45e2" /><Relationship Type="http://schemas.openxmlformats.org/officeDocument/2006/relationships/notesSlide" Target="/ppt/notesSlides/notesSlide40.xml" Id="R687d2f18d14a477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cdca3ede4d41" /><Relationship Type="http://schemas.openxmlformats.org/officeDocument/2006/relationships/image" Target="/ppt/media/image19.png" Id="R6f1c429cda8a4b2d" /><Relationship Type="http://schemas.openxmlformats.org/officeDocument/2006/relationships/hyperlink" Target="https://m365.cloud.microsoft/chat" TargetMode="External" Id="R94ea8c7a17974c01" /><Relationship Type="http://schemas.openxmlformats.org/officeDocument/2006/relationships/notesSlide" Target="/ppt/notesSlides/notesSlide41.xml" Id="R021f63ed2b534c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f4698d1384e75" /><Relationship Type="http://schemas.openxmlformats.org/officeDocument/2006/relationships/image" Target="/ppt/media/image20.png" Id="R0f05ca19ac6a4d66" /><Relationship Type="http://schemas.openxmlformats.org/officeDocument/2006/relationships/hyperlink" Target="https://philips-ai-tool-lab.github.io/ai-tool-lab-preview/#agent-builder-path" TargetMode="External" Id="R6dbf9142e5f5452a" /><Relationship Type="http://schemas.openxmlformats.org/officeDocument/2006/relationships/notesSlide" Target="/ppt/notesSlides/notesSlide42.xml" Id="R15d87ff254f2450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83754e0647f6" /><Relationship Type="http://schemas.openxmlformats.org/officeDocument/2006/relationships/image" Target="/ppt/media/image21.png" Id="R18adc6ec53734154" /><Relationship Type="http://schemas.openxmlformats.org/officeDocument/2006/relationships/hyperlink" Target="https://philips-ai-tool-lab.github.io/ai-tool-lab-preview/labs/meeting-follow-up/" TargetMode="External" Id="Rd4687cd7b1b446e6" /><Relationship Type="http://schemas.openxmlformats.org/officeDocument/2006/relationships/notesSlide" Target="/ppt/notesSlides/notesSlide43.xml" Id="R85bb3c3483284f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dc3e9efdd463c" /><Relationship Type="http://schemas.openxmlformats.org/officeDocument/2006/relationships/image" Target="/ppt/media/image22.png" Id="R14c2232807074a5d" /><Relationship Type="http://schemas.openxmlformats.org/officeDocument/2006/relationships/hyperlink" Target="https://philips-ai-tool-lab.github.io/ai-tool-lab-preview/#agent-builder-path" TargetMode="External" Id="R6bd72ea7ca8343e6" /><Relationship Type="http://schemas.openxmlformats.org/officeDocument/2006/relationships/notesSlide" Target="/ppt/notesSlides/notesSlide44.xml" Id="R76e4edeeb18845a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a9f4fdb04ddc" /><Relationship Type="http://schemas.openxmlformats.org/officeDocument/2006/relationships/image" Target="/ppt/media/image23.png" Id="R85e555d18ce64dcd" /><Relationship Type="http://schemas.openxmlformats.org/officeDocument/2006/relationships/hyperlink" Target="https://philips-ai-tool-lab.github.io/ai-tool-lab-preview/labs/meeting-follow-up/" TargetMode="External" Id="R163d3a8d6b6e4f78" /><Relationship Type="http://schemas.openxmlformats.org/officeDocument/2006/relationships/notesSlide" Target="/ppt/notesSlides/notesSlide45.xml" Id="Rfcab15825c81420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2607aaf1446cf" /><Relationship Type="http://schemas.openxmlformats.org/officeDocument/2006/relationships/image" Target="/ppt/media/image24.png" Id="R4cd94a15c88a41c3" /><Relationship Type="http://schemas.openxmlformats.org/officeDocument/2006/relationships/hyperlink" Target="https://philips-ai-tool-lab.github.io/ai-tool-lab-preview/#agent-builder-path" TargetMode="External" Id="Rff0d59c749114996" /><Relationship Type="http://schemas.openxmlformats.org/officeDocument/2006/relationships/notesSlide" Target="/ppt/notesSlides/notesSlide46.xml" Id="R8518903f2cbe44a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ef04a30e47b3" /><Relationship Type="http://schemas.openxmlformats.org/officeDocument/2006/relationships/image" Target="/ppt/media/image25.png" Id="R1448e7626ec7489b" /><Relationship Type="http://schemas.openxmlformats.org/officeDocument/2006/relationships/hyperlink" Target="https://m365.cloud.microsoft/chat" TargetMode="External" Id="R4a38dc181adc477a" /><Relationship Type="http://schemas.openxmlformats.org/officeDocument/2006/relationships/notesSlide" Target="/ppt/notesSlides/notesSlide47.xml" Id="R6f88f63de8cd408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d8c5ffcf4a4c" /><Relationship Type="http://schemas.openxmlformats.org/officeDocument/2006/relationships/image" Target="/ppt/media/image26.png" Id="R6e8746095b854830" /><Relationship Type="http://schemas.openxmlformats.org/officeDocument/2006/relationships/hyperlink" Target="https://philips-ai-tool-lab.github.io/ai-tool-lab-preview/labs/meeting-follow-up/" TargetMode="External" Id="Ra340f5f19ab042ab" /><Relationship Type="http://schemas.openxmlformats.org/officeDocument/2006/relationships/notesSlide" Target="/ppt/notesSlides/notesSlide48.xml" Id="Rd0d1e1103c034d7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9b5ab56d84617" /><Relationship Type="http://schemas.openxmlformats.org/officeDocument/2006/relationships/hyperlink" Target="https://philips-ai-tool-lab.github.io/ai-tool-lab-preview/labs/chief-of-staff/" TargetMode="External" Id="R142a8a17dfd74d7b" /><Relationship Type="http://schemas.openxmlformats.org/officeDocument/2006/relationships/hyperlink" Target="https://philips-ai-tool-lab.github.io/ai-tool-lab-preview/labs/product-manual-faq/" TargetMode="External" Id="R41489fe78cd04edd" /><Relationship Type="http://schemas.openxmlformats.org/officeDocument/2006/relationships/hyperlink" Target="https://philips-ai-tool-lab.github.io/ai-tool-lab-preview/labs/meeting-follow-up/" TargetMode="External" Id="Rd3207bcee42e461b" /><Relationship Type="http://schemas.openxmlformats.org/officeDocument/2006/relationships/hyperlink" Target="https://philips-ai-tool-lab.github.io/ai-tool-lab-preview/labs/funnel-data-analyst/" TargetMode="External" Id="R2327771219c64e3f" /><Relationship Type="http://schemas.openxmlformats.org/officeDocument/2006/relationships/hyperlink" Target="https://m365.cloud.microsoft/chat" TargetMode="External" Id="Rebcc6afc048d4d82" /><Relationship Type="http://schemas.openxmlformats.org/officeDocument/2006/relationships/notesSlide" Target="/ppt/notesSlides/notesSlide49.xml" Id="R60bb583c1f6b42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1787dfc876489d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af8ff7b26a4eb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cc002834fb481a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6763ad6cb14132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a054f26cd4b6b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6d31d86a6241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5a68fa5a4c21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3f2a08449454aba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5932af08c47e2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f9d358b4765410d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内部学习社群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岗位能力建设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分享实践案例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复盘赢单与失单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支持投标和定价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简化订单处理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改善服务运营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加快创新流程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连接本地 AI 伙伴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开展生态协作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70d0b9d6ba49f8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查看 Enterprise ChatGPT 是否已经开通、从哪里申请，以及遇到问题时怎样获得入门支持。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了解哪些工作场景可以使用、哪些数据不能输入，以及生成内容为什么仍需人工检查。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用量与状态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页面还会显示申请状态、使用情况和部分费用或配额信息，便于个人和平台团队查看。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f76de9250d4af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页面上可以找到哪些信息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首页可以查看 Enterprise ChatGPT 的申请入口和当前访问状态；下方内容说明费用与配额、使用情况以及标准申请流程。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4698301194e93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申请入口：主卡提供“Request access”按钮。引导助手可以说明怎样申请、开通后怎样开始使用，以及企业使用要求。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页面下方：三张卡片分别介绍费用与配额、使用状态，以及企业统一的申请方式。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dfdd4821a9421d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ChatGPT：申请前先获得部门批准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主要用于明确的部门级、企业级或产品研发场景。申请账号和中国网络服务前，需要先获得本部门管理团队（GCMT）的批准。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70b335b9a4abb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适用场景：部门或企业级应用、系统和 Agent 的设计开发，也包括 Philips 产品相关的科研与研发工作。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部门统筹：各部门根据预算和业务需求确定申请范围。原文件建议申请人数不超过部门总人数的 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批准方式：个人可以取得 GCMT 邮件批准，也可以由部门统一确认申请名单；名单后续可以按月复核调整。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48a44ac1d794cd4"/>
              </a:rPr>
              <a:t>打开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57719ff1be4134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获得部门批准后，还要完成两项申请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第一项是 Enterprise ChatGPT 账号，第二项是中国网络访问服务（China Internet Acceleration Service）。两项申请完成后会分别收到邮件。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cd56a111c4348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账号申请：进入 AI Gateway，在 AI Assistant 对话框输入“Access”，提交 Enterprise ChatGPT 账号申请。开通后会收到 OpenAI 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网络申请：在 ServiceNow 申请中国网络访问服务，并上传个人承诺书和 GCMT 批准材料。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怎样确认完成：账号开通会收到 OpenAI 邮件，网络申请完成会收到 ServiceNow（SNOW）关单邮件。两封邮件都收到后，再安装登录工具。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959f547da04c39"/>
              </a:rPr>
              <a:t>申请 Enterprise ChatGPT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1e580ff0114bb1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两项申请完成后：安装工具并登录企业工作区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Software Portal 安装 ChatGPT Proxy Doctor 登录工具，再用 Philips 账号单点登录（Single Sign-On）进入企业版 ChatGPT 工作区。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11eb644b04123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安装与登录：从 Software Portal 下载 ChatGPT Proxy Doctor。通过这个工具打开网页版或桌面应用，再用 Philips 账号登录。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使用时注意：只使用 Philips 批准的企业账号和网络，不输入机密、患者或敏感个人数据。生成内容先作为草稿，重要事实和决定仍由员工确认。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如果无法使用：先确认两封审批邮件都已收到，再重启并等待权限更新。仍有问题时，记下报错内容、发生时间以及所用网络和设备，再联系 ServiceNow 或本地 IT。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7A1CB-5FB1-4E59-80B9-30FF90B4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a7cad871474dce"/>
              </a:rPr>
              <a:t>打开 Software Portal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e4971687c64373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5a270bfc24475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怎样负责任地做：只在批准的 Philips 工作环境中使用；不输入不允许处理的敏感信息，并在使用前检查生成结果。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怎样获得权限：从 AI Gateway 开始申请。获得部门批准后，系统会按照相应步骤为账号开通权限。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a60854bfbf4598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2b595405bf415b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b88c5b3a1847b2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16ed50a20c4e03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174acdaf3a4741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三列排列，便于找到对应联系人。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ed5f0f2ef44d8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覆盖范围：名单覆盖市场、财务、法务、人力资源、战略、质量、法规、临床、创新、IT，以及各业务单元和区域市场。原图保留了完整组织缩写。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是对应业务的管理负责人；AI Ambassador 负责分享学习资源和实践经验，帮助团队梳理适合 AI 的工作问题。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怎样使用名单：先在第一列找到自己的部门或业务单元，再查看同一行的 AI Ambassador。工具和学习问题可以向大使交流，业务决定和数据授权仍由本部门负责人确认。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9369f98df04f26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829a9fd2ba4a0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fe40be9f384330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7369d9cb004b8e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8f95a9824d45c1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82a8a15204d76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7b2f71c17d4316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06698b2614684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顶部信息：33 items 表示播放列表包含 33 项内容，进度条显示已完成比例，Continue learning 用于继续上次的学习位置。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建议顺序：先完成 AI 和 Copilot Chat 基础内容，熟悉提示词、文件分析和协作方式，再进入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在哪里：向下滚动即可看到 MS-4004。它按管理者、销售、市场、财务、IT、人力资源、运营、企业沟通、客户服务和法务组织案例。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466f288f1449b7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9605fdd44653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左侧目录：点击课程名称可以展开单元。当前基础模块包括介绍、Copilot Pages、Agents、练习和总结；下方可以看到 MS-4004。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右侧学习区：这里显示正文、重要提醒和学习目标。页面顶部还提供单元总结和转成播客等辅助复习功能。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今天怎么使用：先知道课程入口在哪里，再进入 MS-4004 查看与自己岗位接近的案例。课堂实操会选取其中可以跨岗位使用的方法。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44070cd45d4158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6e9860d310428b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e70e5d4e9f4037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8db9e7956f94e0a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139f608c104061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b4bd30e5cf4dd8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7eaea55eeb4fdc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70142af4b04728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88e26fa0e2481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de6281855f4f5f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954df69724eae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开始新任务：左侧 New chat 用于新建对话，Search 用于查找历史内容。Library、Notebooks 和 Agents 可以在需要时再探索。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加入资料：中央 Message Copilot 是任务输入框；点击左侧加号可以添加文件。下方几个按钮是文件分析、邮件整理、人员搜索和会议准备等快捷入口。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提交前检查：确认左下角显示 Philips 工作账号，只添加当前任务需要的资料；不确定某类敏感信息能否使用时，先查看企业规则或咨询支持人员。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fbb998d311496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6ffdbe8193475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e9e3416ce54e87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8a3f44b9d34f1e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f2781242904830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78f8f4aa374b41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ec06db111446d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11266444054a2f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9cd291ca954cd0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617a73d1f046be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51507ac8ca4305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b574d122084eef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a3da11dab348d3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0b7b572644c99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9ead0371904c50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dcf2acc57492e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回答结构：先概括几个示例卖点，包括减少氦气维护、AI 辅助工作流、成像质量和长期使用成本，再把规格转化为客户能够理解的价值。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1038558f904a6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f5016e27c4698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需要提供：同时给出原始会议内容、阅读对象、需要的栏目，并要求标出尚未确认的信息，避免只生成普通会议摘要。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模板作用：把邮件模板作为参考资料，可以让不同会议都使用相同的管理层汇报结构和语言风格。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a07732352f411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c23d1b9bc49ff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类别怎么理解：Omitted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明显最高，Pipeline 居第二。图表可以回答各类别的金额分布，但不能直接说明出现差异的原因。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列出筛选条件、明显异常和需要继续确认的问题，例如 Omitted 由哪些机会组成、停留了多久、不同区域是否有相同情况。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aef64fa4524249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f7ca07735b45e2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c429cda8a4b2d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ea8c7a17974c01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5ca19ac6a4d66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在输入框描述需求，Builder 会先生成草稿；点击 Skip 可以直接进入各项设置；Templates 则提供可以修改的现成模板。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本次演示选择手动填写，逐项查看名称、用途、工作规则和参考资料。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bf9142e5f5452a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dc6ec53734154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图标和名称帮助用户识别 Agent；用途说明用一句话告诉大家它能做什么；工作规则写清它怎样完成任务。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工作规则可以包括输入内容、处理步骤、输出栏目、参考资料范围，以及信息不足时怎样回应。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687cd7b1b446e6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2232807074a5d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上方可以输入网址、搜索名称或拖入文件；可选来源包括 SharePoint、Teams、Outlook 和网站，也可以从个人文件、聊天、会议与邮件中选择。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会议跟进助手只加入邮件模板和会议内容，其他无关资料暂时不选。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d72ea7ca8343e6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555d18ce64dcd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先搜索 Mail Template，再核对修改时间、修改人和保存位置，确认模板来自哪个团队、是否为当前版本。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3d3a8d6b6e4f78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94a15c88a41c3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Title：用短语说明任务，例如“行动项”。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Message：写清输入、结果和必要限制，也可以注明负责人、截止日期与状态。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个常用入口。新增时点击 Add a suggested prompt。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0d59c749114996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8e7626ec7489b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38dc181adc477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746095b854830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40f5f19ab042ab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完成时应该有： 清楚的名称和用途；写明任务、步骤、输出和限制的工作规则；需要时添加参考资料；设置 2–3 个常用快捷问题。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试运行时检查： 先用信息完整的材料运行一次，再删除一个重要信息。看看 Agent 是否依据资料回答、是否明确指出缺少什么、是否避免自行补充。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可以选择： Lab 01 事务协调、Lab 02 产品资料问答、Lab 03 会议跟进、Lab 04 销售漏斗数据分析。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2a8a17dfd74d7b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489fe78cd04edd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207bcee42e461b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27771219c64e3f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cc6afc048d4d82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2026-09-01T06:27:08.2620000Z</dcterms:created>
  <dcterms:modified xsi:type="dcterms:W3CDTF">2026-09-01T06:27:08.2620000Z</dcterms:modified>
</coreProperties>
</file>