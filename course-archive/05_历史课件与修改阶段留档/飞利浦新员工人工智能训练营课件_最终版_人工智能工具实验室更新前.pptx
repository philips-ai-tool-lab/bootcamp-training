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feaa3c7114070" /><Relationship Type="http://schemas.openxmlformats.org/officeDocument/2006/relationships/extended-properties" Target="/docProps/app.xml" Id="R38ad78d497a5418f" /><Relationship Type="http://schemas.openxmlformats.org/officeDocument/2006/relationships/officeDocument" Target="/ppt/presentation.xml" Id="R92427ceca8ec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799bd57e943d5"/>
  </p:sldMasterIdLst>
  <p:notesMasterIdLst>
    <p:notesMasterId xmlns:r="http://schemas.openxmlformats.org/officeDocument/2006/relationships" r:id="Rbef92b5040bb40eb"/>
  </p:notesMasterIdLst>
  <p:sldIdLst>
    <p:sldId xmlns:r="http://schemas.openxmlformats.org/officeDocument/2006/relationships" id="256" r:id="R5fb032eebf41401a"/>
    <p:sldId xmlns:r="http://schemas.openxmlformats.org/officeDocument/2006/relationships" id="257" r:id="R45cce81aeb50464d"/>
    <p:sldId xmlns:r="http://schemas.openxmlformats.org/officeDocument/2006/relationships" id="258" r:id="R7a1dcbb9ea86455a"/>
    <p:sldId xmlns:r="http://schemas.openxmlformats.org/officeDocument/2006/relationships" id="259" r:id="Rc113cc9802444009"/>
    <p:sldId xmlns:r="http://schemas.openxmlformats.org/officeDocument/2006/relationships" id="260" r:id="R9a2b136ae9e648f7"/>
    <p:sldId xmlns:r="http://schemas.openxmlformats.org/officeDocument/2006/relationships" id="261" r:id="Raf6747710c10494e"/>
    <p:sldId xmlns:r="http://schemas.openxmlformats.org/officeDocument/2006/relationships" id="262" r:id="Rb9b72ade3c754c89"/>
    <p:sldId xmlns:r="http://schemas.openxmlformats.org/officeDocument/2006/relationships" id="263" r:id="R2ef7d36418234602"/>
    <p:sldId xmlns:r="http://schemas.openxmlformats.org/officeDocument/2006/relationships" id="264" r:id="R615574c0813f4c4f"/>
    <p:sldId xmlns:r="http://schemas.openxmlformats.org/officeDocument/2006/relationships" id="265" r:id="R6de64bca20014fbb"/>
    <p:sldId xmlns:r="http://schemas.openxmlformats.org/officeDocument/2006/relationships" id="266" r:id="R68eb01f03ce74736"/>
    <p:sldId xmlns:r="http://schemas.openxmlformats.org/officeDocument/2006/relationships" id="267" r:id="R108690124a054520"/>
    <p:sldId xmlns:r="http://schemas.openxmlformats.org/officeDocument/2006/relationships" id="268" r:id="Rc420b81f6c884d01"/>
    <p:sldId xmlns:r="http://schemas.openxmlformats.org/officeDocument/2006/relationships" id="269" r:id="Rd86820e71d2d412a"/>
    <p:sldId xmlns:r="http://schemas.openxmlformats.org/officeDocument/2006/relationships" id="270" r:id="R6dc042d177014bbb"/>
    <p:sldId xmlns:r="http://schemas.openxmlformats.org/officeDocument/2006/relationships" id="271" r:id="Ra08560f91492425f"/>
    <p:sldId xmlns:r="http://schemas.openxmlformats.org/officeDocument/2006/relationships" id="272" r:id="R4783f0b79bd2419f"/>
    <p:sldId xmlns:r="http://schemas.openxmlformats.org/officeDocument/2006/relationships" id="273" r:id="R9c7f582659da4340"/>
    <p:sldId xmlns:r="http://schemas.openxmlformats.org/officeDocument/2006/relationships" id="274" r:id="Ra59cb8127fea4d7a"/>
    <p:sldId xmlns:r="http://schemas.openxmlformats.org/officeDocument/2006/relationships" id="275" r:id="R805209c6d0e24997"/>
    <p:sldId xmlns:r="http://schemas.openxmlformats.org/officeDocument/2006/relationships" id="276" r:id="R990601496e544106"/>
    <p:sldId xmlns:r="http://schemas.openxmlformats.org/officeDocument/2006/relationships" id="277" r:id="R12aed99924764f54"/>
    <p:sldId xmlns:r="http://schemas.openxmlformats.org/officeDocument/2006/relationships" id="278" r:id="Ra23ec287e55946fa"/>
    <p:sldId xmlns:r="http://schemas.openxmlformats.org/officeDocument/2006/relationships" id="279" r:id="R6d83dc93983b4ac9"/>
    <p:sldId xmlns:r="http://schemas.openxmlformats.org/officeDocument/2006/relationships" id="280" r:id="R6005d049c0f84efc"/>
    <p:sldId xmlns:r="http://schemas.openxmlformats.org/officeDocument/2006/relationships" id="281" r:id="R7a327dfd58fb4988"/>
    <p:sldId xmlns:r="http://schemas.openxmlformats.org/officeDocument/2006/relationships" id="282" r:id="R1c22f438b4234473"/>
    <p:sldId xmlns:r="http://schemas.openxmlformats.org/officeDocument/2006/relationships" id="283" r:id="R8176836ad2c64f81"/>
    <p:sldId xmlns:r="http://schemas.openxmlformats.org/officeDocument/2006/relationships" id="284" r:id="Rfd4586aa2894406f"/>
    <p:sldId xmlns:r="http://schemas.openxmlformats.org/officeDocument/2006/relationships" id="285" r:id="R71fc83a90c5942ca"/>
    <p:sldId xmlns:r="http://schemas.openxmlformats.org/officeDocument/2006/relationships" id="286" r:id="R8f9cc0a657974e7f"/>
    <p:sldId xmlns:r="http://schemas.openxmlformats.org/officeDocument/2006/relationships" id="287" r:id="Ra783f041ac5a4f68"/>
    <p:sldId xmlns:r="http://schemas.openxmlformats.org/officeDocument/2006/relationships" id="288" r:id="Rf06fa91401a9452a"/>
    <p:sldId xmlns:r="http://schemas.openxmlformats.org/officeDocument/2006/relationships" id="289" r:id="R7fb89604cd9f40ba"/>
    <p:sldId xmlns:r="http://schemas.openxmlformats.org/officeDocument/2006/relationships" id="290" r:id="Raffc5806ef6a4019"/>
    <p:sldId xmlns:r="http://schemas.openxmlformats.org/officeDocument/2006/relationships" id="291" r:id="R9c6dd40784634a82"/>
    <p:sldId xmlns:r="http://schemas.openxmlformats.org/officeDocument/2006/relationships" id="292" r:id="R96aa81660c5c4315"/>
    <p:sldId xmlns:r="http://schemas.openxmlformats.org/officeDocument/2006/relationships" id="293" r:id="R19d043d5faeb45e6"/>
    <p:sldId xmlns:r="http://schemas.openxmlformats.org/officeDocument/2006/relationships" id="294" r:id="Re4a616039e0e43c0"/>
    <p:sldId xmlns:r="http://schemas.openxmlformats.org/officeDocument/2006/relationships" id="295" r:id="R40138edf6b9d4bbd"/>
    <p:sldId xmlns:r="http://schemas.openxmlformats.org/officeDocument/2006/relationships" id="296" r:id="R6651389e555c4fd8"/>
    <p:sldId xmlns:r="http://schemas.openxmlformats.org/officeDocument/2006/relationships" id="297" r:id="R96ec87a27ae24613"/>
    <p:sldId xmlns:r="http://schemas.openxmlformats.org/officeDocument/2006/relationships" id="298" r:id="R73c438059f214ad4"/>
    <p:sldId xmlns:r="http://schemas.openxmlformats.org/officeDocument/2006/relationships" id="299" r:id="Rc8693b66b0b944b7"/>
    <p:sldId xmlns:r="http://schemas.openxmlformats.org/officeDocument/2006/relationships" id="300" r:id="R23cbc87aed0a4faa"/>
    <p:sldId xmlns:r="http://schemas.openxmlformats.org/officeDocument/2006/relationships" id="301" r:id="R4b72eee4f5c34e39"/>
    <p:sldId xmlns:r="http://schemas.openxmlformats.org/officeDocument/2006/relationships" id="302" r:id="Rb4d3ecca03384138"/>
    <p:sldId xmlns:r="http://schemas.openxmlformats.org/officeDocument/2006/relationships" id="303" r:id="R9f16218a438148c6"/>
    <p:sldId xmlns:r="http://schemas.openxmlformats.org/officeDocument/2006/relationships" id="304" r:id="R75a1730df15f4b29"/>
    <p:sldId xmlns:r="http://schemas.openxmlformats.org/officeDocument/2006/relationships" id="305" r:id="R62bd077b7a0e4fe4"/>
    <p:sldId xmlns:r="http://schemas.openxmlformats.org/officeDocument/2006/relationships" id="306" r:id="R443b59c26f8f4058"/>
    <p:sldId xmlns:r="http://schemas.openxmlformats.org/officeDocument/2006/relationships" id="307" r:id="Rc930a60d443d4e2b"/>
    <p:sldId xmlns:r="http://schemas.openxmlformats.org/officeDocument/2006/relationships" id="308" r:id="R4b95dfc285894bde"/>
    <p:sldId xmlns:r="http://schemas.openxmlformats.org/officeDocument/2006/relationships" id="309" r:id="R64810672864144ba"/>
    <p:sldId xmlns:r="http://schemas.openxmlformats.org/officeDocument/2006/relationships" id="310" r:id="Rd8bcaa2d96634328"/>
    <p:sldId xmlns:r="http://schemas.openxmlformats.org/officeDocument/2006/relationships" id="311" r:id="Ra3c52c05301f4941"/>
    <p:sldId xmlns:r="http://schemas.openxmlformats.org/officeDocument/2006/relationships" id="312" r:id="R7f22656ed85940de"/>
    <p:sldId xmlns:r="http://schemas.openxmlformats.org/officeDocument/2006/relationships" id="313" r:id="R1b6de19d46d144ea"/>
    <p:sldId xmlns:r="http://schemas.openxmlformats.org/officeDocument/2006/relationships" id="314" r:id="Rc50dd64700b24cf2"/>
    <p:sldId xmlns:r="http://schemas.openxmlformats.org/officeDocument/2006/relationships" id="315" r:id="Rf7b1c38ca4b440df"/>
    <p:sldId xmlns:r="http://schemas.openxmlformats.org/officeDocument/2006/relationships" id="316" r:id="Ra36a1dabd82148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7f6e38ea18495c" /><Relationship Type="http://schemas.openxmlformats.org/officeDocument/2006/relationships/slideMaster" Target="/ppt/slideMasters/slideMaster1.xml" Id="R311799bd57e943d5" /><Relationship Type="http://schemas.openxmlformats.org/officeDocument/2006/relationships/notesMaster" Target="/ppt/notesMasters/notesMaster1.xml" Id="Rbef92b5040bb40eb" /><Relationship Type="http://schemas.openxmlformats.org/officeDocument/2006/relationships/presProps" Target="/ppt/presProps.xml" Id="R7234b1fc983f4b55" /><Relationship Type="http://schemas.openxmlformats.org/officeDocument/2006/relationships/viewProps" Target="/ppt/viewProps.xml" Id="Rf913c4df81eb44df" /><Relationship Type="http://schemas.openxmlformats.org/officeDocument/2006/relationships/tableStyles" Target="/ppt/tableStyles.xml" Id="Rc6fa83b55ea6459a" /><Relationship Type="http://schemas.openxmlformats.org/officeDocument/2006/relationships/slide" Target="/ppt/slides/slide1.xml" Id="R5fb032eebf41401a" /><Relationship Type="http://schemas.openxmlformats.org/officeDocument/2006/relationships/slide" Target="/ppt/slides/slide2.xml" Id="R45cce81aeb50464d" /><Relationship Type="http://schemas.openxmlformats.org/officeDocument/2006/relationships/slide" Target="/ppt/slides/slide3.xml" Id="R7a1dcbb9ea86455a" /><Relationship Type="http://schemas.openxmlformats.org/officeDocument/2006/relationships/slide" Target="/ppt/slides/slide4.xml" Id="Rc113cc9802444009" /><Relationship Type="http://schemas.openxmlformats.org/officeDocument/2006/relationships/slide" Target="/ppt/slides/slide5.xml" Id="R9a2b136ae9e648f7" /><Relationship Type="http://schemas.openxmlformats.org/officeDocument/2006/relationships/slide" Target="/ppt/slides/slide6.xml" Id="Raf6747710c10494e" /><Relationship Type="http://schemas.openxmlformats.org/officeDocument/2006/relationships/slide" Target="/ppt/slides/slide7.xml" Id="Rb9b72ade3c754c89" /><Relationship Type="http://schemas.openxmlformats.org/officeDocument/2006/relationships/slide" Target="/ppt/slides/slide8.xml" Id="R2ef7d36418234602" /><Relationship Type="http://schemas.openxmlformats.org/officeDocument/2006/relationships/slide" Target="/ppt/slides/slide9.xml" Id="R615574c0813f4c4f" /><Relationship Type="http://schemas.openxmlformats.org/officeDocument/2006/relationships/slide" Target="/ppt/slides/slide10.xml" Id="R6de64bca20014fbb" /><Relationship Type="http://schemas.openxmlformats.org/officeDocument/2006/relationships/slide" Target="/ppt/slides/slide11.xml" Id="R68eb01f03ce74736" /><Relationship Type="http://schemas.openxmlformats.org/officeDocument/2006/relationships/slide" Target="/ppt/slides/slide12.xml" Id="R108690124a054520" /><Relationship Type="http://schemas.openxmlformats.org/officeDocument/2006/relationships/slide" Target="/ppt/slides/slide13.xml" Id="Rc420b81f6c884d01" /><Relationship Type="http://schemas.openxmlformats.org/officeDocument/2006/relationships/slide" Target="/ppt/slides/slide14.xml" Id="Rd86820e71d2d412a" /><Relationship Type="http://schemas.openxmlformats.org/officeDocument/2006/relationships/slide" Target="/ppt/slides/slide15.xml" Id="R6dc042d177014bbb" /><Relationship Type="http://schemas.openxmlformats.org/officeDocument/2006/relationships/slide" Target="/ppt/slides/slide16.xml" Id="Ra08560f91492425f" /><Relationship Type="http://schemas.openxmlformats.org/officeDocument/2006/relationships/slide" Target="/ppt/slides/slide17.xml" Id="R4783f0b79bd2419f" /><Relationship Type="http://schemas.openxmlformats.org/officeDocument/2006/relationships/slide" Target="/ppt/slides/slide18.xml" Id="R9c7f582659da4340" /><Relationship Type="http://schemas.openxmlformats.org/officeDocument/2006/relationships/slide" Target="/ppt/slides/slide19.xml" Id="Ra59cb8127fea4d7a" /><Relationship Type="http://schemas.openxmlformats.org/officeDocument/2006/relationships/slide" Target="/ppt/slides/slide20.xml" Id="R805209c6d0e24997" /><Relationship Type="http://schemas.openxmlformats.org/officeDocument/2006/relationships/slide" Target="/ppt/slides/slide21.xml" Id="R990601496e544106" /><Relationship Type="http://schemas.openxmlformats.org/officeDocument/2006/relationships/slide" Target="/ppt/slides/slide22.xml" Id="R12aed99924764f54" /><Relationship Type="http://schemas.openxmlformats.org/officeDocument/2006/relationships/slide" Target="/ppt/slides/slide23.xml" Id="Ra23ec287e55946fa" /><Relationship Type="http://schemas.openxmlformats.org/officeDocument/2006/relationships/slide" Target="/ppt/slides/slide24.xml" Id="R6d83dc93983b4ac9" /><Relationship Type="http://schemas.openxmlformats.org/officeDocument/2006/relationships/slide" Target="/ppt/slides/slide25.xml" Id="R6005d049c0f84efc" /><Relationship Type="http://schemas.openxmlformats.org/officeDocument/2006/relationships/slide" Target="/ppt/slides/slide26.xml" Id="R7a327dfd58fb4988" /><Relationship Type="http://schemas.openxmlformats.org/officeDocument/2006/relationships/slide" Target="/ppt/slides/slide27.xml" Id="R1c22f438b4234473" /><Relationship Type="http://schemas.openxmlformats.org/officeDocument/2006/relationships/slide" Target="/ppt/slides/slide28.xml" Id="R8176836ad2c64f81" /><Relationship Type="http://schemas.openxmlformats.org/officeDocument/2006/relationships/slide" Target="/ppt/slides/slide29.xml" Id="Rfd4586aa2894406f" /><Relationship Type="http://schemas.openxmlformats.org/officeDocument/2006/relationships/slide" Target="/ppt/slides/slide30.xml" Id="R71fc83a90c5942ca" /><Relationship Type="http://schemas.openxmlformats.org/officeDocument/2006/relationships/slide" Target="/ppt/slides/slide31.xml" Id="R8f9cc0a657974e7f" /><Relationship Type="http://schemas.openxmlformats.org/officeDocument/2006/relationships/slide" Target="/ppt/slides/slide32.xml" Id="Ra783f041ac5a4f68" /><Relationship Type="http://schemas.openxmlformats.org/officeDocument/2006/relationships/slide" Target="/ppt/slides/slide33.xml" Id="Rf06fa91401a9452a" /><Relationship Type="http://schemas.openxmlformats.org/officeDocument/2006/relationships/slide" Target="/ppt/slides/slide34.xml" Id="R7fb89604cd9f40ba" /><Relationship Type="http://schemas.openxmlformats.org/officeDocument/2006/relationships/slide" Target="/ppt/slides/slide35.xml" Id="Raffc5806ef6a4019" /><Relationship Type="http://schemas.openxmlformats.org/officeDocument/2006/relationships/slide" Target="/ppt/slides/slide36.xml" Id="R9c6dd40784634a82" /><Relationship Type="http://schemas.openxmlformats.org/officeDocument/2006/relationships/slide" Target="/ppt/slides/slide37.xml" Id="R96aa81660c5c4315" /><Relationship Type="http://schemas.openxmlformats.org/officeDocument/2006/relationships/slide" Target="/ppt/slides/slide38.xml" Id="R19d043d5faeb45e6" /><Relationship Type="http://schemas.openxmlformats.org/officeDocument/2006/relationships/slide" Target="/ppt/slides/slide39.xml" Id="Re4a616039e0e43c0" /><Relationship Type="http://schemas.openxmlformats.org/officeDocument/2006/relationships/slide" Target="/ppt/slides/slide40.xml" Id="R40138edf6b9d4bbd" /><Relationship Type="http://schemas.openxmlformats.org/officeDocument/2006/relationships/slide" Target="/ppt/slides/slide41.xml" Id="R6651389e555c4fd8" /><Relationship Type="http://schemas.openxmlformats.org/officeDocument/2006/relationships/slide" Target="/ppt/slides/slide42.xml" Id="R96ec87a27ae24613" /><Relationship Type="http://schemas.openxmlformats.org/officeDocument/2006/relationships/slide" Target="/ppt/slides/slide43.xml" Id="R73c438059f214ad4" /><Relationship Type="http://schemas.openxmlformats.org/officeDocument/2006/relationships/slide" Target="/ppt/slides/slide44.xml" Id="Rc8693b66b0b944b7" /><Relationship Type="http://schemas.openxmlformats.org/officeDocument/2006/relationships/slide" Target="/ppt/slides/slide45.xml" Id="R23cbc87aed0a4faa" /><Relationship Type="http://schemas.openxmlformats.org/officeDocument/2006/relationships/slide" Target="/ppt/slides/slide46.xml" Id="R4b72eee4f5c34e39" /><Relationship Type="http://schemas.openxmlformats.org/officeDocument/2006/relationships/slide" Target="/ppt/slides/slide47.xml" Id="Rb4d3ecca03384138" /><Relationship Type="http://schemas.openxmlformats.org/officeDocument/2006/relationships/slide" Target="/ppt/slides/slide48.xml" Id="R9f16218a438148c6" /><Relationship Type="http://schemas.openxmlformats.org/officeDocument/2006/relationships/slide" Target="/ppt/slides/slide49.xml" Id="R75a1730df15f4b29" /><Relationship Type="http://schemas.openxmlformats.org/officeDocument/2006/relationships/slide" Target="/ppt/slides/slide50.xml" Id="R62bd077b7a0e4fe4" /><Relationship Type="http://schemas.openxmlformats.org/officeDocument/2006/relationships/slide" Target="/ppt/slides/slide51.xml" Id="R443b59c26f8f4058" /><Relationship Type="http://schemas.openxmlformats.org/officeDocument/2006/relationships/slide" Target="/ppt/slides/slide52.xml" Id="Rc930a60d443d4e2b" /><Relationship Type="http://schemas.openxmlformats.org/officeDocument/2006/relationships/slide" Target="/ppt/slides/slide53.xml" Id="R4b95dfc285894bde" /><Relationship Type="http://schemas.openxmlformats.org/officeDocument/2006/relationships/slide" Target="/ppt/slides/slide54.xml" Id="R64810672864144ba" /><Relationship Type="http://schemas.openxmlformats.org/officeDocument/2006/relationships/slide" Target="/ppt/slides/slide55.xml" Id="Rd8bcaa2d96634328" /><Relationship Type="http://schemas.openxmlformats.org/officeDocument/2006/relationships/slide" Target="/ppt/slides/slide56.xml" Id="Ra3c52c05301f4941" /><Relationship Type="http://schemas.openxmlformats.org/officeDocument/2006/relationships/slide" Target="/ppt/slides/slide57.xml" Id="R7f22656ed85940de" /><Relationship Type="http://schemas.openxmlformats.org/officeDocument/2006/relationships/slide" Target="/ppt/slides/slide58.xml" Id="R1b6de19d46d144ea" /><Relationship Type="http://schemas.openxmlformats.org/officeDocument/2006/relationships/slide" Target="/ppt/slides/slide59.xml" Id="Rc50dd64700b24cf2" /><Relationship Type="http://schemas.openxmlformats.org/officeDocument/2006/relationships/slide" Target="/ppt/slides/slide60.xml" Id="Rf7b1c38ca4b440df" /><Relationship Type="http://schemas.openxmlformats.org/officeDocument/2006/relationships/slide" Target="/ppt/slides/slide61.xml" Id="Ra36a1dabd821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eef879c45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9b7ac7a454dce" /><Relationship Type="http://schemas.openxmlformats.org/officeDocument/2006/relationships/notesMaster" Target="/ppt/notesMasters/notesMaster1.xml" Id="R002553fe26db4f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fb048cf9448f4" /><Relationship Type="http://schemas.openxmlformats.org/officeDocument/2006/relationships/notesMaster" Target="/ppt/notesMasters/notesMaster1.xml" Id="Rf4bb369e2aba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62585bb0994a5b" /><Relationship Type="http://schemas.openxmlformats.org/officeDocument/2006/relationships/notesMaster" Target="/ppt/notesMasters/notesMaster1.xml" Id="Rbb336266788243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2681d82f64fe4" /><Relationship Type="http://schemas.openxmlformats.org/officeDocument/2006/relationships/notesMaster" Target="/ppt/notesMasters/notesMaster1.xml" Id="R74e7de57fe7c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7cd0cc7c44d51" /><Relationship Type="http://schemas.openxmlformats.org/officeDocument/2006/relationships/notesMaster" Target="/ppt/notesMasters/notesMaster1.xml" Id="R88d18298452147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48eebe9c4e4814" /><Relationship Type="http://schemas.openxmlformats.org/officeDocument/2006/relationships/notesMaster" Target="/ppt/notesMasters/notesMaster1.xml" Id="R30620903c11d4a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1a093dff074e41" /><Relationship Type="http://schemas.openxmlformats.org/officeDocument/2006/relationships/notesMaster" Target="/ppt/notesMasters/notesMaster1.xml" Id="R2e9da6065c724a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8e8855de234e78" /><Relationship Type="http://schemas.openxmlformats.org/officeDocument/2006/relationships/notesMaster" Target="/ppt/notesMasters/notesMaster1.xml" Id="R35f5b8fc8d89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310553b88248ca" /><Relationship Type="http://schemas.openxmlformats.org/officeDocument/2006/relationships/notesMaster" Target="/ppt/notesMasters/notesMaster1.xml" Id="R7b2435efae0a46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e36049265a4c5d" /><Relationship Type="http://schemas.openxmlformats.org/officeDocument/2006/relationships/notesMaster" Target="/ppt/notesMasters/notesMaster1.xml" Id="Rb3e4b651b62e47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3dba39af8148b6" /><Relationship Type="http://schemas.openxmlformats.org/officeDocument/2006/relationships/notesMaster" Target="/ppt/notesMasters/notesMaster1.xml" Id="R76a857f081694d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93dbd5f47448ef" /><Relationship Type="http://schemas.openxmlformats.org/officeDocument/2006/relationships/notesMaster" Target="/ppt/notesMasters/notesMaster1.xml" Id="Racb9e2c2d17647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e229472a8d4d40" /><Relationship Type="http://schemas.openxmlformats.org/officeDocument/2006/relationships/notesMaster" Target="/ppt/notesMasters/notesMaster1.xml" Id="R3a22bbbcffac44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a9af61975b45b2" /><Relationship Type="http://schemas.openxmlformats.org/officeDocument/2006/relationships/notesMaster" Target="/ppt/notesMasters/notesMaster1.xml" Id="R2bdc6cede4bc46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fbf9a18b284450" /><Relationship Type="http://schemas.openxmlformats.org/officeDocument/2006/relationships/notesMaster" Target="/ppt/notesMasters/notesMaster1.xml" Id="R28b751de27cf48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3fef18b88349d8" /><Relationship Type="http://schemas.openxmlformats.org/officeDocument/2006/relationships/notesMaster" Target="/ppt/notesMasters/notesMaster1.xml" Id="R24e42abf82c14e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2b7c03d6114032" /><Relationship Type="http://schemas.openxmlformats.org/officeDocument/2006/relationships/notesMaster" Target="/ppt/notesMasters/notesMaster1.xml" Id="R5edd634e4e434d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281f37766d4005" /><Relationship Type="http://schemas.openxmlformats.org/officeDocument/2006/relationships/notesMaster" Target="/ppt/notesMasters/notesMaster1.xml" Id="R58039013ec3f46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1149f699104e9f" /><Relationship Type="http://schemas.openxmlformats.org/officeDocument/2006/relationships/notesMaster" Target="/ppt/notesMasters/notesMaster1.xml" Id="R4f0b20e8eee940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7f84e256b44c36" /><Relationship Type="http://schemas.openxmlformats.org/officeDocument/2006/relationships/notesMaster" Target="/ppt/notesMasters/notesMaster1.xml" Id="R048e62055ebb46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b1f146823646ff" /><Relationship Type="http://schemas.openxmlformats.org/officeDocument/2006/relationships/notesMaster" Target="/ppt/notesMasters/notesMaster1.xml" Id="R04cefad2956642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b0124503b242aa" /><Relationship Type="http://schemas.openxmlformats.org/officeDocument/2006/relationships/notesMaster" Target="/ppt/notesMasters/notesMaster1.xml" Id="R77be68c630fd4d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45752f91344bbb" /><Relationship Type="http://schemas.openxmlformats.org/officeDocument/2006/relationships/notesMaster" Target="/ppt/notesMasters/notesMaster1.xml" Id="R04eaa31019104d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484d803d634dff" /><Relationship Type="http://schemas.openxmlformats.org/officeDocument/2006/relationships/notesMaster" Target="/ppt/notesMasters/notesMaster1.xml" Id="R2afc759fb67f44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09875a6bff4509" /><Relationship Type="http://schemas.openxmlformats.org/officeDocument/2006/relationships/notesMaster" Target="/ppt/notesMasters/notesMaster1.xml" Id="Rd9e3a0ad265d48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56a46fe3b549ee" /><Relationship Type="http://schemas.openxmlformats.org/officeDocument/2006/relationships/notesMaster" Target="/ppt/notesMasters/notesMaster1.xml" Id="Rca81271c97d248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f4c5a9696c4e94" /><Relationship Type="http://schemas.openxmlformats.org/officeDocument/2006/relationships/notesMaster" Target="/ppt/notesMasters/notesMaster1.xml" Id="R7ad1670fd94e4b4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9631db20d04467" /><Relationship Type="http://schemas.openxmlformats.org/officeDocument/2006/relationships/notesMaster" Target="/ppt/notesMasters/notesMaster1.xml" Id="R667585932e2040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7236bca3b242ce" /><Relationship Type="http://schemas.openxmlformats.org/officeDocument/2006/relationships/notesMaster" Target="/ppt/notesMasters/notesMaster1.xml" Id="R797244ff8e8249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b233d5cb4a4513" /><Relationship Type="http://schemas.openxmlformats.org/officeDocument/2006/relationships/notesMaster" Target="/ppt/notesMasters/notesMaster1.xml" Id="R257ac589f25942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446a602f3b4198" /><Relationship Type="http://schemas.openxmlformats.org/officeDocument/2006/relationships/notesMaster" Target="/ppt/notesMasters/notesMaster1.xml" Id="Rf0519dfa924f44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d9fea3409af4606" /><Relationship Type="http://schemas.openxmlformats.org/officeDocument/2006/relationships/notesMaster" Target="/ppt/notesMasters/notesMaster1.xml" Id="R10862235d6b146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072a2e726e462d" /><Relationship Type="http://schemas.openxmlformats.org/officeDocument/2006/relationships/notesMaster" Target="/ppt/notesMasters/notesMaster1.xml" Id="Rec66a448213e4d3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b273bdf7fe484c" /><Relationship Type="http://schemas.openxmlformats.org/officeDocument/2006/relationships/notesMaster" Target="/ppt/notesMasters/notesMaster1.xml" Id="R76c17a33b896468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097379529b14bac" /><Relationship Type="http://schemas.openxmlformats.org/officeDocument/2006/relationships/notesMaster" Target="/ppt/notesMasters/notesMaster1.xml" Id="Rdf47ade40fbd487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b74862e5914477" /><Relationship Type="http://schemas.openxmlformats.org/officeDocument/2006/relationships/notesMaster" Target="/ppt/notesMasters/notesMaster1.xml" Id="Rf6dca4d157e344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4711753597447c" /><Relationship Type="http://schemas.openxmlformats.org/officeDocument/2006/relationships/notesMaster" Target="/ppt/notesMasters/notesMaster1.xml" Id="R3f2bb0710db44b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69b387c59f4526" /><Relationship Type="http://schemas.openxmlformats.org/officeDocument/2006/relationships/notesMaster" Target="/ppt/notesMasters/notesMaster1.xml" Id="R9a2979bbaca1482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a083d38ef454848" /><Relationship Type="http://schemas.openxmlformats.org/officeDocument/2006/relationships/notesMaster" Target="/ppt/notesMasters/notesMaster1.xml" Id="Rdd8c88f221014f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2c02db21444b14" /><Relationship Type="http://schemas.openxmlformats.org/officeDocument/2006/relationships/notesMaster" Target="/ppt/notesMasters/notesMaster1.xml" Id="R7a5d1aa953344ef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0918b57eb604f97" /><Relationship Type="http://schemas.openxmlformats.org/officeDocument/2006/relationships/notesMaster" Target="/ppt/notesMasters/notesMaster1.xml" Id="Rca3a55b614b841d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0c608e235d4fb9" /><Relationship Type="http://schemas.openxmlformats.org/officeDocument/2006/relationships/notesMaster" Target="/ppt/notesMasters/notesMaster1.xml" Id="Rba1ef7966f714a8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f79964ba0e4590" /><Relationship Type="http://schemas.openxmlformats.org/officeDocument/2006/relationships/notesMaster" Target="/ppt/notesMasters/notesMaster1.xml" Id="R482002badcf1470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20e5bfc4dee4f03" /><Relationship Type="http://schemas.openxmlformats.org/officeDocument/2006/relationships/notesMaster" Target="/ppt/notesMasters/notesMaster1.xml" Id="R3bae5db33c4a4eb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7dcbdf099f14c5e" /><Relationship Type="http://schemas.openxmlformats.org/officeDocument/2006/relationships/notesMaster" Target="/ppt/notesMasters/notesMaster1.xml" Id="R8f08202454fa496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d2ba2bcb7bd4ee6" /><Relationship Type="http://schemas.openxmlformats.org/officeDocument/2006/relationships/notesMaster" Target="/ppt/notesMasters/notesMaster1.xml" Id="R7ab11be379db4b1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3b5a2933edd4ea0" /><Relationship Type="http://schemas.openxmlformats.org/officeDocument/2006/relationships/notesMaster" Target="/ppt/notesMasters/notesMaster1.xml" Id="R924088a7a0034b5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7e700dedb5840b4" /><Relationship Type="http://schemas.openxmlformats.org/officeDocument/2006/relationships/notesMaster" Target="/ppt/notesMasters/notesMaster1.xml" Id="Ree75d0f9d43447a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e8cdfc954894033" /><Relationship Type="http://schemas.openxmlformats.org/officeDocument/2006/relationships/notesMaster" Target="/ppt/notesMasters/notesMaster1.xml" Id="R3591869b8c35440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29ea75388fb4144" /><Relationship Type="http://schemas.openxmlformats.org/officeDocument/2006/relationships/notesMaster" Target="/ppt/notesMasters/notesMaster1.xml" Id="R03a12fd85e2a489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fedc7b1ef654e34" /><Relationship Type="http://schemas.openxmlformats.org/officeDocument/2006/relationships/notesMaster" Target="/ppt/notesMasters/notesMaster1.xml" Id="R21da1a846244462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01f8dccf3a849fb" /><Relationship Type="http://schemas.openxmlformats.org/officeDocument/2006/relationships/notesMaster" Target="/ppt/notesMasters/notesMaster1.xml" Id="R80480924ca854a5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a947b080f5d4569" /><Relationship Type="http://schemas.openxmlformats.org/officeDocument/2006/relationships/notesMaster" Target="/ppt/notesMasters/notesMaster1.xml" Id="R1769ffbb7a36469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c0ce6d775c245e3" /><Relationship Type="http://schemas.openxmlformats.org/officeDocument/2006/relationships/notesMaster" Target="/ppt/notesMasters/notesMaster1.xml" Id="R4369a59ce719484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72b68e9e55742ea" /><Relationship Type="http://schemas.openxmlformats.org/officeDocument/2006/relationships/notesMaster" Target="/ppt/notesMasters/notesMaster1.xml" Id="Rbfb25f08b8ae41e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037a179ed214249" /><Relationship Type="http://schemas.openxmlformats.org/officeDocument/2006/relationships/notesMaster" Target="/ppt/notesMasters/notesMaster1.xml" Id="Rb1e687f8b4c6412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5c991d66ca64e34" /><Relationship Type="http://schemas.openxmlformats.org/officeDocument/2006/relationships/notesMaster" Target="/ppt/notesMasters/notesMaster1.xml" Id="R2e9931ed2a6a4ca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3a7f36a715e4644" /><Relationship Type="http://schemas.openxmlformats.org/officeDocument/2006/relationships/notesMaster" Target="/ppt/notesMasters/notesMaster1.xml" Id="R329732806ee5415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f2dfe512806493a" /><Relationship Type="http://schemas.openxmlformats.org/officeDocument/2006/relationships/notesMaster" Target="/ppt/notesMasters/notesMaster1.xml" Id="R2099235dd99b47b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ac547e35dba4cf9" /><Relationship Type="http://schemas.openxmlformats.org/officeDocument/2006/relationships/notesMaster" Target="/ppt/notesMasters/notesMaster1.xml" Id="R062735804c0847e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d6af09c01134670" /><Relationship Type="http://schemas.openxmlformats.org/officeDocument/2006/relationships/notesMaster" Target="/ppt/notesMasters/notesMaster1.xml" Id="Rcc71f593fe35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03a4a8dc847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a556f054f4dd6" /><Relationship Type="http://schemas.openxmlformats.org/officeDocument/2006/relationships/slideLayout" Target="/ppt/slideLayouts/slideLayout1.xml" Id="Rf89b3aea51804b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b3aea51804b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9355639f547a1" /><Relationship Type="http://schemas.openxmlformats.org/officeDocument/2006/relationships/hyperlink" Target="https://aiskillsnavigator.microsoft.com/" TargetMode="External" Id="R7dcb8d187cb5422e" /><Relationship Type="http://schemas.openxmlformats.org/officeDocument/2006/relationships/notesSlide" Target="/ppt/notesSlides/notesSlide1.xml" Id="R144841550813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e3ae8169747e0" /><Relationship Type="http://schemas.openxmlformats.org/officeDocument/2006/relationships/hyperlink" Target="https://www.aigateway.ai.inside.philips.com/" TargetMode="External" Id="Raa6f66f651cf4aee" /><Relationship Type="http://schemas.openxmlformats.org/officeDocument/2006/relationships/notesSlide" Target="/ppt/notesSlides/notesSlide2.xml" Id="R7e44e39b288149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9c64b103d4b0b" /><Relationship Type="http://schemas.openxmlformats.org/officeDocument/2006/relationships/hyperlink" Target="https://www.aigateway.ai.inside.philips.com/" TargetMode="External" Id="R93b90b147ed94748" /><Relationship Type="http://schemas.openxmlformats.org/officeDocument/2006/relationships/notesSlide" Target="/ppt/notesSlides/notesSlide3.xml" Id="R5ce3a8a76562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e5b7488c4e78" /><Relationship Type="http://schemas.openxmlformats.org/officeDocument/2006/relationships/hyperlink" Target="https://aiskillsnavigator.microsoft.com/" TargetMode="External" Id="Rc78b8a6223c64926" /><Relationship Type="http://schemas.openxmlformats.org/officeDocument/2006/relationships/notesSlide" Target="/ppt/notesSlides/notesSlide4.xml" Id="R5740720bfe7c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9e659c3042be" /><Relationship Type="http://schemas.openxmlformats.org/officeDocument/2006/relationships/hyperlink" Target="https://aiskillsnavigator.microsoft.com/" TargetMode="External" Id="R328d6954c8714e08" /><Relationship Type="http://schemas.openxmlformats.org/officeDocument/2006/relationships/notesSlide" Target="/ppt/notesSlides/notesSlide5.xml" Id="R4404eb21970845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0295b68bd4b2f" /><Relationship Type="http://schemas.openxmlformats.org/officeDocument/2006/relationships/hyperlink" Target="https://www.aigateway.ai.inside.philips.com/" TargetMode="External" Id="R6e98487d2092455f" /><Relationship Type="http://schemas.openxmlformats.org/officeDocument/2006/relationships/notesSlide" Target="/ppt/notesSlides/notesSlide6.xml" Id="R985d9bafa04b40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37d8ed6ef49b7" /><Relationship Type="http://schemas.openxmlformats.org/officeDocument/2006/relationships/image" Target="/ppt/media/image.png" Id="R9ff45d0ebee04a8a" /><Relationship Type="http://schemas.openxmlformats.org/officeDocument/2006/relationships/hyperlink" Target="https://www.aigateway.ai.inside.philips.com/" TargetMode="External" Id="R80b9d4c3c7dc4336" /><Relationship Type="http://schemas.openxmlformats.org/officeDocument/2006/relationships/notesSlide" Target="/ppt/notesSlides/notesSlide7.xml" Id="R0bc3d5f589f04b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78dee9f743c9" /><Relationship Type="http://schemas.openxmlformats.org/officeDocument/2006/relationships/image" Target="/ppt/media/image.png" Id="Rac09d508df1548ee" /><Relationship Type="http://schemas.openxmlformats.org/officeDocument/2006/relationships/hyperlink" Target="https://www.aigateway.ai.inside.philips.com/" TargetMode="External" Id="R670624bfbf3c4669" /><Relationship Type="http://schemas.openxmlformats.org/officeDocument/2006/relationships/notesSlide" Target="/ppt/notesSlides/notesSlide8.xml" Id="Rf51880cbf888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01f2f592a43b1" /><Relationship Type="http://schemas.openxmlformats.org/officeDocument/2006/relationships/image" Target="/ppt/media/image.png" Id="R373c5de0b5404a41" /><Relationship Type="http://schemas.openxmlformats.org/officeDocument/2006/relationships/hyperlink" Target="https://www.aigateway.ai.inside.philips.com/" TargetMode="External" Id="Ra84f73a8ea734349" /><Relationship Type="http://schemas.openxmlformats.org/officeDocument/2006/relationships/notesSlide" Target="/ppt/notesSlides/notesSlide9.xml" Id="R0a2fa0bb1a434f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b6c8fa120433f" /><Relationship Type="http://schemas.openxmlformats.org/officeDocument/2006/relationships/hyperlink" Target="https://www.aigateway.ai.inside.philips.com/" TargetMode="External" Id="Rc42c9fbf5af34d4a" /><Relationship Type="http://schemas.openxmlformats.org/officeDocument/2006/relationships/notesSlide" Target="/ppt/notesSlides/notesSlide10.xml" Id="R6259c629f4c64d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806a412f14a52" /><Relationship Type="http://schemas.openxmlformats.org/officeDocument/2006/relationships/hyperlink" Target="https://www.aigateway.ai.inside.philips.com/" TargetMode="External" Id="Re87c8bd2f8424362" /><Relationship Type="http://schemas.openxmlformats.org/officeDocument/2006/relationships/notesSlide" Target="/ppt/notesSlides/notesSlide11.xml" Id="R4f41f930a2ba46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9b6afb3494767" /><Relationship Type="http://schemas.openxmlformats.org/officeDocument/2006/relationships/hyperlink" Target="https://philips.service-now.com/itportal?id=kb_article&amp;sysparm_article=KB1528249&amp;sys_id=24240f5bfb794b54ae1afb576eefdc0f&amp;spa=1" TargetMode="External" Id="R16e0499d114241a8" /><Relationship Type="http://schemas.openxmlformats.org/officeDocument/2006/relationships/notesSlide" Target="/ppt/notesSlides/notesSlide12.xml" Id="Rd9eaba4c67a046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43b7f11874577" /><Relationship Type="http://schemas.openxmlformats.org/officeDocument/2006/relationships/hyperlink" Target="https://philips.service-now.com/itportal?id=kb_article&amp;sysparm_article=KB1528249&amp;sys_id=24240f5bfb794b54ae1afb576eefdc0f&amp;spa=1" TargetMode="External" Id="Re628e4d2b4414ca7" /><Relationship Type="http://schemas.openxmlformats.org/officeDocument/2006/relationships/notesSlide" Target="/ppt/notesSlides/notesSlide13.xml" Id="R6fbd2c4f204240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2d6e1229483b" /><Relationship Type="http://schemas.openxmlformats.org/officeDocument/2006/relationships/image" Target="/ppt/media/image2.png" Id="Rb1d3b685a95047c3" /><Relationship Type="http://schemas.openxmlformats.org/officeDocument/2006/relationships/hyperlink" Target="https://philips.service-now.com/itportal?id=kb_article&amp;sysparm_article=KB1528249&amp;sys_id=24240f5bfb794b54ae1afb576eefdc0f&amp;spa=1" TargetMode="External" Id="R2030fd26239e4721" /><Relationship Type="http://schemas.openxmlformats.org/officeDocument/2006/relationships/notesSlide" Target="/ppt/notesSlides/notesSlide14.xml" Id="Rc217cefdb6fc40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8a6a30f649d2" /><Relationship Type="http://schemas.openxmlformats.org/officeDocument/2006/relationships/hyperlink" Target="https://www.aigateway.ai.inside.philips.com/" TargetMode="External" Id="Rdb8025d11dee4f55" /><Relationship Type="http://schemas.openxmlformats.org/officeDocument/2006/relationships/hyperlink" Target="https://philips.service-now.com/itportal?id=kb_article&amp;sysparm_article=KB1528249&amp;sys_id=24240f5bfb794b54ae1afb576eefdc0f&amp;spa=1" TargetMode="External" Id="Rcfd89cbbe9904826" /><Relationship Type="http://schemas.openxmlformats.org/officeDocument/2006/relationships/image" Target="/ppt/media/image3.png" Id="R47a2f65dae594bdc" /><Relationship Type="http://schemas.openxmlformats.org/officeDocument/2006/relationships/notesSlide" Target="/ppt/notesSlides/notesSlide15.xml" Id="Rca5aeff9bb1540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a727d4d141b6" /><Relationship Type="http://schemas.openxmlformats.org/officeDocument/2006/relationships/hyperlink" Target="https://philips.service-now.com/itportal?id=kb_article&amp;sysparm_article=KB1528249&amp;sys_id=24240f5bfb794b54ae1afb576eefdc0f&amp;spa=1" TargetMode="External" Id="R16e67fb27dc84077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6a3a63a14e124a0f" /><Relationship Type="http://schemas.openxmlformats.org/officeDocument/2006/relationships/image" Target="/ppt/media/image4.png" Id="R81561a9232614c23" /><Relationship Type="http://schemas.openxmlformats.org/officeDocument/2006/relationships/notesSlide" Target="/ppt/notesSlides/notesSlide16.xml" Id="R64fe64b1c61044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d4e638284176" /><Relationship Type="http://schemas.openxmlformats.org/officeDocument/2006/relationships/image" Target="/ppt/media/image5.png" Id="R5d84874fcb4e4a88" /><Relationship Type="http://schemas.openxmlformats.org/officeDocument/2006/relationships/hyperlink" Target="https://philips.service-now.com/itportal?id=kb_article&amp;sysparm_article=KB1528249&amp;sys_id=24240f5bfb794b54ae1afb576eefdc0f&amp;spa=1" TargetMode="External" Id="R089d1c0f1fb74fd3" /><Relationship Type="http://schemas.openxmlformats.org/officeDocument/2006/relationships/notesSlide" Target="/ppt/notesSlides/notesSlide17.xml" Id="R289c1cc8d04440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5c71121134caf" /><Relationship Type="http://schemas.openxmlformats.org/officeDocument/2006/relationships/hyperlink" Target="https://www.aigateway.ai.inside.philips.com/" TargetMode="External" Id="R3c53b0f6e98544e3" /><Relationship Type="http://schemas.openxmlformats.org/officeDocument/2006/relationships/notesSlide" Target="/ppt/notesSlides/notesSlide18.xml" Id="Ra26eb27e7deb42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13adcacdc479b" /><Relationship Type="http://schemas.openxmlformats.org/officeDocument/2006/relationships/hyperlink" Target="https://www.aigateway.ai.inside.philips.com/" TargetMode="External" Id="R114065368cb14787" /><Relationship Type="http://schemas.openxmlformats.org/officeDocument/2006/relationships/notesSlide" Target="/ppt/notesSlides/notesSlide19.xml" Id="R4d9a400a904e4b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5df7a6d1b4756" /><Relationship Type="http://schemas.openxmlformats.org/officeDocument/2006/relationships/hyperlink" Target="https://www.aigateway.ai.inside.philips.com/" TargetMode="External" Id="R5997ac84ac5c447a" /><Relationship Type="http://schemas.openxmlformats.org/officeDocument/2006/relationships/hyperlink" Target="https://philips-ai-tool-lab.github.io/ai-tool-lab-preview/" TargetMode="External" Id="R2a5578e692894416" /><Relationship Type="http://schemas.openxmlformats.org/officeDocument/2006/relationships/notesSlide" Target="/ppt/notesSlides/notesSlide20.xml" Id="R8abb32d454bd4c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1651070e24483" /><Relationship Type="http://schemas.openxmlformats.org/officeDocument/2006/relationships/hyperlink" Target="https://www.aigateway.ai.inside.philips.com/" TargetMode="External" Id="Rd85de0800f3149fa" /><Relationship Type="http://schemas.openxmlformats.org/officeDocument/2006/relationships/hyperlink" Target="https://philips-ai-tool-lab.github.io/ai-tool-lab-preview/" TargetMode="External" Id="R6f81b45347654953" /><Relationship Type="http://schemas.openxmlformats.org/officeDocument/2006/relationships/notesSlide" Target="/ppt/notesSlides/notesSlide21.xml" Id="Re1b42560e24a40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225b8e13a4c88" /><Relationship Type="http://schemas.openxmlformats.org/officeDocument/2006/relationships/hyperlink" Target="https://www.aigateway.ai.inside.philips.com/" TargetMode="External" Id="Re9a43cece3114525" /><Relationship Type="http://schemas.openxmlformats.org/officeDocument/2006/relationships/notesSlide" Target="/ppt/notesSlides/notesSlide22.xml" Id="R80d2892e717547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4cc821644d23" /><Relationship Type="http://schemas.openxmlformats.org/officeDocument/2006/relationships/image" Target="/ppt/media/image6.png" Id="R43317262a17d43f3" /><Relationship Type="http://schemas.openxmlformats.org/officeDocument/2006/relationships/hyperlink" Target="https://aiskillsnavigator.microsoft.com/" TargetMode="External" Id="Rfc37c53e72474a0a" /><Relationship Type="http://schemas.openxmlformats.org/officeDocument/2006/relationships/hyperlink" Target="https://m365.cloud.microsoft/chat" TargetMode="External" Id="Rb923af4b8b294206" /><Relationship Type="http://schemas.openxmlformats.org/officeDocument/2006/relationships/notesSlide" Target="/ppt/notesSlides/notesSlide23.xml" Id="Readc47fea64645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849430476485c" /><Relationship Type="http://schemas.openxmlformats.org/officeDocument/2006/relationships/hyperlink" Target="https://aiskillsnavigator.microsoft.com/" TargetMode="External" Id="Rdd35639e3e2b4a52" /><Relationship Type="http://schemas.openxmlformats.org/officeDocument/2006/relationships/hyperlink" Target="https://aiskillsnavigator.microsoft.com/playlists/291ff1ba-c754-44f1-9814-ef8917f8c989" TargetMode="External" Id="R873526ca9c834c98" /><Relationship Type="http://schemas.openxmlformats.org/officeDocument/2006/relationships/hyperlink" Target="https://m365.cloud.microsoft/chat" TargetMode="External" Id="R098084cc2eac49f9" /><Relationship Type="http://schemas.openxmlformats.org/officeDocument/2006/relationships/notesSlide" Target="/ppt/notesSlides/notesSlide24.xml" Id="R1e1e74af912546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d7b723954108" /><Relationship Type="http://schemas.openxmlformats.org/officeDocument/2006/relationships/image" Target="/ppt/media/image7.png" Id="Rc47314a38c4d450b" /><Relationship Type="http://schemas.openxmlformats.org/officeDocument/2006/relationships/hyperlink" Target="https://aiskillsnavigator.microsoft.com/" TargetMode="External" Id="R8b35c5ad9a974c3a" /><Relationship Type="http://schemas.openxmlformats.org/officeDocument/2006/relationships/notesSlide" Target="/ppt/notesSlides/notesSlide25.xml" Id="R5381ffd21746443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af518b578458f" /><Relationship Type="http://schemas.openxmlformats.org/officeDocument/2006/relationships/image" Target="/ppt/media/image8.png" Id="R5b06a7f98e664396" /><Relationship Type="http://schemas.openxmlformats.org/officeDocument/2006/relationships/hyperlink" Target="https://aiskillsnavigator.microsoft.com/playlists/291ff1ba-c754-44f1-9814-ef8917f8c989" TargetMode="External" Id="R2b3b7878b81c4ed7" /><Relationship Type="http://schemas.openxmlformats.org/officeDocument/2006/relationships/notesSlide" Target="/ppt/notesSlides/notesSlide26.xml" Id="Rb3495c73c6ec46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78f7c8d4d4b06" /><Relationship Type="http://schemas.openxmlformats.org/officeDocument/2006/relationships/image" Target="/ppt/media/image9.png" Id="R3bbe00525c88484c" /><Relationship Type="http://schemas.openxmlformats.org/officeDocument/2006/relationships/hyperlink" Target="https://aiskillsnavigator.microsoft.com/playlists/291ff1ba-c754-44f1-9814-ef8917f8c989" TargetMode="External" Id="Rb1e4f0a1e24b4231" /><Relationship Type="http://schemas.openxmlformats.org/officeDocument/2006/relationships/hyperlink" Target="https://learn.microsoft.com/zh-cn/training/courses/ms-4004" TargetMode="External" Id="Re069401e4c2b4424" /><Relationship Type="http://schemas.openxmlformats.org/officeDocument/2006/relationships/notesSlide" Target="/ppt/notesSlides/notesSlide27.xml" Id="R26cafd7548844c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d7a3baa442b3" /><Relationship Type="http://schemas.openxmlformats.org/officeDocument/2006/relationships/hyperlink" Target="https://aiskillsnavigator.microsoft.com/playlists/291ff1ba-c754-44f1-9814-ef8917f8c989" TargetMode="External" Id="Ra77fdb212cab472f" /><Relationship Type="http://schemas.openxmlformats.org/officeDocument/2006/relationships/notesSlide" Target="/ppt/notesSlides/notesSlide28.xml" Id="Rdf8325bf015849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607ff06384ec5" /><Relationship Type="http://schemas.openxmlformats.org/officeDocument/2006/relationships/hyperlink" Target="https://aiskillsnavigator.microsoft.com/playlists/291ff1ba-c754-44f1-9814-ef8917f8c989" TargetMode="External" Id="Rfdc6826271554061" /><Relationship Type="http://schemas.openxmlformats.org/officeDocument/2006/relationships/notesSlide" Target="/ppt/notesSlides/notesSlide29.xml" Id="R0f86cc1a04d742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41cb24f79459a" /><Relationship Type="http://schemas.openxmlformats.org/officeDocument/2006/relationships/hyperlink" Target="https://m365.cloud.microsoft/chat" TargetMode="External" Id="Rd0e18c828aa54735" /><Relationship Type="http://schemas.openxmlformats.org/officeDocument/2006/relationships/notesSlide" Target="/ppt/notesSlides/notesSlide30.xml" Id="Rf9f4f463655a4b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5f2377a894367" /><Relationship Type="http://schemas.openxmlformats.org/officeDocument/2006/relationships/hyperlink" Target="https://m365.cloud.microsoft/chat" TargetMode="External" Id="R0eed2e50fada4722" /><Relationship Type="http://schemas.openxmlformats.org/officeDocument/2006/relationships/notesSlide" Target="/ppt/notesSlides/notesSlide31.xml" Id="R055f212c6fbf44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4b28674c54e58" /><Relationship Type="http://schemas.openxmlformats.org/officeDocument/2006/relationships/hyperlink" Target="https://m365.cloud.microsoft/chat" TargetMode="External" Id="R409d390be880443d" /><Relationship Type="http://schemas.openxmlformats.org/officeDocument/2006/relationships/notesSlide" Target="/ppt/notesSlides/notesSlide32.xml" Id="R7b003322b0f640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fd4c5e1ff4173" /><Relationship Type="http://schemas.openxmlformats.org/officeDocument/2006/relationships/hyperlink" Target="https://m365.cloud.microsoft/chat" TargetMode="External" Id="R25479be06b494546" /><Relationship Type="http://schemas.openxmlformats.org/officeDocument/2006/relationships/notesSlide" Target="/ppt/notesSlides/notesSlide33.xml" Id="R316b7eace09b4d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37a6c86a5425f" /><Relationship Type="http://schemas.openxmlformats.org/officeDocument/2006/relationships/hyperlink" Target="https://m365.cloud.microsoft/chat" TargetMode="External" Id="Rb288c9e976a74d24" /><Relationship Type="http://schemas.openxmlformats.org/officeDocument/2006/relationships/notesSlide" Target="/ppt/notesSlides/notesSlide34.xml" Id="R9758d631214141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8cdcbef7e48c3" /><Relationship Type="http://schemas.openxmlformats.org/officeDocument/2006/relationships/hyperlink" Target="https://m365.cloud.microsoft/chat" TargetMode="External" Id="R73233ecf43854c68" /><Relationship Type="http://schemas.openxmlformats.org/officeDocument/2006/relationships/notesSlide" Target="/ppt/notesSlides/notesSlide35.xml" Id="R50c215b29e5b4f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77d87ee54ff3" /><Relationship Type="http://schemas.openxmlformats.org/officeDocument/2006/relationships/hyperlink" Target="https://m365.cloud.microsoft/chat" TargetMode="External" Id="R3a3344618d554bb3" /><Relationship Type="http://schemas.openxmlformats.org/officeDocument/2006/relationships/notesSlide" Target="/ppt/notesSlides/notesSlide36.xml" Id="Rdeda2fe22da6450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7b65474c48b9" /><Relationship Type="http://schemas.openxmlformats.org/officeDocument/2006/relationships/hyperlink" Target="https://m365.cloud.microsoft/chat" TargetMode="External" Id="R1df78e14baae455b" /><Relationship Type="http://schemas.openxmlformats.org/officeDocument/2006/relationships/notesSlide" Target="/ppt/notesSlides/notesSlide37.xml" Id="Rcb088b950ecc4b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b52b5ba664078" /><Relationship Type="http://schemas.openxmlformats.org/officeDocument/2006/relationships/hyperlink" Target="https://m365.cloud.microsoft/chat" TargetMode="External" Id="Rd0bcf37a25a744ba" /><Relationship Type="http://schemas.openxmlformats.org/officeDocument/2006/relationships/notesSlide" Target="/ppt/notesSlides/notesSlide38.xml" Id="R44d9c709d68c4b4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bb273fcca4aac" /><Relationship Type="http://schemas.openxmlformats.org/officeDocument/2006/relationships/image" Target="/ppt/media/image10.png" Id="R2a8b7bf562e148cc" /><Relationship Type="http://schemas.openxmlformats.org/officeDocument/2006/relationships/hyperlink" Target="https://m365.cloud.microsoft/chat" TargetMode="External" Id="R5d8188ec427f4859" /><Relationship Type="http://schemas.openxmlformats.org/officeDocument/2006/relationships/notesSlide" Target="/ppt/notesSlides/notesSlide39.xml" Id="R0271aabc9693436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4f954f14b4464" /><Relationship Type="http://schemas.openxmlformats.org/officeDocument/2006/relationships/hyperlink" Target="https://m365.cloud.microsoft/chat" TargetMode="External" Id="R83ecaea4f71d4096" /><Relationship Type="http://schemas.openxmlformats.org/officeDocument/2006/relationships/notesSlide" Target="/ppt/notesSlides/notesSlide40.xml" Id="Rc517f1f1ecc947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7300ee5634c1f" /><Relationship Type="http://schemas.openxmlformats.org/officeDocument/2006/relationships/hyperlink" Target="https://m365.cloud.microsoft/chat" TargetMode="External" Id="R4e940657bd5247e8" /><Relationship Type="http://schemas.openxmlformats.org/officeDocument/2006/relationships/notesSlide" Target="/ppt/notesSlides/notesSlide41.xml" Id="R9607eb0a899c404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17edf8306478b" /><Relationship Type="http://schemas.openxmlformats.org/officeDocument/2006/relationships/hyperlink" Target="https://m365.cloud.microsoft/chat" TargetMode="External" Id="R67b732f1573942d4" /><Relationship Type="http://schemas.openxmlformats.org/officeDocument/2006/relationships/notesSlide" Target="/ppt/notesSlides/notesSlide42.xml" Id="R2656a61640fe4d7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7ab9f64a24bdc" /><Relationship Type="http://schemas.openxmlformats.org/officeDocument/2006/relationships/hyperlink" Target="https://m365.cloud.microsoft/chat" TargetMode="External" Id="R7e128bbe585343ed" /><Relationship Type="http://schemas.openxmlformats.org/officeDocument/2006/relationships/notesSlide" Target="/ppt/notesSlides/notesSlide43.xml" Id="R24db808b25fc413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f7b2ab2904f59" /><Relationship Type="http://schemas.openxmlformats.org/officeDocument/2006/relationships/hyperlink" Target="https://m365.cloud.microsoft/chat" TargetMode="External" Id="R3e988582781b4263" /><Relationship Type="http://schemas.openxmlformats.org/officeDocument/2006/relationships/notesSlide" Target="/ppt/notesSlides/notesSlide44.xml" Id="R2992142a4941442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5a30cce6d4cd1" /><Relationship Type="http://schemas.openxmlformats.org/officeDocument/2006/relationships/hyperlink" Target="https://philips-ai-tool-lab.github.io/ai-tool-lab-preview/" TargetMode="External" Id="R24750bdcc8ac48ac" /><Relationship Type="http://schemas.openxmlformats.org/officeDocument/2006/relationships/hyperlink" Target="https://philips-ai-tool-lab.github.io/ai-tool-lab-preview/#agent-builder-path" TargetMode="External" Id="Re39850cfd6854892" /><Relationship Type="http://schemas.openxmlformats.org/officeDocument/2006/relationships/hyperlink" Target="https://m365.cloud.microsoft/chat" TargetMode="External" Id="Re169f574bcff4917" /><Relationship Type="http://schemas.openxmlformats.org/officeDocument/2006/relationships/notesSlide" Target="/ppt/notesSlides/notesSlide45.xml" Id="R2978bdcbf5744f7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8b771fdb94c32" /><Relationship Type="http://schemas.openxmlformats.org/officeDocument/2006/relationships/image" Target="/ppt/media/image11.png" Id="Ra6cf0c286cb0406c" /><Relationship Type="http://schemas.openxmlformats.org/officeDocument/2006/relationships/hyperlink" Target="https://philips-ai-tool-lab.github.io/ai-tool-lab-preview/" TargetMode="External" Id="R2ebb6d47544945d4" /><Relationship Type="http://schemas.openxmlformats.org/officeDocument/2006/relationships/hyperlink" Target="https://philips-ai-tool-lab.github.io/ai-tool-lab-preview/#agent-builder-path" TargetMode="External" Id="R06ef1356d4cd4834" /><Relationship Type="http://schemas.openxmlformats.org/officeDocument/2006/relationships/notesSlide" Target="/ppt/notesSlides/notesSlide46.xml" Id="Rf20fc999f4b74c8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c5bbe80624d04" /><Relationship Type="http://schemas.openxmlformats.org/officeDocument/2006/relationships/hyperlink" Target="https://philips-ai-tool-lab.github.io/ai-tool-lab-preview/labs/chief-of-staff/" TargetMode="External" Id="R15b3b5d254d649d1" /><Relationship Type="http://schemas.openxmlformats.org/officeDocument/2006/relationships/hyperlink" Target="https://philips-ai-tool-lab.github.io/ai-tool-lab-preview/labs/product-manual-faq/" TargetMode="External" Id="Rc6041b2bdfa24f7e" /><Relationship Type="http://schemas.openxmlformats.org/officeDocument/2006/relationships/hyperlink" Target="https://philips-ai-tool-lab.github.io/ai-tool-lab-preview/labs/meeting-follow-up/" TargetMode="External" Id="R2f605f0666784ed4" /><Relationship Type="http://schemas.openxmlformats.org/officeDocument/2006/relationships/hyperlink" Target="https://philips-ai-tool-lab.github.io/ai-tool-lab-preview/labs/funnel-data-analyst/" TargetMode="External" Id="Rf307c83015e24437" /><Relationship Type="http://schemas.openxmlformats.org/officeDocument/2006/relationships/notesSlide" Target="/ppt/notesSlides/notesSlide47.xml" Id="R08f1acacb030432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4164a5854c78" /><Relationship Type="http://schemas.openxmlformats.org/officeDocument/2006/relationships/image" Target="/ppt/media/image12.png" Id="Rce6177b4588e462f" /><Relationship Type="http://schemas.openxmlformats.org/officeDocument/2006/relationships/hyperlink" Target="https://philips-ai-tool-lab.github.io/ai-tool-lab-preview/labs/chief-of-staff/" TargetMode="External" Id="R7bff7af0378445ef" /><Relationship Type="http://schemas.openxmlformats.org/officeDocument/2006/relationships/notesSlide" Target="/ppt/notesSlides/notesSlide48.xml" Id="R91347b941bce42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9624b7c844a8" /><Relationship Type="http://schemas.openxmlformats.org/officeDocument/2006/relationships/image" Target="/ppt/media/image13.png" Id="R7cce652c9f6a4eff" /><Relationship Type="http://schemas.openxmlformats.org/officeDocument/2006/relationships/hyperlink" Target="https://philips-ai-tool-lab.github.io/ai-tool-lab-preview/labs/product-manual-faq/" TargetMode="External" Id="R3a3bd07d57ad4b02" /><Relationship Type="http://schemas.openxmlformats.org/officeDocument/2006/relationships/notesSlide" Target="/ppt/notesSlides/notesSlide49.xml" Id="R15a0be7eeb624cf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5ef8d53b47cd" /><Relationship Type="http://schemas.openxmlformats.org/officeDocument/2006/relationships/image" Target="/ppt/media/image14.png" Id="R314c52d698ea4dd9" /><Relationship Type="http://schemas.openxmlformats.org/officeDocument/2006/relationships/hyperlink" Target="https://philips-ai-tool-lab.github.io/ai-tool-lab-preview/labs/meeting-follow-up/" TargetMode="External" Id="Ra63597cee7bb4b22" /><Relationship Type="http://schemas.openxmlformats.org/officeDocument/2006/relationships/notesSlide" Target="/ppt/notesSlides/notesSlide50.xml" Id="Rd4d89854a31849e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809b9a8a4bb3" /><Relationship Type="http://schemas.openxmlformats.org/officeDocument/2006/relationships/image" Target="/ppt/media/image15.png" Id="R6df7dc1c779b473b" /><Relationship Type="http://schemas.openxmlformats.org/officeDocument/2006/relationships/hyperlink" Target="https://philips-ai-tool-lab.github.io/ai-tool-lab-preview/labs/funnel-data-analyst/" TargetMode="External" Id="R2e1bfde7e4a7400c" /><Relationship Type="http://schemas.openxmlformats.org/officeDocument/2006/relationships/notesSlide" Target="/ppt/notesSlides/notesSlide51.xml" Id="Rb51c784da1224c4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7576c709847f9" /><Relationship Type="http://schemas.openxmlformats.org/officeDocument/2006/relationships/hyperlink" Target="https://philips-ai-tool-lab.github.io/ai-tool-lab-preview/#agent-builder-path" TargetMode="External" Id="R10e1b7f5790c4741" /><Relationship Type="http://schemas.openxmlformats.org/officeDocument/2006/relationships/notesSlide" Target="/ppt/notesSlides/notesSlide52.xml" Id="R8d96f5386938424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5bbd74eb4fe7" /><Relationship Type="http://schemas.openxmlformats.org/officeDocument/2006/relationships/image" Target="/ppt/media/image16.png" Id="Rd336751ed9214200" /><Relationship Type="http://schemas.openxmlformats.org/officeDocument/2006/relationships/hyperlink" Target="https://m365.cloud.microsoft/chat" TargetMode="External" Id="Rcd33bffeebe24e6d" /><Relationship Type="http://schemas.openxmlformats.org/officeDocument/2006/relationships/notesSlide" Target="/ppt/notesSlides/notesSlide53.xml" Id="R5317f2c22d4740d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4400147748f3" /><Relationship Type="http://schemas.openxmlformats.org/officeDocument/2006/relationships/image" Target="/ppt/media/image17.png" Id="R24a3fe848ba241f7" /><Relationship Type="http://schemas.openxmlformats.org/officeDocument/2006/relationships/hyperlink" Target="https://philips-ai-tool-lab.github.io/ai-tool-lab-preview/#agent-builder-path" TargetMode="External" Id="Ree3edbed47c54779" /><Relationship Type="http://schemas.openxmlformats.org/officeDocument/2006/relationships/notesSlide" Target="/ppt/notesSlides/notesSlide54.xml" Id="R171acd151dce470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73b5315764768" /><Relationship Type="http://schemas.openxmlformats.org/officeDocument/2006/relationships/image" Target="/ppt/media/image18.png" Id="Rdde7969bbdd543fe" /><Relationship Type="http://schemas.openxmlformats.org/officeDocument/2006/relationships/hyperlink" Target="https://philips-ai-tool-lab.github.io/ai-tool-lab-preview/labs/meeting-follow-up/" TargetMode="External" Id="R11c337c59ef247b2" /><Relationship Type="http://schemas.openxmlformats.org/officeDocument/2006/relationships/notesSlide" Target="/ppt/notesSlides/notesSlide55.xml" Id="Re1b8ac04a5ba4d0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d2677c90b4602" /><Relationship Type="http://schemas.openxmlformats.org/officeDocument/2006/relationships/image" Target="/ppt/media/image19.png" Id="R0be2dd7afab4430f" /><Relationship Type="http://schemas.openxmlformats.org/officeDocument/2006/relationships/hyperlink" Target="https://philips-ai-tool-lab.github.io/ai-tool-lab-preview/#agent-builder-path" TargetMode="External" Id="R95cd7d5fc85e40f6" /><Relationship Type="http://schemas.openxmlformats.org/officeDocument/2006/relationships/notesSlide" Target="/ppt/notesSlides/notesSlide56.xml" Id="R20a8014499b543a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d0dbe58c4e47" /><Relationship Type="http://schemas.openxmlformats.org/officeDocument/2006/relationships/image" Target="/ppt/media/image20.png" Id="R00ca6c77a04c4b26" /><Relationship Type="http://schemas.openxmlformats.org/officeDocument/2006/relationships/hyperlink" Target="https://philips-ai-tool-lab.github.io/ai-tool-lab-preview/labs/meeting-follow-up/" TargetMode="External" Id="Ra8a53a69d89d4eb0" /><Relationship Type="http://schemas.openxmlformats.org/officeDocument/2006/relationships/notesSlide" Target="/ppt/notesSlides/notesSlide57.xml" Id="R0500c0540fd2465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4bc277d0a47db" /><Relationship Type="http://schemas.openxmlformats.org/officeDocument/2006/relationships/image" Target="/ppt/media/image21.png" Id="Rd278141840424358" /><Relationship Type="http://schemas.openxmlformats.org/officeDocument/2006/relationships/hyperlink" Target="https://philips-ai-tool-lab.github.io/ai-tool-lab-preview/#agent-builder-path" TargetMode="External" Id="Rebba322c726f414f" /><Relationship Type="http://schemas.openxmlformats.org/officeDocument/2006/relationships/notesSlide" Target="/ppt/notesSlides/notesSlide58.xml" Id="R4e8cef782df2470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ae19b4f9b474d" /><Relationship Type="http://schemas.openxmlformats.org/officeDocument/2006/relationships/image" Target="/ppt/media/image22.png" Id="R2520fbff7022498c" /><Relationship Type="http://schemas.openxmlformats.org/officeDocument/2006/relationships/hyperlink" Target="https://m365.cloud.microsoft/chat" TargetMode="External" Id="R1118be1869634c50" /><Relationship Type="http://schemas.openxmlformats.org/officeDocument/2006/relationships/notesSlide" Target="/ppt/notesSlides/notesSlide59.xml" Id="R6c92c17acd8c41d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fc9c464b74616" /><Relationship Type="http://schemas.openxmlformats.org/officeDocument/2006/relationships/image" Target="/ppt/media/image14.png" Id="R418b4af6b89347d8" /><Relationship Type="http://schemas.openxmlformats.org/officeDocument/2006/relationships/hyperlink" Target="https://philips-ai-tool-lab.github.io/ai-tool-lab-preview/labs/meeting-follow-up/" TargetMode="External" Id="R4f566443561c4dc1" /><Relationship Type="http://schemas.openxmlformats.org/officeDocument/2006/relationships/notesSlide" Target="/ppt/notesSlides/notesSlide60.xml" Id="R20e1797be58c4d8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1c5dfcf824baf" /><Relationship Type="http://schemas.openxmlformats.org/officeDocument/2006/relationships/hyperlink" Target="https://philips-ai-tool-lab.github.io/ai-tool-lab-preview/labs/chief-of-staff/" TargetMode="External" Id="R8b14f3c9ecf94c22" /><Relationship Type="http://schemas.openxmlformats.org/officeDocument/2006/relationships/hyperlink" Target="https://philips-ai-tool-lab.github.io/ai-tool-lab-preview/labs/product-manual-faq/" TargetMode="External" Id="R145cca4b9346492a" /><Relationship Type="http://schemas.openxmlformats.org/officeDocument/2006/relationships/hyperlink" Target="https://philips-ai-tool-lab.github.io/ai-tool-lab-preview/labs/meeting-follow-up/" TargetMode="External" Id="Re010a413013f481c" /><Relationship Type="http://schemas.openxmlformats.org/officeDocument/2006/relationships/hyperlink" Target="https://philips-ai-tool-lab.github.io/ai-tool-lab-preview/labs/funnel-data-analyst/" TargetMode="External" Id="R20e2735b13224f4c" /><Relationship Type="http://schemas.openxmlformats.org/officeDocument/2006/relationships/hyperlink" Target="https://m365.cloud.microsoft/chat" TargetMode="External" Id="Re7f55c6730f44465" /><Relationship Type="http://schemas.openxmlformats.org/officeDocument/2006/relationships/notesSlide" Target="/ppt/notesSlides/notesSlide61.xml" Id="R2e919a0d4d28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cb8d187cb5422e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6f66f651cf4aee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b90b147ed94748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0243D5F-F9ED-49C3-B3FA-75ADFBC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FE1FCA1-2CD4-4271-9A1B-CA4C7D9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7E58B72-DB8C-4C30-8924-2203213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B5C76F8-DFCD-4844-8D56-2EA0B682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价值场景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6AEE2033-B5CE-46B5-BE7C-8120F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2EB747D-851E-426C-B866-ABEE45A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流程改变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C97791C-0315-4BD9-848F-A3884CB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D067476-66E6-4CDC-AA39-3F1F20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8b8a6223c64926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8d6954c8714e08"/>
              </a:rPr>
              <a:t>微软官方学习网站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1CFF1C0-285E-4457-BBD5-C342429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69428D81-7FDA-467F-9332-E002DC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B8B635EF-6A64-4EE2-B168-2FADE9A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75B192AD-21D0-45A3-B0CA-E7E56A5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78C2B8E0-848C-4EDD-BB1E-741DE40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6666490C-FC26-437E-BB5C-62EBA3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4FBAFA9F-FEC5-432D-B1B5-1F56FEF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6011C5D-DD87-48CB-AC63-C76C9A3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构建 Agent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这一部分先建立 Philips 企业 AI 工具的整体地图，重点回答三个问题：在哪里申请、怎样完成访问准备，以及不同入口分别用于什么。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AI Gateway，它负责 Enterprise ChatGPT 的状态、申请和使用要求；中国用户还需要完成网络服务和本机工具准备。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随后再区分学习与日常操作入口：课程在 AI Skills Navigator，实际使用 Copilot 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98487d2092455f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45d0ebee04a8a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0b9d4c3c7dc4336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9d508df1548ee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0624bfbf3c4669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c5de0b5404a41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4f73a8ea73434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2c9fbf5af34d4a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87c8bd2f8424362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A290A01-99DC-411D-A3B4-D9074D6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8EF2982-16D6-4D0A-BC86-7451448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4671AF4-AA4F-4F20-A315-A259223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023A47B-5283-4EA0-8511-2B8709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5D83B11-5520-4EBB-BB3E-01CD9A5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76F942A-BACC-44CB-BDB4-9B2FC8A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共用底座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BE7300E-0E2F-4AB1-9966-7E9826E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A9CEDE93-AEA4-4AE3-9EAD-1D78E5A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责任治理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e0499d114241a8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三个入口如何分工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28e4d2b4414ca7"/>
              </a:rPr>
              <a:t>查看完整使用手册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0A0F49BE-3377-41E6-9889-4328611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036C578A-F3BF-4DE3-B286-92FBB0D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327BA04-2E18-4127-B5C4-A30372A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5468ADDB-3E27-42DF-BFF3-9BDD053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70795EF-0CAD-475D-AAF6-C060303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8FDBBC1-74A2-4067-B0B0-FCDEC28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邮件确认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613EDD4-B969-4BC4-B616-7575834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C22F471-13C0-456E-9470-ADB903C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安装登录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3b685a95047c3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30fd26239e4721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8025d11dee4f55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d89cbbe9904826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2f65dae594b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e67fb27dc84077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3a63a14e124a0f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61a9232614c23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4874fcb4e4a88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9d1c0f1fb74fd3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53b0f6e98544e3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登录后还要注意什么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4065368cb14787"/>
              </a:rPr>
              <a:t>打开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98195B71-82F5-4BCA-BD0F-EB370C4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DA09EC77-9903-4DAA-BF29-98EACAE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49FA6C03-6BC4-4276-9F05-FECA3BD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011D536-ECD3-4F84-8E00-C052FA1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登录检查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851B8E98-C908-4CAA-85C4-EB76016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E709CE6-5C58-4328-8AB5-0D3D719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进入工作区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05B4ECF-C7CE-484C-9760-3A09853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FC621818-D33A-429C-9728-A16D45E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负责使用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这一部分介绍 GCR AI Ambassador 支持网络，以及遇到不同问题时应该找谁。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Champion、Ambassador、Catalyst 和 Guru 的分工：有人负责方向，有人推动学习，有人梳理业务场景，也有人连接技术资源。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随后通过名单找到自己部门、业务单元或市场的联系人。学习和工具问题可以先咨询 Ambassador，业务决定与数据授权仍由本部门负责人确认。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97ac84ac5c447a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5578e692894416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85de0800f3149fa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81b45347654953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a43cece3114525"/>
              </a:rPr>
              <a:t>回到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79AF075F-DC81-42A4-9283-4E27A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385D52D-939C-4BA1-8F77-2BEB38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1FF18-CDCF-4C5E-972B-7FB680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5A22363-82D4-4C3B-B3EF-D390523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确定方向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88FAE31-4C2D-4F3D-8556-341AB61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ABAFCB3-A754-40E0-B25C-F99654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梳理场景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3CF707A8-8422-4850-9043-9ABA4C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6A26D503-EA8F-45AF-8A18-C37DC9D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技术支持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17262a17d43f3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37c53e72474a0a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23af4b8b29420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这一部分不只是介绍 Copilot 的按钮，而是练习怎样把真实资料转化为可以行动的结果。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首先从 AI Skills Navigator 找到官方学习内容，再进入 MS-4004，观察不同岗位怎样使用 Copilot。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随后用绿色办公周案例完整练习：加入资料、写清提示词、核对冲突，并把结果整理成项目简报和跟进邮件。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35639e3e2b4a52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3526ca9c834c98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8084cc2eac49f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314a38c4d450b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35c5ad9a974c3a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6a7f98e664396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3b7878b81c4ed7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00525c88484c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e4f0a1e24b4231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69401e4c2b442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首先，可以从与自己最接近的岗位进入 MS-4004，例如管理、销售、市场、财务、IT 或人力资源。接着，不要停留在岗位名称上，而要观察案例实际解决的是阅读资料、比较来源、整理风险还是起草沟通。这样学习到的方法才能跨越岗位，迁移到自己的日常工作。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7fdb212cab472f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c6826271554061"/>
              </a:rPr>
              <a:t>进入 MS-4004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F5018A93-3420-4694-A786-084DA8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83B54DC-2EBC-4AE4-A5D6-98BA6E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B7238-2F16-4221-802F-2066965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91127D8-DBDB-42DD-B38C-AC1DE8A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选择岗位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AEF64F5C-3555-46A1-B8F1-496669A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08565198-A31A-4DF2-9125-666B4B1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2053430-601B-464F-9697-659D22B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1AB83E64-F52C-410B-BC80-2232C02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e18c828aa54735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ed2e50fada4722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25EE2E17-6CB6-4C95-8DF2-0145CC8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4469B722-7040-4BD1-B016-573636B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9E3202DA-711C-4969-8918-32DFD11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E07749E-65B0-4FA7-8A88-1B011A9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阅读资料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331F7068-5311-4582-B796-DCD69D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A459660-8097-4A3B-8855-B3275C3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组织核对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2546C9D-09E6-4678-A40B-9484872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0DDA72D-AC1C-48BE-B5EF-BDA72BD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形成沟通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9d390be880443d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479be06b494546"/>
              </a:rPr>
              <a:t>进入 Copilot 实操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B34B83D-DD13-47F3-9EB7-5923414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53B2322-14F2-4C6F-877E-943E6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81279F3-9555-4DDA-80F6-F2A6DC7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E53397E-CF74-4325-A369-102B100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理解资料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CA641DC-E529-4F9C-BE70-6675709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269B415-BD09-4716-AE33-FC1C09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发现冲突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61D8B54-7B72-440F-8189-5CCA885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858620B-76F3-464E-B327-E45254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形成交付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288c9e976a74d24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233ecf43854c68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3344618d554bb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一个可靠的提示词可以按顺序展开：先交代背景，再明确任务和输出，最后用约束限定 Copilot 的判断边界。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首先说明背景：我刚接手绿色办公周项目，需要快速理解三份附件。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接着说明任务：请总结目标、成功指标、已确认决策、行动项、风险和开放问题，并比较不同来源。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然后规定输出：先给出一页项目简报，再起草一封简洁的跟进邮件。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最后说明约束：不要补充资料中没有的事实；发现冲突时列出来源和两个版本，并标记“待确认”。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f78e14baae455b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bcf37a25a744ba"/>
              </a:rPr>
              <a:t>打开 Copilot 并输入提示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AE46DFDF-B1FC-4A20-B5C0-970986A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27DD0425-63BB-46F8-9E51-5FCBF3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0EEF6E0-47EC-4442-AE50-DD1B75D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8751F696-C56C-4CD4-BC3A-9449DB3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说明背景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091A5B1-CFF8-42BB-9429-A2A977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3BFDDFC8-CC22-41B1-87CD-E34673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任务与输出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A1B5382-507B-4363-BEEF-40A525A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9AD6CC2-6EE3-43DF-A902-E7D794F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b7bf562e148cc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8188ec427f485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ecaea4f71d4096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940657bd5247e8"/>
              </a:rPr>
              <a:t>进入现场演示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30BC9ED8-D186-4CC5-9285-367BBC9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6CFA1FF-DED1-4EA5-B4FA-C3A7375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F681091-36E5-45EE-A4B4-30FB40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3F8A7DF-5595-41E7-B459-300CD4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提交以前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D7441AD-E1D8-434A-8CBC-CF50BFC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560D93C-11E8-4759-9512-2535129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生成以后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151699F6-E6D2-4D6E-AADB-FE601E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0831CED4-0AF5-4753-A1E6-7E9ADF7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改写以前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b732f1573942d4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128bbe585343ed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988582781b4263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信息完整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来源清楚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沟通可执行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750bdcc8ac48ac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9850cfd6854892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69f574bcff491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f0c286cb0406c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b6d47544945d4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ef1356d4cd4834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b3b5d254d649d1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041b2bdfa24f7e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f605f0666784ed4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07c83015e24437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177b4588e462f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ff7af0378445ef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e652c9f6a4eff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3bd07d57ad4b02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c52d698ea4dd9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3597cee7bb4b2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7dc1c779b473b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1bfde7e4a7400c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e1b7f5790c4741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6751ed9214200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33bffeebe24e6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3fe848ba241f7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3edbed47c54779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7969bbdd543fe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c337c59ef247b2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2dd7afab4430f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cd7d5fc85e40f6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a6c77a04c4b26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a53a69d89d4eb0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8141840424358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ba322c726f414f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0fbff7022498c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18be1869634c50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b4af6b89347d8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566443561c4dc1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14f3c9ecf94c22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5cca4b9346492a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10a413013f481c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e2735b13224f4c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f55c6730f4446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2026-09-02T07:38:49.0840000Z</dcterms:created>
  <dcterms:modified xsi:type="dcterms:W3CDTF">2026-09-02T07:38:49.0840000Z</dcterms:modified>
</coreProperties>
</file>