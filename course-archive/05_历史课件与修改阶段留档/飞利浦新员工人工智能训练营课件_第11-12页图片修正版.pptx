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0f735a84f41fe" /><Relationship Type="http://schemas.openxmlformats.org/officeDocument/2006/relationships/extended-properties" Target="/docProps/app.xml" Id="R60553604eac04ff9" /><Relationship Type="http://schemas.openxmlformats.org/officeDocument/2006/relationships/officeDocument" Target="/ppt/presentation.xml" Id="R4569de67d8ac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00b718a0fb4c4e"/>
  </p:sldMasterIdLst>
  <p:notesMasterIdLst>
    <p:notesMasterId xmlns:r="http://schemas.openxmlformats.org/officeDocument/2006/relationships" r:id="Rd948160884cb4a42"/>
  </p:notesMasterIdLst>
  <p:sldIdLst>
    <p:sldId xmlns:r="http://schemas.openxmlformats.org/officeDocument/2006/relationships" id="256" r:id="R5d6ae733c7b84f76"/>
    <p:sldId xmlns:r="http://schemas.openxmlformats.org/officeDocument/2006/relationships" id="257" r:id="Rd0a870673b5747a2"/>
    <p:sldId xmlns:r="http://schemas.openxmlformats.org/officeDocument/2006/relationships" id="258" r:id="Rc354b0117bb94e1e"/>
    <p:sldId xmlns:r="http://schemas.openxmlformats.org/officeDocument/2006/relationships" id="259" r:id="R298f0a7333944b3f"/>
    <p:sldId xmlns:r="http://schemas.openxmlformats.org/officeDocument/2006/relationships" id="260" r:id="R95bea7249a604c59"/>
    <p:sldId xmlns:r="http://schemas.openxmlformats.org/officeDocument/2006/relationships" id="261" r:id="Rfa946c6ceebc426e"/>
    <p:sldId xmlns:r="http://schemas.openxmlformats.org/officeDocument/2006/relationships" id="262" r:id="R2f7f040e0b0a4089"/>
    <p:sldId xmlns:r="http://schemas.openxmlformats.org/officeDocument/2006/relationships" id="263" r:id="Rd2ec3672e53141d8"/>
    <p:sldId xmlns:r="http://schemas.openxmlformats.org/officeDocument/2006/relationships" id="264" r:id="Re33ee1a9885c48ec"/>
    <p:sldId xmlns:r="http://schemas.openxmlformats.org/officeDocument/2006/relationships" id="265" r:id="R3b09ce1f724d4179"/>
    <p:sldId xmlns:r="http://schemas.openxmlformats.org/officeDocument/2006/relationships" id="266" r:id="Rb9d2ecc57c834101"/>
    <p:sldId xmlns:r="http://schemas.openxmlformats.org/officeDocument/2006/relationships" id="267" r:id="Raf825fbf242d4298"/>
    <p:sldId xmlns:r="http://schemas.openxmlformats.org/officeDocument/2006/relationships" id="268" r:id="R3524e4f1fa324c5f"/>
    <p:sldId xmlns:r="http://schemas.openxmlformats.org/officeDocument/2006/relationships" id="269" r:id="R8284f868c7704448"/>
    <p:sldId xmlns:r="http://schemas.openxmlformats.org/officeDocument/2006/relationships" id="270" r:id="R2916c0268ac94606"/>
    <p:sldId xmlns:r="http://schemas.openxmlformats.org/officeDocument/2006/relationships" id="271" r:id="R29d7d86381864f3f"/>
    <p:sldId xmlns:r="http://schemas.openxmlformats.org/officeDocument/2006/relationships" id="272" r:id="R7b7896b7ec25434c"/>
    <p:sldId xmlns:r="http://schemas.openxmlformats.org/officeDocument/2006/relationships" id="273" r:id="R60018829614b45d9"/>
    <p:sldId xmlns:r="http://schemas.openxmlformats.org/officeDocument/2006/relationships" id="274" r:id="R15c31b8c5c634675"/>
    <p:sldId xmlns:r="http://schemas.openxmlformats.org/officeDocument/2006/relationships" id="275" r:id="R5b8c1859a88b49c3"/>
    <p:sldId xmlns:r="http://schemas.openxmlformats.org/officeDocument/2006/relationships" id="276" r:id="Rac1ec21ca2de4aa7"/>
    <p:sldId xmlns:r="http://schemas.openxmlformats.org/officeDocument/2006/relationships" id="277" r:id="Rc6f53586834f4ba1"/>
    <p:sldId xmlns:r="http://schemas.openxmlformats.org/officeDocument/2006/relationships" id="278" r:id="Ra1e2efde6e04459d"/>
    <p:sldId xmlns:r="http://schemas.openxmlformats.org/officeDocument/2006/relationships" id="279" r:id="R5389a38e24594a48"/>
    <p:sldId xmlns:r="http://schemas.openxmlformats.org/officeDocument/2006/relationships" id="280" r:id="R1c5ca0d79bcc436a"/>
    <p:sldId xmlns:r="http://schemas.openxmlformats.org/officeDocument/2006/relationships" id="281" r:id="R9e328d04cc694e04"/>
    <p:sldId xmlns:r="http://schemas.openxmlformats.org/officeDocument/2006/relationships" id="282" r:id="R8f18d24f030e43d0"/>
    <p:sldId xmlns:r="http://schemas.openxmlformats.org/officeDocument/2006/relationships" id="283" r:id="R67be15985a954e83"/>
    <p:sldId xmlns:r="http://schemas.openxmlformats.org/officeDocument/2006/relationships" id="284" r:id="Rb490a842c4634a86"/>
    <p:sldId xmlns:r="http://schemas.openxmlformats.org/officeDocument/2006/relationships" id="285" r:id="R77ba8eb500ca42d0"/>
    <p:sldId xmlns:r="http://schemas.openxmlformats.org/officeDocument/2006/relationships" id="286" r:id="Rbb369d1684a34646"/>
    <p:sldId xmlns:r="http://schemas.openxmlformats.org/officeDocument/2006/relationships" id="287" r:id="R53cbb1cb2657428e"/>
    <p:sldId xmlns:r="http://schemas.openxmlformats.org/officeDocument/2006/relationships" id="288" r:id="Ra16c648f73934d07"/>
    <p:sldId xmlns:r="http://schemas.openxmlformats.org/officeDocument/2006/relationships" id="289" r:id="R6991b9a72fdc48b6"/>
    <p:sldId xmlns:r="http://schemas.openxmlformats.org/officeDocument/2006/relationships" id="290" r:id="R6cb448168b0e4c1b"/>
    <p:sldId xmlns:r="http://schemas.openxmlformats.org/officeDocument/2006/relationships" id="291" r:id="R38b747e813b646f2"/>
    <p:sldId xmlns:r="http://schemas.openxmlformats.org/officeDocument/2006/relationships" id="292" r:id="R73f3e040605d4033"/>
    <p:sldId xmlns:r="http://schemas.openxmlformats.org/officeDocument/2006/relationships" id="293" r:id="Rc7b50505c9a3436b"/>
    <p:sldId xmlns:r="http://schemas.openxmlformats.org/officeDocument/2006/relationships" id="294" r:id="R0e8db71a1764402f"/>
    <p:sldId xmlns:r="http://schemas.openxmlformats.org/officeDocument/2006/relationships" id="295" r:id="R24a68f0bf1154a9b"/>
    <p:sldId xmlns:r="http://schemas.openxmlformats.org/officeDocument/2006/relationships" id="296" r:id="R3f980d8f65ea4895"/>
    <p:sldId xmlns:r="http://schemas.openxmlformats.org/officeDocument/2006/relationships" id="297" r:id="R8a112b56e0734890"/>
    <p:sldId xmlns:r="http://schemas.openxmlformats.org/officeDocument/2006/relationships" id="298" r:id="R76c4bb882f60428c"/>
    <p:sldId xmlns:r="http://schemas.openxmlformats.org/officeDocument/2006/relationships" id="299" r:id="R8ca0300638ec4941"/>
    <p:sldId xmlns:r="http://schemas.openxmlformats.org/officeDocument/2006/relationships" id="300" r:id="Re67c8819c3204493"/>
    <p:sldId xmlns:r="http://schemas.openxmlformats.org/officeDocument/2006/relationships" id="301" r:id="R9a8ac3471a8a4728"/>
    <p:sldId xmlns:r="http://schemas.openxmlformats.org/officeDocument/2006/relationships" id="302" r:id="R880438114f894322"/>
    <p:sldId xmlns:r="http://schemas.openxmlformats.org/officeDocument/2006/relationships" id="303" r:id="Rea337e5f1270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a53a608564c4d" /><Relationship Type="http://schemas.openxmlformats.org/officeDocument/2006/relationships/slideMaster" Target="/ppt/slideMasters/slideMaster1.xml" Id="Rd000b718a0fb4c4e" /><Relationship Type="http://schemas.openxmlformats.org/officeDocument/2006/relationships/notesMaster" Target="/ppt/notesMasters/notesMaster1.xml" Id="Rd948160884cb4a42" /><Relationship Type="http://schemas.openxmlformats.org/officeDocument/2006/relationships/presProps" Target="/ppt/presProps.xml" Id="Rd11189462195477c" /><Relationship Type="http://schemas.openxmlformats.org/officeDocument/2006/relationships/tableStyles" Target="/ppt/tableStyles.xml" Id="Rf69f0f7d20134bfa" /><Relationship Type="http://schemas.openxmlformats.org/officeDocument/2006/relationships/slide" Target="/ppt/slides/slide1.xml" Id="R5d6ae733c7b84f76" /><Relationship Type="http://schemas.openxmlformats.org/officeDocument/2006/relationships/slide" Target="/ppt/slides/slide2.xml" Id="Rd0a870673b5747a2" /><Relationship Type="http://schemas.openxmlformats.org/officeDocument/2006/relationships/slide" Target="/ppt/slides/slide3.xml" Id="Rc354b0117bb94e1e" /><Relationship Type="http://schemas.openxmlformats.org/officeDocument/2006/relationships/slide" Target="/ppt/slides/slide4.xml" Id="R298f0a7333944b3f" /><Relationship Type="http://schemas.openxmlformats.org/officeDocument/2006/relationships/slide" Target="/ppt/slides/slide5.xml" Id="R95bea7249a604c59" /><Relationship Type="http://schemas.openxmlformats.org/officeDocument/2006/relationships/slide" Target="/ppt/slides/slide6.xml" Id="Rfa946c6ceebc426e" /><Relationship Type="http://schemas.openxmlformats.org/officeDocument/2006/relationships/slide" Target="/ppt/slides/slide7.xml" Id="R2f7f040e0b0a4089" /><Relationship Type="http://schemas.openxmlformats.org/officeDocument/2006/relationships/slide" Target="/ppt/slides/slide8.xml" Id="Rd2ec3672e53141d8" /><Relationship Type="http://schemas.openxmlformats.org/officeDocument/2006/relationships/slide" Target="/ppt/slides/slide9.xml" Id="Re33ee1a9885c48ec" /><Relationship Type="http://schemas.openxmlformats.org/officeDocument/2006/relationships/slide" Target="/ppt/slides/slide10.xml" Id="R3b09ce1f724d4179" /><Relationship Type="http://schemas.openxmlformats.org/officeDocument/2006/relationships/slide" Target="/ppt/slides/slide11.xml" Id="Rb9d2ecc57c834101" /><Relationship Type="http://schemas.openxmlformats.org/officeDocument/2006/relationships/slide" Target="/ppt/slides/slide12.xml" Id="Raf825fbf242d4298" /><Relationship Type="http://schemas.openxmlformats.org/officeDocument/2006/relationships/slide" Target="/ppt/slides/slide13.xml" Id="R3524e4f1fa324c5f" /><Relationship Type="http://schemas.openxmlformats.org/officeDocument/2006/relationships/slide" Target="/ppt/slides/slide14.xml" Id="R8284f868c7704448" /><Relationship Type="http://schemas.openxmlformats.org/officeDocument/2006/relationships/slide" Target="/ppt/slides/slide15.xml" Id="R2916c0268ac94606" /><Relationship Type="http://schemas.openxmlformats.org/officeDocument/2006/relationships/slide" Target="/ppt/slides/slide16.xml" Id="R29d7d86381864f3f" /><Relationship Type="http://schemas.openxmlformats.org/officeDocument/2006/relationships/slide" Target="/ppt/slides/slide17.xml" Id="R7b7896b7ec25434c" /><Relationship Type="http://schemas.openxmlformats.org/officeDocument/2006/relationships/slide" Target="/ppt/slides/slide18.xml" Id="R60018829614b45d9" /><Relationship Type="http://schemas.openxmlformats.org/officeDocument/2006/relationships/slide" Target="/ppt/slides/slide19.xml" Id="R15c31b8c5c634675" /><Relationship Type="http://schemas.openxmlformats.org/officeDocument/2006/relationships/slide" Target="/ppt/slides/slide20.xml" Id="R5b8c1859a88b49c3" /><Relationship Type="http://schemas.openxmlformats.org/officeDocument/2006/relationships/slide" Target="/ppt/slides/slide21.xml" Id="Rac1ec21ca2de4aa7" /><Relationship Type="http://schemas.openxmlformats.org/officeDocument/2006/relationships/slide" Target="/ppt/slides/slide22.xml" Id="Rc6f53586834f4ba1" /><Relationship Type="http://schemas.openxmlformats.org/officeDocument/2006/relationships/slide" Target="/ppt/slides/slide23.xml" Id="Ra1e2efde6e04459d" /><Relationship Type="http://schemas.openxmlformats.org/officeDocument/2006/relationships/slide" Target="/ppt/slides/slide24.xml" Id="R5389a38e24594a48" /><Relationship Type="http://schemas.openxmlformats.org/officeDocument/2006/relationships/slide" Target="/ppt/slides/slide25.xml" Id="R1c5ca0d79bcc436a" /><Relationship Type="http://schemas.openxmlformats.org/officeDocument/2006/relationships/slide" Target="/ppt/slides/slide26.xml" Id="R9e328d04cc694e04" /><Relationship Type="http://schemas.openxmlformats.org/officeDocument/2006/relationships/slide" Target="/ppt/slides/slide27.xml" Id="R8f18d24f030e43d0" /><Relationship Type="http://schemas.openxmlformats.org/officeDocument/2006/relationships/slide" Target="/ppt/slides/slide28.xml" Id="R67be15985a954e83" /><Relationship Type="http://schemas.openxmlformats.org/officeDocument/2006/relationships/slide" Target="/ppt/slides/slide29.xml" Id="Rb490a842c4634a86" /><Relationship Type="http://schemas.openxmlformats.org/officeDocument/2006/relationships/slide" Target="/ppt/slides/slide30.xml" Id="R77ba8eb500ca42d0" /><Relationship Type="http://schemas.openxmlformats.org/officeDocument/2006/relationships/slide" Target="/ppt/slides/slide31.xml" Id="Rbb369d1684a34646" /><Relationship Type="http://schemas.openxmlformats.org/officeDocument/2006/relationships/slide" Target="/ppt/slides/slide32.xml" Id="R53cbb1cb2657428e" /><Relationship Type="http://schemas.openxmlformats.org/officeDocument/2006/relationships/slide" Target="/ppt/slides/slide33.xml" Id="Ra16c648f73934d07" /><Relationship Type="http://schemas.openxmlformats.org/officeDocument/2006/relationships/slide" Target="/ppt/slides/slide34.xml" Id="R6991b9a72fdc48b6" /><Relationship Type="http://schemas.openxmlformats.org/officeDocument/2006/relationships/slide" Target="/ppt/slides/slide35.xml" Id="R6cb448168b0e4c1b" /><Relationship Type="http://schemas.openxmlformats.org/officeDocument/2006/relationships/slide" Target="/ppt/slides/slide36.xml" Id="R38b747e813b646f2" /><Relationship Type="http://schemas.openxmlformats.org/officeDocument/2006/relationships/slide" Target="/ppt/slides/slide37.xml" Id="R73f3e040605d4033" /><Relationship Type="http://schemas.openxmlformats.org/officeDocument/2006/relationships/slide" Target="/ppt/slides/slide38.xml" Id="Rc7b50505c9a3436b" /><Relationship Type="http://schemas.openxmlformats.org/officeDocument/2006/relationships/slide" Target="/ppt/slides/slide39.xml" Id="R0e8db71a1764402f" /><Relationship Type="http://schemas.openxmlformats.org/officeDocument/2006/relationships/slide" Target="/ppt/slides/slide40.xml" Id="R24a68f0bf1154a9b" /><Relationship Type="http://schemas.openxmlformats.org/officeDocument/2006/relationships/slide" Target="/ppt/slides/slide41.xml" Id="R3f980d8f65ea4895" /><Relationship Type="http://schemas.openxmlformats.org/officeDocument/2006/relationships/slide" Target="/ppt/slides/slide42.xml" Id="R8a112b56e0734890" /><Relationship Type="http://schemas.openxmlformats.org/officeDocument/2006/relationships/slide" Target="/ppt/slides/slide43.xml" Id="R76c4bb882f60428c" /><Relationship Type="http://schemas.openxmlformats.org/officeDocument/2006/relationships/slide" Target="/ppt/slides/slide44.xml" Id="R8ca0300638ec4941" /><Relationship Type="http://schemas.openxmlformats.org/officeDocument/2006/relationships/slide" Target="/ppt/slides/slide45.xml" Id="Re67c8819c3204493" /><Relationship Type="http://schemas.openxmlformats.org/officeDocument/2006/relationships/slide" Target="/ppt/slides/slide46.xml" Id="R9a8ac3471a8a4728" /><Relationship Type="http://schemas.openxmlformats.org/officeDocument/2006/relationships/slide" Target="/ppt/slides/slide47.xml" Id="R880438114f894322" /><Relationship Type="http://schemas.openxmlformats.org/officeDocument/2006/relationships/slide" Target="/ppt/slides/slide48.xml" Id="Rea337e5f1270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2c748b818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ac9dbb5a344e8" /><Relationship Type="http://schemas.openxmlformats.org/officeDocument/2006/relationships/notesMaster" Target="/ppt/notesMasters/notesMaster1.xml" Id="R20f30965027f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9301038014fb0" /><Relationship Type="http://schemas.openxmlformats.org/officeDocument/2006/relationships/notesMaster" Target="/ppt/notesMasters/notesMaster1.xml" Id="Rdcd5170592cb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25a68f32ea4c29" /><Relationship Type="http://schemas.openxmlformats.org/officeDocument/2006/relationships/notesMaster" Target="/ppt/notesMasters/notesMaster1.xml" Id="R3fdc87803d2d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f79c7023fc4b00" /><Relationship Type="http://schemas.openxmlformats.org/officeDocument/2006/relationships/notesMaster" Target="/ppt/notesMasters/notesMaster1.xml" Id="Rfbe027c209fe4b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910e7318db4f53" /><Relationship Type="http://schemas.openxmlformats.org/officeDocument/2006/relationships/notesMaster" Target="/ppt/notesMasters/notesMaster1.xml" Id="R7f670ad6397045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a7039826340fb" /><Relationship Type="http://schemas.openxmlformats.org/officeDocument/2006/relationships/notesMaster" Target="/ppt/notesMasters/notesMaster1.xml" Id="Rf9d4a683ced44c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e2ef5443a4807" /><Relationship Type="http://schemas.openxmlformats.org/officeDocument/2006/relationships/notesMaster" Target="/ppt/notesMasters/notesMaster1.xml" Id="R99d31be1a6c44a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84f759c1544a1a" /><Relationship Type="http://schemas.openxmlformats.org/officeDocument/2006/relationships/notesMaster" Target="/ppt/notesMasters/notesMaster1.xml" Id="Rfa33afd5aa7a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7599a61aaa48b7" /><Relationship Type="http://schemas.openxmlformats.org/officeDocument/2006/relationships/notesMaster" Target="/ppt/notesMasters/notesMaster1.xml" Id="Ra10b90c4ee5b47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7a31cd31624a53" /><Relationship Type="http://schemas.openxmlformats.org/officeDocument/2006/relationships/notesMaster" Target="/ppt/notesMasters/notesMaster1.xml" Id="Rd80486fe92564a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320c639da64ffe" /><Relationship Type="http://schemas.openxmlformats.org/officeDocument/2006/relationships/notesMaster" Target="/ppt/notesMasters/notesMaster1.xml" Id="R0238dadd4fbb40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0e5f1f79604c7e" /><Relationship Type="http://schemas.openxmlformats.org/officeDocument/2006/relationships/notesMaster" Target="/ppt/notesMasters/notesMaster1.xml" Id="Rcaaadcd138ed41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b264f3d44a4ee8" /><Relationship Type="http://schemas.openxmlformats.org/officeDocument/2006/relationships/notesMaster" Target="/ppt/notesMasters/notesMaster1.xml" Id="R0f95703bb6744b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47aab1dad1436a" /><Relationship Type="http://schemas.openxmlformats.org/officeDocument/2006/relationships/notesMaster" Target="/ppt/notesMasters/notesMaster1.xml" Id="R1d3b2b15b6e048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5682ba1bf54768" /><Relationship Type="http://schemas.openxmlformats.org/officeDocument/2006/relationships/notesMaster" Target="/ppt/notesMasters/notesMaster1.xml" Id="R8049efc38b2547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442ece606d433b" /><Relationship Type="http://schemas.openxmlformats.org/officeDocument/2006/relationships/notesMaster" Target="/ppt/notesMasters/notesMaster1.xml" Id="R1f5e9a85621542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b56510ab754994" /><Relationship Type="http://schemas.openxmlformats.org/officeDocument/2006/relationships/notesMaster" Target="/ppt/notesMasters/notesMaster1.xml" Id="Reb67a2081f164e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94921db3f3458c" /><Relationship Type="http://schemas.openxmlformats.org/officeDocument/2006/relationships/notesMaster" Target="/ppt/notesMasters/notesMaster1.xml" Id="R9903d8f5822b46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7f14b3e11e4bea" /><Relationship Type="http://schemas.openxmlformats.org/officeDocument/2006/relationships/notesMaster" Target="/ppt/notesMasters/notesMaster1.xml" Id="R81d48b05da0343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eea9ccfccb48c8" /><Relationship Type="http://schemas.openxmlformats.org/officeDocument/2006/relationships/notesMaster" Target="/ppt/notesMasters/notesMaster1.xml" Id="R5b86ae5e352a46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763d885cdb4e5f" /><Relationship Type="http://schemas.openxmlformats.org/officeDocument/2006/relationships/notesMaster" Target="/ppt/notesMasters/notesMaster1.xml" Id="R9d8c12b0339942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cf00b6de184194" /><Relationship Type="http://schemas.openxmlformats.org/officeDocument/2006/relationships/notesMaster" Target="/ppt/notesMasters/notesMaster1.xml" Id="Rc9dbc7c561684c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c09925dc134b79" /><Relationship Type="http://schemas.openxmlformats.org/officeDocument/2006/relationships/notesMaster" Target="/ppt/notesMasters/notesMaster1.xml" Id="R303cd5f0a9cd47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8bf39b99db4ce5" /><Relationship Type="http://schemas.openxmlformats.org/officeDocument/2006/relationships/notesMaster" Target="/ppt/notesMasters/notesMaster1.xml" Id="Radba75a68b304d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c0f5c6bfdc4bd5" /><Relationship Type="http://schemas.openxmlformats.org/officeDocument/2006/relationships/notesMaster" Target="/ppt/notesMasters/notesMaster1.xml" Id="R249db1f1ab40486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7df971c5114643" /><Relationship Type="http://schemas.openxmlformats.org/officeDocument/2006/relationships/notesMaster" Target="/ppt/notesMasters/notesMaster1.xml" Id="R4e616eae0b3544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ae37d0e45334f65" /><Relationship Type="http://schemas.openxmlformats.org/officeDocument/2006/relationships/notesMaster" Target="/ppt/notesMasters/notesMaster1.xml" Id="R494d84c69fe84a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3d4baf9c9f4f2d" /><Relationship Type="http://schemas.openxmlformats.org/officeDocument/2006/relationships/notesMaster" Target="/ppt/notesMasters/notesMaster1.xml" Id="R61711cca69f440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790d35d51a43dd" /><Relationship Type="http://schemas.openxmlformats.org/officeDocument/2006/relationships/notesMaster" Target="/ppt/notesMasters/notesMaster1.xml" Id="Ra6c2d74f396340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f86d25706d544e7" /><Relationship Type="http://schemas.openxmlformats.org/officeDocument/2006/relationships/notesMaster" Target="/ppt/notesMasters/notesMaster1.xml" Id="Rb929a3b6449245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d053f2383e84e94" /><Relationship Type="http://schemas.openxmlformats.org/officeDocument/2006/relationships/notesMaster" Target="/ppt/notesMasters/notesMaster1.xml" Id="R0f29fc0e97c049c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f47d75d3c014155" /><Relationship Type="http://schemas.openxmlformats.org/officeDocument/2006/relationships/notesMaster" Target="/ppt/notesMasters/notesMaster1.xml" Id="R6c7476ec792d47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67e8b63f1294427" /><Relationship Type="http://schemas.openxmlformats.org/officeDocument/2006/relationships/notesMaster" Target="/ppt/notesMasters/notesMaster1.xml" Id="R926bdc91b64c433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b90f1f25a9f4fba" /><Relationship Type="http://schemas.openxmlformats.org/officeDocument/2006/relationships/notesMaster" Target="/ppt/notesMasters/notesMaster1.xml" Id="R02b9eab9bc9c456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70efa6119a24dd5" /><Relationship Type="http://schemas.openxmlformats.org/officeDocument/2006/relationships/notesMaster" Target="/ppt/notesMasters/notesMaster1.xml" Id="R37e9a0f9e18c41a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7b56fdd5382436d" /><Relationship Type="http://schemas.openxmlformats.org/officeDocument/2006/relationships/notesMaster" Target="/ppt/notesMasters/notesMaster1.xml" Id="R1a7cc602a29943e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3edee001f2b49a4" /><Relationship Type="http://schemas.openxmlformats.org/officeDocument/2006/relationships/notesMaster" Target="/ppt/notesMasters/notesMaster1.xml" Id="R56904d49edaa456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7cd08eaae0a4704" /><Relationship Type="http://schemas.openxmlformats.org/officeDocument/2006/relationships/notesMaster" Target="/ppt/notesMasters/notesMaster1.xml" Id="R627293a48e5b40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40e43da19c640d9" /><Relationship Type="http://schemas.openxmlformats.org/officeDocument/2006/relationships/notesMaster" Target="/ppt/notesMasters/notesMaster1.xml" Id="Rbb8eb8b5183c487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a0795b15e5549f9" /><Relationship Type="http://schemas.openxmlformats.org/officeDocument/2006/relationships/notesMaster" Target="/ppt/notesMasters/notesMaster1.xml" Id="R4b20c29eb63e4b2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19fb96293e64847" /><Relationship Type="http://schemas.openxmlformats.org/officeDocument/2006/relationships/notesMaster" Target="/ppt/notesMasters/notesMaster1.xml" Id="R22019cdef0a8484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01ed84e8634f46" /><Relationship Type="http://schemas.openxmlformats.org/officeDocument/2006/relationships/notesMaster" Target="/ppt/notesMasters/notesMaster1.xml" Id="R3f6a5c31cdac452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c6fd05b27d4e96" /><Relationship Type="http://schemas.openxmlformats.org/officeDocument/2006/relationships/notesMaster" Target="/ppt/notesMasters/notesMaster1.xml" Id="R8b5e9a0910894ab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b97bb63f95c4977" /><Relationship Type="http://schemas.openxmlformats.org/officeDocument/2006/relationships/notesMaster" Target="/ppt/notesMasters/notesMaster1.xml" Id="R925439df31ce433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acbc81b56ec489d" /><Relationship Type="http://schemas.openxmlformats.org/officeDocument/2006/relationships/notesMaster" Target="/ppt/notesMasters/notesMaster1.xml" Id="R7becafe0e32943a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a07dda6346d4d58" /><Relationship Type="http://schemas.openxmlformats.org/officeDocument/2006/relationships/notesMaster" Target="/ppt/notesMasters/notesMaster1.xml" Id="R7fa139e23cf844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fbfd8e2e91c4022" /><Relationship Type="http://schemas.openxmlformats.org/officeDocument/2006/relationships/notesMaster" Target="/ppt/notesMasters/notesMaster1.xml" Id="R6fbf3b7fb0cf435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873bc27b89416e" /><Relationship Type="http://schemas.openxmlformats.org/officeDocument/2006/relationships/notesMaster" Target="/ppt/notesMasters/notesMaster1.xml" Id="R43c2074a42ff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dcd9df1e246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4f2e02727485c" /><Relationship Type="http://schemas.openxmlformats.org/officeDocument/2006/relationships/slideLayout" Target="/ppt/slideLayouts/slideLayout1.xml" Id="Rcf83f379d0e54d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3f379d0e54d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6fa4dc9cc4845" /><Relationship Type="http://schemas.openxmlformats.org/officeDocument/2006/relationships/hyperlink" Target="https://aiskillsnavigator.microsoft.com/" TargetMode="External" Id="R4da1bbe7a5924baa" /><Relationship Type="http://schemas.openxmlformats.org/officeDocument/2006/relationships/notesSlide" Target="/ppt/notesSlides/notesSlide1.xml" Id="Rf38ab6ffd88c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08eaabb66486e" /><Relationship Type="http://schemas.openxmlformats.org/officeDocument/2006/relationships/hyperlink" Target="https://www.aigateway.ai.inside.philips.com/" TargetMode="External" Id="R7da9d7aa20064756" /><Relationship Type="http://schemas.openxmlformats.org/officeDocument/2006/relationships/notesSlide" Target="/ppt/notesSlides/notesSlide2.xml" Id="Rf0f805d5491c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5ee62e9484042" /><Relationship Type="http://schemas.openxmlformats.org/officeDocument/2006/relationships/hyperlink" Target="https://aiskillsnavigator.microsoft.com/" TargetMode="External" Id="R16aae18f5e3f4a61" /><Relationship Type="http://schemas.openxmlformats.org/officeDocument/2006/relationships/notesSlide" Target="/ppt/notesSlides/notesSlide3.xml" Id="R56ffec214f624e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8913cb32140e3" /><Relationship Type="http://schemas.openxmlformats.org/officeDocument/2006/relationships/hyperlink" Target="https://www.aigateway.ai.inside.philips.com/" TargetMode="External" Id="R92e763db10904856" /><Relationship Type="http://schemas.openxmlformats.org/officeDocument/2006/relationships/notesSlide" Target="/ppt/notesSlides/notesSlide4.xml" Id="Rdf58f33c59c745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04101ec564c22" /><Relationship Type="http://schemas.openxmlformats.org/officeDocument/2006/relationships/image" Target="/ppt/media/image.png" Id="R0e1f0c201acc4c75" /><Relationship Type="http://schemas.openxmlformats.org/officeDocument/2006/relationships/hyperlink" Target="https://www.aigateway.ai.inside.philips.com/" TargetMode="External" Id="Rbf2d22f5d2194530" /><Relationship Type="http://schemas.openxmlformats.org/officeDocument/2006/relationships/notesSlide" Target="/ppt/notesSlides/notesSlide5.xml" Id="R3346813b6f6b43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0bd0d2be4ffa" /><Relationship Type="http://schemas.openxmlformats.org/officeDocument/2006/relationships/image" Target="/ppt/media/image2.png" Id="R8ca87c8d4a8c4ed8" /><Relationship Type="http://schemas.openxmlformats.org/officeDocument/2006/relationships/hyperlink" Target="https://www.aigateway.ai.inside.philips.com/" TargetMode="External" Id="R5b01c64442ba4db5" /><Relationship Type="http://schemas.openxmlformats.org/officeDocument/2006/relationships/notesSlide" Target="/ppt/notesSlides/notesSlide6.xml" Id="R9e3dc3f6724748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85fc4fe84e18" /><Relationship Type="http://schemas.openxmlformats.org/officeDocument/2006/relationships/image" Target="/ppt/media/image3.png" Id="R2442a3d4df664405" /><Relationship Type="http://schemas.openxmlformats.org/officeDocument/2006/relationships/hyperlink" Target="https://www.aigateway.ai.inside.philips.com/" TargetMode="External" Id="Rfbded100456440af" /><Relationship Type="http://schemas.openxmlformats.org/officeDocument/2006/relationships/notesSlide" Target="/ppt/notesSlides/notesSlide7.xml" Id="Rd50bdb9135b34c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a3a3f7ca84d36" /><Relationship Type="http://schemas.openxmlformats.org/officeDocument/2006/relationships/hyperlink" Target="https://www.aigateway.ai.inside.philips.com/" TargetMode="External" Id="Rc3dcd75fa60c44dc" /><Relationship Type="http://schemas.openxmlformats.org/officeDocument/2006/relationships/notesSlide" Target="/ppt/notesSlides/notesSlide8.xml" Id="Re58b5466c0a349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ad8153d8743c1" /><Relationship Type="http://schemas.openxmlformats.org/officeDocument/2006/relationships/hyperlink" Target="https://www.aigateway.ai.inside.philips.com/" TargetMode="External" Id="Radd2b14b8ac547da" /><Relationship Type="http://schemas.openxmlformats.org/officeDocument/2006/relationships/notesSlide" Target="/ppt/notesSlides/notesSlide9.xml" Id="Rdaced84501d741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6623dabc74b77" /><Relationship Type="http://schemas.openxmlformats.org/officeDocument/2006/relationships/image" Target="/ppt/media/image4.png" Id="Rf9ce6d7803d5421d" /><Relationship Type="http://schemas.openxmlformats.org/officeDocument/2006/relationships/hyperlink" Target="https://www.aigateway.ai.inside.philips.com/" TargetMode="External" Id="Re88578b9570b4396" /><Relationship Type="http://schemas.openxmlformats.org/officeDocument/2006/relationships/notesSlide" Target="/ppt/notesSlides/notesSlide10.xml" Id="R59df7ed930d74c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fd2a10bdd40e6" /><Relationship Type="http://schemas.openxmlformats.org/officeDocument/2006/relationships/image" Target="/ppt/media/image5.png" Id="Rc6983f28caaf4d36" /><Relationship Type="http://schemas.openxmlformats.org/officeDocument/2006/relationships/hyperlink" Target="https://www.aigateway.ai.inside.philips.com/" TargetMode="External" Id="R33215523f9aa482b" /><Relationship Type="http://schemas.openxmlformats.org/officeDocument/2006/relationships/hyperlink" Target="https://philips.service-now.com/itportal?id=kb_article&amp;sysparm_article=KB1528249&amp;sys_id=24240f5bfb794b54ae1afb576eefdc0f&amp;spa=1" TargetMode="External" Id="R2ffd86b3498d4096" /><Relationship Type="http://schemas.openxmlformats.org/officeDocument/2006/relationships/notesSlide" Target="/ppt/notesSlides/notesSlide11.xml" Id="Rb9071b212b3a4b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e5f6121124786" /><Relationship Type="http://schemas.openxmlformats.org/officeDocument/2006/relationships/image" Target="/ppt/media/image6.png" Id="Rcd8dabb8ad3a4248" /><Relationship Type="http://schemas.openxmlformats.org/officeDocument/2006/relationships/hyperlink" Target="https://www.aigateway.ai.inside.philips.com/" TargetMode="External" Id="R32bc0a779cdf4c00" /><Relationship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 Id="R68e06d5e09d34c85" /><Relationship Type="http://schemas.openxmlformats.org/officeDocument/2006/relationships/notesSlide" Target="/ppt/notesSlides/notesSlide12.xml" Id="R7aed3983ddc143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466febed44bd8" /><Relationship Type="http://schemas.openxmlformats.org/officeDocument/2006/relationships/image" Target="/ppt/media/image7.png" Id="Rf186293c636243ad" /><Relationship Type="http://schemas.openxmlformats.org/officeDocument/2006/relationships/hyperlink" Target="https://philips.service-now.com/softwareportal" TargetMode="External" Id="R9b818f9ac4b04852" /><Relationship Type="http://schemas.openxmlformats.org/officeDocument/2006/relationships/hyperlink" Target="https://philips.service-now.com/itportal?id=kb_article&amp;sysparm_article=KB1528249&amp;sys_id=24240f5bfb794b54ae1afb576eefdc0f&amp;spa=1" TargetMode="External" Id="Rfa4ab3de29f248b0" /><Relationship Type="http://schemas.openxmlformats.org/officeDocument/2006/relationships/notesSlide" Target="/ppt/notesSlides/notesSlide13.xml" Id="Rf54d82adb74240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c0867f2104eb1" /><Relationship Type="http://schemas.openxmlformats.org/officeDocument/2006/relationships/image" Target="/ppt/media/image8.png" Id="Rafab2c79a83d4e1e" /><Relationship Type="http://schemas.openxmlformats.org/officeDocument/2006/relationships/hyperlink" Target="https://www.aigateway.ai.inside.philips.com/" TargetMode="External" Id="Rdd58b2cd9aff4c61" /><Relationship Type="http://schemas.openxmlformats.org/officeDocument/2006/relationships/notesSlide" Target="/ppt/notesSlides/notesSlide14.xml" Id="R2a7b73015c2f4c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9cb469d8c43a2" /><Relationship Type="http://schemas.openxmlformats.org/officeDocument/2006/relationships/hyperlink" Target="https://www.aigateway.ai.inside.philips.com/" TargetMode="External" Id="R1492b1a8a1fe47af" /><Relationship Type="http://schemas.openxmlformats.org/officeDocument/2006/relationships/hyperlink" Target="https://philips-ai-tool-lab.github.io/ai-tool-lab-preview/" TargetMode="External" Id="R38537cf46125478b" /><Relationship Type="http://schemas.openxmlformats.org/officeDocument/2006/relationships/notesSlide" Target="/ppt/notesSlides/notesSlide15.xml" Id="R7f72f92cb39749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c25b2f85f4a27" /><Relationship Type="http://schemas.openxmlformats.org/officeDocument/2006/relationships/hyperlink" Target="https://www.aigateway.ai.inside.philips.com/" TargetMode="External" Id="Rd3f59bc153af4554" /><Relationship Type="http://schemas.openxmlformats.org/officeDocument/2006/relationships/hyperlink" Target="https://philips-ai-tool-lab.github.io/ai-tool-lab-preview/" TargetMode="External" Id="R3b3a3e4a90644e9a" /><Relationship Type="http://schemas.openxmlformats.org/officeDocument/2006/relationships/notesSlide" Target="/ppt/notesSlides/notesSlide16.xml" Id="R9920d8bb6c714b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9a003f3834943" /><Relationship Type="http://schemas.openxmlformats.org/officeDocument/2006/relationships/image" Target="/ppt/media/image9.png" Id="R72c292ad543e44e9" /><Relationship Type="http://schemas.openxmlformats.org/officeDocument/2006/relationships/hyperlink" Target="https://aiskillsnavigator.microsoft.com/" TargetMode="External" Id="R2bba876a44244a70" /><Relationship Type="http://schemas.openxmlformats.org/officeDocument/2006/relationships/hyperlink" Target="https://m365.cloud.microsoft/chat" TargetMode="External" Id="R96221d42ac8f48b6" /><Relationship Type="http://schemas.openxmlformats.org/officeDocument/2006/relationships/notesSlide" Target="/ppt/notesSlides/notesSlide17.xml" Id="Reb6ee4b63f044d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86401fa814f16" /><Relationship Type="http://schemas.openxmlformats.org/officeDocument/2006/relationships/hyperlink" Target="https://aiskillsnavigator.microsoft.com/" TargetMode="External" Id="Rf895f5b3f19c4c09" /><Relationship Type="http://schemas.openxmlformats.org/officeDocument/2006/relationships/hyperlink" Target="https://aiskillsnavigator.microsoft.com/playlists/291ff1ba-c754-44f1-9814-ef8917f8c989" TargetMode="External" Id="Raedd5a29f4334398" /><Relationship Type="http://schemas.openxmlformats.org/officeDocument/2006/relationships/hyperlink" Target="https://m365.cloud.microsoft/chat" TargetMode="External" Id="R0f935c5a5fdd45cd" /><Relationship Type="http://schemas.openxmlformats.org/officeDocument/2006/relationships/notesSlide" Target="/ppt/notesSlides/notesSlide18.xml" Id="R072c65a42a374d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7090d228f4241" /><Relationship Type="http://schemas.openxmlformats.org/officeDocument/2006/relationships/image" Target="/ppt/media/image10.png" Id="Re63dc01ebd364bb1" /><Relationship Type="http://schemas.openxmlformats.org/officeDocument/2006/relationships/hyperlink" Target="https://aiskillsnavigator.microsoft.com/" TargetMode="External" Id="R572ee4eee9df4201" /><Relationship Type="http://schemas.openxmlformats.org/officeDocument/2006/relationships/notesSlide" Target="/ppt/notesSlides/notesSlide19.xml" Id="R4e9229ec31044a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9bf52f5894ecf" /><Relationship Type="http://schemas.openxmlformats.org/officeDocument/2006/relationships/image" Target="/ppt/media/image11.png" Id="R83abd8d9722742c8" /><Relationship Type="http://schemas.openxmlformats.org/officeDocument/2006/relationships/hyperlink" Target="https://aiskillsnavigator.microsoft.com/playlists/291ff1ba-c754-44f1-9814-ef8917f8c989" TargetMode="External" Id="R1281100328f04f45" /><Relationship Type="http://schemas.openxmlformats.org/officeDocument/2006/relationships/notesSlide" Target="/ppt/notesSlides/notesSlide20.xml" Id="R79f0d92404544ac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089742c14dd5" /><Relationship Type="http://schemas.openxmlformats.org/officeDocument/2006/relationships/image" Target="/ppt/media/image12.png" Id="R3e6409a5a264406a" /><Relationship Type="http://schemas.openxmlformats.org/officeDocument/2006/relationships/hyperlink" Target="https://aiskillsnavigator.microsoft.com/playlists/291ff1ba-c754-44f1-9814-ef8917f8c989" TargetMode="External" Id="R3ca66bd6e8c749c6" /><Relationship Type="http://schemas.openxmlformats.org/officeDocument/2006/relationships/hyperlink" Target="https://learn.microsoft.com/zh-cn/training/courses/ms-4004" TargetMode="External" Id="Rc2c1faa795b849bf" /><Relationship Type="http://schemas.openxmlformats.org/officeDocument/2006/relationships/notesSlide" Target="/ppt/notesSlides/notesSlide21.xml" Id="R3e221c0418b542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d184930634c08" /><Relationship Type="http://schemas.openxmlformats.org/officeDocument/2006/relationships/hyperlink" Target="https://aiskillsnavigator.microsoft.com/playlists/291ff1ba-c754-44f1-9814-ef8917f8c989" TargetMode="External" Id="R9d8ac7fda44e4c6b" /><Relationship Type="http://schemas.openxmlformats.org/officeDocument/2006/relationships/notesSlide" Target="/ppt/notesSlides/notesSlide22.xml" Id="Ra7f8239c1b3f43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dac6098c04919" /><Relationship Type="http://schemas.openxmlformats.org/officeDocument/2006/relationships/hyperlink" Target="https://m365.cloud.microsoft/chat" TargetMode="External" Id="Rd67a7b6bd26a4a06" /><Relationship Type="http://schemas.openxmlformats.org/officeDocument/2006/relationships/notesSlide" Target="/ppt/notesSlides/notesSlide23.xml" Id="R1c57827425774d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4d3d3bbc94795" /><Relationship Type="http://schemas.openxmlformats.org/officeDocument/2006/relationships/hyperlink" Target="https://m365.cloud.microsoft/chat" TargetMode="External" Id="R1c35ef88c4564a8d" /><Relationship Type="http://schemas.openxmlformats.org/officeDocument/2006/relationships/notesSlide" Target="/ppt/notesSlides/notesSlide24.xml" Id="Rb80c8864be7e49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5a0033d514d0b" /><Relationship Type="http://schemas.openxmlformats.org/officeDocument/2006/relationships/hyperlink" Target="https://m365.cloud.microsoft/chat" TargetMode="External" Id="Re443801d3c6e4550" /><Relationship Type="http://schemas.openxmlformats.org/officeDocument/2006/relationships/notesSlide" Target="/ppt/notesSlides/notesSlide25.xml" Id="Rc89e744950294b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b9038ea64231" /><Relationship Type="http://schemas.openxmlformats.org/officeDocument/2006/relationships/hyperlink" Target="https://m365.cloud.microsoft/chat" TargetMode="External" Id="Rbbf25980c811419a" /><Relationship Type="http://schemas.openxmlformats.org/officeDocument/2006/relationships/notesSlide" Target="/ppt/notesSlides/notesSlide26.xml" Id="R12129706f56a46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156e3075d4131" /><Relationship Type="http://schemas.openxmlformats.org/officeDocument/2006/relationships/hyperlink" Target="https://m365.cloud.microsoft/chat" TargetMode="External" Id="Rb6b28c768b8d4f5c" /><Relationship Type="http://schemas.openxmlformats.org/officeDocument/2006/relationships/notesSlide" Target="/ppt/notesSlides/notesSlide27.xml" Id="R9733a95c3ca248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eb834932d480e" /><Relationship Type="http://schemas.openxmlformats.org/officeDocument/2006/relationships/hyperlink" Target="https://m365.cloud.microsoft/chat" TargetMode="External" Id="Re1bc2e891c8b49b3" /><Relationship Type="http://schemas.openxmlformats.org/officeDocument/2006/relationships/notesSlide" Target="/ppt/notesSlides/notesSlide28.xml" Id="Raafb64d74ee94a9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e4a91f4e6477d" /><Relationship Type="http://schemas.openxmlformats.org/officeDocument/2006/relationships/image" Target="/ppt/media/image13.png" Id="R22e228bc220f41ff" /><Relationship Type="http://schemas.openxmlformats.org/officeDocument/2006/relationships/hyperlink" Target="https://m365.cloud.microsoft/chat" TargetMode="External" Id="R875d3f03a70f4324" /><Relationship Type="http://schemas.openxmlformats.org/officeDocument/2006/relationships/notesSlide" Target="/ppt/notesSlides/notesSlide29.xml" Id="Rdcd5849824e048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ba77207b746f6" /><Relationship Type="http://schemas.openxmlformats.org/officeDocument/2006/relationships/hyperlink" Target="https://m365.cloud.microsoft/chat" TargetMode="External" Id="Rf733f4f74b2548ed" /><Relationship Type="http://schemas.openxmlformats.org/officeDocument/2006/relationships/notesSlide" Target="/ppt/notesSlides/notesSlide30.xml" Id="Re28e869ea00c4a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0b667d0a44d9" /><Relationship Type="http://schemas.openxmlformats.org/officeDocument/2006/relationships/hyperlink" Target="https://m365.cloud.microsoft/chat" TargetMode="External" Id="Rb39d8bca3af34423" /><Relationship Type="http://schemas.openxmlformats.org/officeDocument/2006/relationships/notesSlide" Target="/ppt/notesSlides/notesSlide31.xml" Id="R1f05392713fd4a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7949a674d4d33" /><Relationship Type="http://schemas.openxmlformats.org/officeDocument/2006/relationships/hyperlink" Target="https://philips-ai-tool-lab.github.io/ai-tool-lab-preview/" TargetMode="External" Id="R319aaf213bd24884" /><Relationship Type="http://schemas.openxmlformats.org/officeDocument/2006/relationships/hyperlink" Target="https://philips-ai-tool-lab.github.io/ai-tool-lab-preview/#agent-builder-path" TargetMode="External" Id="R7ced23dba8184c72" /><Relationship Type="http://schemas.openxmlformats.org/officeDocument/2006/relationships/hyperlink" Target="https://m365.cloud.microsoft/chat" TargetMode="External" Id="Rc54ec30dabd54ccd" /><Relationship Type="http://schemas.openxmlformats.org/officeDocument/2006/relationships/notesSlide" Target="/ppt/notesSlides/notesSlide32.xml" Id="R12a7c11b703143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4d0ccb51a486c" /><Relationship Type="http://schemas.openxmlformats.org/officeDocument/2006/relationships/image" Target="/ppt/media/image14.png" Id="R300804d047ba4556" /><Relationship Type="http://schemas.openxmlformats.org/officeDocument/2006/relationships/hyperlink" Target="https://philips-ai-tool-lab.github.io/ai-tool-lab-preview/" TargetMode="External" Id="R53d42d596f914127" /><Relationship Type="http://schemas.openxmlformats.org/officeDocument/2006/relationships/hyperlink" Target="https://philips-ai-tool-lab.github.io/ai-tool-lab-preview/#agent-builder-path" TargetMode="External" Id="R2e6acaff9c66495c" /><Relationship Type="http://schemas.openxmlformats.org/officeDocument/2006/relationships/notesSlide" Target="/ppt/notesSlides/notesSlide33.xml" Id="Ra0d70ff077494e9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2b67cbcd24d1a" /><Relationship Type="http://schemas.openxmlformats.org/officeDocument/2006/relationships/hyperlink" Target="https://philips-ai-tool-lab.github.io/ai-tool-lab-preview/labs/chief-of-staff/" TargetMode="External" Id="R6aed8dd144b249c3" /><Relationship Type="http://schemas.openxmlformats.org/officeDocument/2006/relationships/hyperlink" Target="https://philips-ai-tool-lab.github.io/ai-tool-lab-preview/labs/product-manual-faq/" TargetMode="External" Id="Rb779f1e803544ff5" /><Relationship Type="http://schemas.openxmlformats.org/officeDocument/2006/relationships/hyperlink" Target="https://philips-ai-tool-lab.github.io/ai-tool-lab-preview/labs/meeting-follow-up/" TargetMode="External" Id="R25accea659d043ae" /><Relationship Type="http://schemas.openxmlformats.org/officeDocument/2006/relationships/hyperlink" Target="https://philips-ai-tool-lab.github.io/ai-tool-lab-preview/labs/funnel-data-analyst/" TargetMode="External" Id="R437e5ad1f7d1490f" /><Relationship Type="http://schemas.openxmlformats.org/officeDocument/2006/relationships/notesSlide" Target="/ppt/notesSlides/notesSlide34.xml" Id="R4d37444ca42a452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de713048a41c7" /><Relationship Type="http://schemas.openxmlformats.org/officeDocument/2006/relationships/image" Target="/ppt/media/image15.png" Id="R35ac3c5ba5724fb4" /><Relationship Type="http://schemas.openxmlformats.org/officeDocument/2006/relationships/hyperlink" Target="https://philips-ai-tool-lab.github.io/ai-tool-lab-preview/labs/chief-of-staff/" TargetMode="External" Id="R0913a2b77c094cda" /><Relationship Type="http://schemas.openxmlformats.org/officeDocument/2006/relationships/notesSlide" Target="/ppt/notesSlides/notesSlide35.xml" Id="R7fdc5509f104418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d3f9dc5bd4c78" /><Relationship Type="http://schemas.openxmlformats.org/officeDocument/2006/relationships/image" Target="/ppt/media/image16.png" Id="Rc4f35d76c8f5462a" /><Relationship Type="http://schemas.openxmlformats.org/officeDocument/2006/relationships/hyperlink" Target="https://philips-ai-tool-lab.github.io/ai-tool-lab-preview/labs/product-manual-faq/" TargetMode="External" Id="Rdcf6d6f2778340a4" /><Relationship Type="http://schemas.openxmlformats.org/officeDocument/2006/relationships/notesSlide" Target="/ppt/notesSlides/notesSlide36.xml" Id="Ra23ef8762e2e467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111d859614ae4" /><Relationship Type="http://schemas.openxmlformats.org/officeDocument/2006/relationships/image" Target="/ppt/media/image17.png" Id="R53e2c5ff66c34a91" /><Relationship Type="http://schemas.openxmlformats.org/officeDocument/2006/relationships/hyperlink" Target="https://philips-ai-tool-lab.github.io/ai-tool-lab-preview/labs/meeting-follow-up/" TargetMode="External" Id="R8646fc2ee7c0434a" /><Relationship Type="http://schemas.openxmlformats.org/officeDocument/2006/relationships/notesSlide" Target="/ppt/notesSlides/notesSlide37.xml" Id="Re2e8bed950ef4b1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02fa9c82d4cfb" /><Relationship Type="http://schemas.openxmlformats.org/officeDocument/2006/relationships/image" Target="/ppt/media/image18.png" Id="Redfaaab4d9da4197" /><Relationship Type="http://schemas.openxmlformats.org/officeDocument/2006/relationships/hyperlink" Target="https://philips-ai-tool-lab.github.io/ai-tool-lab-preview/labs/funnel-data-analyst/" TargetMode="External" Id="R6dedf00dd250417b" /><Relationship Type="http://schemas.openxmlformats.org/officeDocument/2006/relationships/notesSlide" Target="/ppt/notesSlides/notesSlide38.xml" Id="Rb3ad5a5df7974ba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ba32b30e4898" /><Relationship Type="http://schemas.openxmlformats.org/officeDocument/2006/relationships/hyperlink" Target="https://philips-ai-tool-lab.github.io/ai-tool-lab-preview/#agent-builder-path" TargetMode="External" Id="R499f04517b17486a" /><Relationship Type="http://schemas.openxmlformats.org/officeDocument/2006/relationships/notesSlide" Target="/ppt/notesSlides/notesSlide39.xml" Id="Rbb2097e307a144c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cb8b9e6824388" /><Relationship Type="http://schemas.openxmlformats.org/officeDocument/2006/relationships/image" Target="/ppt/media/image19.png" Id="R4c810d4cbbb648df" /><Relationship Type="http://schemas.openxmlformats.org/officeDocument/2006/relationships/hyperlink" Target="https://m365.cloud.microsoft/chat" TargetMode="External" Id="R2ae2fe4920e74aa5" /><Relationship Type="http://schemas.openxmlformats.org/officeDocument/2006/relationships/notesSlide" Target="/ppt/notesSlides/notesSlide40.xml" Id="R138f29cebfb140e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5ca4b226416b" /><Relationship Type="http://schemas.openxmlformats.org/officeDocument/2006/relationships/image" Target="/ppt/media/image20.png" Id="Rfecd2faf02a64075" /><Relationship Type="http://schemas.openxmlformats.org/officeDocument/2006/relationships/hyperlink" Target="https://philips-ai-tool-lab.github.io/ai-tool-lab-preview/#agent-builder-path" TargetMode="External" Id="R8dc6eda46db149a6" /><Relationship Type="http://schemas.openxmlformats.org/officeDocument/2006/relationships/notesSlide" Target="/ppt/notesSlides/notesSlide41.xml" Id="R8e4f8fe4b0914a3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ab3c027c0400e" /><Relationship Type="http://schemas.openxmlformats.org/officeDocument/2006/relationships/image" Target="/ppt/media/image21.png" Id="Reacb2cef620740c2" /><Relationship Type="http://schemas.openxmlformats.org/officeDocument/2006/relationships/hyperlink" Target="https://philips-ai-tool-lab.github.io/ai-tool-lab-preview/labs/meeting-follow-up/" TargetMode="External" Id="R5e4c1cc495f749a3" /><Relationship Type="http://schemas.openxmlformats.org/officeDocument/2006/relationships/notesSlide" Target="/ppt/notesSlides/notesSlide42.xml" Id="R9770ca38aeca412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b950c918434c" /><Relationship Type="http://schemas.openxmlformats.org/officeDocument/2006/relationships/image" Target="/ppt/media/image22.png" Id="Rd6df6475e931461a" /><Relationship Type="http://schemas.openxmlformats.org/officeDocument/2006/relationships/hyperlink" Target="https://philips-ai-tool-lab.github.io/ai-tool-lab-preview/#agent-builder-path" TargetMode="External" Id="Reef6d110cca34f35" /><Relationship Type="http://schemas.openxmlformats.org/officeDocument/2006/relationships/notesSlide" Target="/ppt/notesSlides/notesSlide43.xml" Id="R0dfa099c8c67452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fd1d89a14f7d" /><Relationship Type="http://schemas.openxmlformats.org/officeDocument/2006/relationships/image" Target="/ppt/media/image23.png" Id="R7149428b20944afb" /><Relationship Type="http://schemas.openxmlformats.org/officeDocument/2006/relationships/hyperlink" Target="https://philips-ai-tool-lab.github.io/ai-tool-lab-preview/labs/meeting-follow-up/" TargetMode="External" Id="Radac09f11d434183" /><Relationship Type="http://schemas.openxmlformats.org/officeDocument/2006/relationships/notesSlide" Target="/ppt/notesSlides/notesSlide44.xml" Id="R15492de2ec524b4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29a414fd54cd4" /><Relationship Type="http://schemas.openxmlformats.org/officeDocument/2006/relationships/image" Target="/ppt/media/image24.png" Id="Re2d778919b3a4800" /><Relationship Type="http://schemas.openxmlformats.org/officeDocument/2006/relationships/hyperlink" Target="https://philips-ai-tool-lab.github.io/ai-tool-lab-preview/#agent-builder-path" TargetMode="External" Id="R3ea78921341145c8" /><Relationship Type="http://schemas.openxmlformats.org/officeDocument/2006/relationships/notesSlide" Target="/ppt/notesSlides/notesSlide45.xml" Id="R585b1405ecae4da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0897ba9d415e" /><Relationship Type="http://schemas.openxmlformats.org/officeDocument/2006/relationships/image" Target="/ppt/media/image25.png" Id="Ra9cf30aa84a74974" /><Relationship Type="http://schemas.openxmlformats.org/officeDocument/2006/relationships/hyperlink" Target="https://m365.cloud.microsoft/chat" TargetMode="External" Id="R2d6e0447c4bd4fef" /><Relationship Type="http://schemas.openxmlformats.org/officeDocument/2006/relationships/notesSlide" Target="/ppt/notesSlides/notesSlide46.xml" Id="R60053329d7c446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31935b87444da" /><Relationship Type="http://schemas.openxmlformats.org/officeDocument/2006/relationships/image" Target="/ppt/media/image26.png" Id="R41b2147ac27145ca" /><Relationship Type="http://schemas.openxmlformats.org/officeDocument/2006/relationships/hyperlink" Target="https://philips-ai-tool-lab.github.io/ai-tool-lab-preview/labs/meeting-follow-up/" TargetMode="External" Id="Re3ed398fdb964650" /><Relationship Type="http://schemas.openxmlformats.org/officeDocument/2006/relationships/notesSlide" Target="/ppt/notesSlides/notesSlide47.xml" Id="R8d1211f9f61b47b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df94e0cd44c4" /><Relationship Type="http://schemas.openxmlformats.org/officeDocument/2006/relationships/hyperlink" Target="https://philips-ai-tool-lab.github.io/ai-tool-lab-preview/labs/chief-of-staff/" TargetMode="External" Id="R54e4cd033ea7423e" /><Relationship Type="http://schemas.openxmlformats.org/officeDocument/2006/relationships/hyperlink" Target="https://philips-ai-tool-lab.github.io/ai-tool-lab-preview/labs/product-manual-faq/" TargetMode="External" Id="R22c50ef18e064014" /><Relationship Type="http://schemas.openxmlformats.org/officeDocument/2006/relationships/hyperlink" Target="https://philips-ai-tool-lab.github.io/ai-tool-lab-preview/labs/meeting-follow-up/" TargetMode="External" Id="R3a7c5e483898409f" /><Relationship Type="http://schemas.openxmlformats.org/officeDocument/2006/relationships/hyperlink" Target="https://philips-ai-tool-lab.github.io/ai-tool-lab-preview/labs/funnel-data-analyst/" TargetMode="External" Id="R5641bce313744740" /><Relationship Type="http://schemas.openxmlformats.org/officeDocument/2006/relationships/hyperlink" Target="https://m365.cloud.microsoft/chat" TargetMode="External" Id="Ra72546855f9e40d1" /><Relationship Type="http://schemas.openxmlformats.org/officeDocument/2006/relationships/notesSlide" Target="/ppt/notesSlides/notesSlide48.xml" Id="R4ee1347488cd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a1bbe7a5924baa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a9d7aa20064756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aae18f5e3f4a61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e763db10904856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f0c201acc4c75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2d22f5d2194530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87c8d4a8c4ed8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01c64442ba4db5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2a3d4df664405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ded100456440af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内部学习社群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岗位能力建设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分享实践案例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复盘赢单与失单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支持投标和定价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简化订单处理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改善服务运营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加快创新流程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连接本地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开展生态协作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dcd75fa60c44d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查看 Enterprise ChatGPT 是否已经开通、从哪里申请，以及遇到问题时怎样获得入门支持。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了解哪些工作场景可以使用、哪些数据不能输入，以及生成内容为什么仍需人工检查。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用量与状态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页面还会显示申请状态、使用情况和部分费用或配额信息，便于个人和平台团队查看。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d2b14b8ac547da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页面上可以找到哪些信息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首页可以查看 Enterprise ChatGPT 的申请入口和当前访问状态；下方内容说明费用与配额、使用情况以及标准申请流程。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e6d7803d5421d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申请入口：主卡提供“Request access”按钮。引导助手可以说明怎样申请、开通后怎样开始使用，以及企业使用要求。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页面下方：三张卡片分别介绍费用与配额、使用状态，以及企业统一的申请方式。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88578b9570b4396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ChatGPT：申请前先获得部门批准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主要用于明确的部门级、企业级或产品研发场景。申请账号和中国网络服务前，需要先获得本部门管理团队（GCMT）的批准。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83f28caaf4d36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适用场景：部门或企业级应用、系统和 Agent 的设计开发，也包括 Philips 产品相关的科研与研发工作。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部门统筹：各部门根据预算和业务需求确定申请范围。原文件建议申请人数不超过部门总人数的 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批准方式：个人可以取得 GCMT 邮件批准，也可以由部门统一确认申请名单；名单后续可以按月复核调整。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215523f9aa482b"/>
              </a:rPr>
              <a:t>打开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ffd86b3498d4096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获得部门批准后，还要完成两项申请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第一项是 Enterprise ChatGPT 账号，第二项是中国网络访问服务（China Internet Acceleration Service）。两项申请完成后会分别收到邮件。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dabb8ad3a4248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账号申请：进入 AI Gateway，在 AI Assistant 对话框输入“Access”，提交 Enterprise ChatGPT 账号申请。开通后会收到 OpenAI 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网络申请：在 ServiceNow 申请中国网络访问服务，并上传个人承诺书和 GCMT 批准材料。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怎样确认完成：账号开通会收到 OpenAI 邮件，网络申请完成会收到 ServiceNow（SNOW）关单邮件。两封邮件都收到后，再安装登录工具。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bc0a779cdf4c00"/>
              </a:rPr>
              <a:t>申请 Enterprise ChatGPT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e06d5e09d34c85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两项申请完成后：安装工具并登录企业工作区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Software Portal 安装 ChatGPT Proxy Doctor 登录工具，再用 Philips 账号单点登录（Single Sign-On）进入企业版 ChatGPT 工作区。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6293c636243ad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安装与登录：从 Software Portal 下载 ChatGPT Proxy Doctor。通过这个工具打开网页版或桌面应用，再用 Philips 账号登录。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使用时注意：只使用 Philips 批准的企业账号和网络，不输入机密、患者或敏感个人数据。生成内容先作为草稿，重要事实和决定仍由员工确认。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如果无法使用：先确认两封审批邮件都已收到，再重启并等待权限更新。仍有问题时，记下报错内容、发生时间以及所用网络和设备，再联系 ServiceNow 或本地 IT。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7A1CB-5FB1-4E59-80B9-30FF90B4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818f9ac4b04852"/>
              </a:rPr>
              <a:t>打开 Software Portal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4ab3de29f248b0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2c79a83d4e1e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怎样负责任地做：只在批准的 Philips 工作环境中使用；不输入不允许处理的敏感信息，并在使用前检查生成结果。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怎样获得权限：从 AI Gateway 开始申请。获得部门批准后，系统会按照相应步骤为账号开通权限。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58b2cd9aff4c61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92b1a8a1fe47af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537cf46125478b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f59bc153af4554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3a3e4a90644e9a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三列排列，便于找到对应联系人。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292ad543e44e9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覆盖范围：名单覆盖市场、财务、法务、人力资源、战略、质量、法规、临床、创新、IT，以及各业务单元和区域市场。原图保留了完整组织缩写。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是对应业务的管理负责人；AI Ambassador 负责分享学习资源和实践经验，帮助团队梳理适合 AI 的工作问题。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怎样使用名单：先在第一列找到自己的部门或业务单元，再查看同一行的 AI Ambassador。工具和学习问题可以向大使交流，业务决定和数据授权仍由本部门负责人确认。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ba876a44244a70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221d42ac8f48b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95f5b3f19c4c09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dd5a29f4334398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935c5a5fdd45c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dc01ebd364bb1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2ee4eee9df4201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bd8d9722742c8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顶部信息：33 items 表示播放列表包含 33 项内容，进度条显示已完成比例，Continue learning 用于继续上次的学习位置。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建议顺序：先完成 AI 和 Copilot Chat 基础内容，熟悉提示词、文件分析和协作方式，再进入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在哪里：向下滚动即可看到 MS-4004。它按管理者、销售、市场、财务、IT、人力资源、运营、企业沟通、客户服务和法务组织案例。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81100328f04f45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409a5a264406a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左侧目录：点击课程名称可以展开单元。当前基础模块包括介绍、Copilot Pages、Agents、练习和总结；下方可以看到 MS-4004。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右侧学习区：这里显示正文、重要提醒和学习目标。页面顶部还提供单元总结和转成播客等辅助复习功能。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今天怎么使用：先知道课程入口在哪里，再进入 MS-4004 查看与自己岗位接近的案例。课堂实操会选取其中可以跨岗位使用的方法。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a66bd6e8c749c6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c1faa795b849bf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8ac7fda44e4c6b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67a7b6bd26a4a06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35ef88c4564a8d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43801d3c6e4550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f25980c811419a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b28c768b8d4f5c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bc2e891c8b49b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228bc220f41ff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开始新任务：左侧 New chat 用于新建对话，Search 用于查找历史内容。Library、Notebooks 和 Agents 可以在需要时再探索。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加入资料：中央 Message Copilot 是任务输入框；点击左侧加号可以添加文件。下方几个按钮是文件分析、邮件整理、人员搜索和会议准备等快捷入口。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提交前检查：确认左下角显示 Philips 工作账号，只添加当前任务需要的资料；不确定某类敏感信息能否使用时，先查看企业规则或咨询支持人员。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5d3f03a70f432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33f4f74b2548ed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9d8bca3af3442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9aaf213bd24884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ed23dba8184c72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4ec30dabd54ccd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804d047ba4556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d42d596f914127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6acaff9c66495c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ed8dd144b249c3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79f1e803544ff5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accea659d043ae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37e5ad1f7d1490f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c3c5ba5724fb4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13a2b77c094cda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35d76c8f5462a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回答结构：先概括几个示例卖点，包括减少氦气维护、AI 辅助工作流、成像质量和长期使用成本，再把规格转化为客户能够理解的价值。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f6d6f2778340a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2c5ff66c34a91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需要提供：同时给出原始会议内容、阅读对象、需要的栏目，并要求标出尚未确认的信息，避免只生成普通会议摘要。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模板作用：把邮件模板作为参考资料，可以让不同会议都使用相同的管理层汇报结构和语言风格。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46fc2ee7c0434a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aaab4d9da4197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类别怎么理解：Omitted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明显最高，Pipeline 居第二。图表可以回答各类别的金额分布，但不能直接说明出现差异的原因。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列出筛选条件、明显异常和需要继续确认的问题，例如 Omitted 由哪些机会组成、停留了多久、不同区域是否有相同情况。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edf00dd250417b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9f04517b17486a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10d4cbbb648df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e2fe4920e74aa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d2faf02a64075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在输入框描述需求，Builder 会先生成草稿；点击 Skip 可以直接进入各项设置；Templates 则提供可以修改的现成模板。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本次演示选择手动填写，逐项查看名称、用途、工作规则和参考资料。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dc6eda46db149a6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b2cef620740c2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图标和名称帮助用户识别 Agent；用途说明用一句话告诉大家它能做什么；工作规则写清它怎样完成任务。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工作规则可以包括输入内容、处理步骤、输出栏目、参考资料范围，以及信息不足时怎样回应。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4c1cc495f749a3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f6475e931461a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上方可以输入网址、搜索名称或拖入文件；可选来源包括 SharePoint、Teams、Outlook 和网站，也可以从个人文件、聊天、会议与邮件中选择。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会议跟进助手只加入邮件模板和会议内容，其他无关资料暂时不选。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f6d110cca34f35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9428b20944afb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先搜索 Mail Template，再核对修改时间、修改人和保存位置，确认模板来自哪个团队、是否为当前版本。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ac09f11d43418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778919b3a4800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Title：用短语说明任务，例如“行动项”。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Message：写清输入、结果和必要限制，也可以注明负责人、截止日期与状态。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个常用入口。新增时点击 Add a suggested prompt。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a78921341145c8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f30aa84a74974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6e0447c4bd4fe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2147ac27145ca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ed398fdb964650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完成时应该有： 清楚的名称和用途；写明任务、步骤、输出和限制的工作规则；需要时添加参考资料；设置 2–3 个常用快捷问题。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试运行时检查： 先用信息完整的材料运行一次，再删除一个重要信息。看看 Agent 是否依据资料回答、是否明确指出缺少什么、是否避免自行补充。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可以选择： Lab 01 事务协调、Lab 02 产品资料问答、Lab 03 会议跟进、Lab 04 销售漏斗数据分析。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e4cd033ea7423e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c50ef18e064014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7c5e483898409f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41bce313744740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2546855f9e40d1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2026-08-26T09:25:28.3430000Z</dcterms:created>
  <dcterms:modified xsi:type="dcterms:W3CDTF">2026-08-26T09:25:28.3430000Z</dcterms:modified>
</coreProperties>
</file>