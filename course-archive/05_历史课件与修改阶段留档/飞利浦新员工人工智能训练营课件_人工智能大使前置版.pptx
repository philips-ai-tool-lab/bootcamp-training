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f34e1fad894216" /><Relationship Type="http://schemas.openxmlformats.org/officeDocument/2006/relationships/extended-properties" Target="/docProps/app.xml" Id="R4dae2ae626144133" /><Relationship Type="http://schemas.openxmlformats.org/officeDocument/2006/relationships/officeDocument" Target="/ppt/presentation.xml" Id="Rc5718f63e2c642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013418369c40b6"/>
  </p:sldMasterIdLst>
  <p:notesMasterIdLst>
    <p:notesMasterId xmlns:r="http://schemas.openxmlformats.org/officeDocument/2006/relationships" r:id="R5ed3a6e90f9943ae"/>
  </p:notesMasterIdLst>
  <p:sldIdLst>
    <p:sldId xmlns:r="http://schemas.openxmlformats.org/officeDocument/2006/relationships" id="256" r:id="Rdc4bfffb7d274909"/>
    <p:sldId xmlns:r="http://schemas.openxmlformats.org/officeDocument/2006/relationships" id="257" r:id="R252413c261d9472b"/>
    <p:sldId xmlns:r="http://schemas.openxmlformats.org/officeDocument/2006/relationships" id="258" r:id="Rcd20709ff467414d"/>
    <p:sldId xmlns:r="http://schemas.openxmlformats.org/officeDocument/2006/relationships" id="259" r:id="Rd1424c6316f14c38"/>
    <p:sldId xmlns:r="http://schemas.openxmlformats.org/officeDocument/2006/relationships" id="260" r:id="R3f7738e4076d4d94"/>
    <p:sldId xmlns:r="http://schemas.openxmlformats.org/officeDocument/2006/relationships" id="261" r:id="R5802427738c24ee3"/>
    <p:sldId xmlns:r="http://schemas.openxmlformats.org/officeDocument/2006/relationships" id="262" r:id="R9b0c861424994ae1"/>
    <p:sldId xmlns:r="http://schemas.openxmlformats.org/officeDocument/2006/relationships" id="263" r:id="Rc658ff6abf654dc9"/>
    <p:sldId xmlns:r="http://schemas.openxmlformats.org/officeDocument/2006/relationships" id="264" r:id="R5c16988ddaad4dfe"/>
    <p:sldId xmlns:r="http://schemas.openxmlformats.org/officeDocument/2006/relationships" id="265" r:id="R071a46bb7e634a80"/>
    <p:sldId xmlns:r="http://schemas.openxmlformats.org/officeDocument/2006/relationships" id="266" r:id="Rb28bcf22291844fc"/>
    <p:sldId xmlns:r="http://schemas.openxmlformats.org/officeDocument/2006/relationships" id="267" r:id="R19562e35dead4365"/>
    <p:sldId xmlns:r="http://schemas.openxmlformats.org/officeDocument/2006/relationships" id="268" r:id="R7ba814f1736346f3"/>
    <p:sldId xmlns:r="http://schemas.openxmlformats.org/officeDocument/2006/relationships" id="269" r:id="Rbc02ec126d71409e"/>
    <p:sldId xmlns:r="http://schemas.openxmlformats.org/officeDocument/2006/relationships" id="270" r:id="Rd4781d9763264845"/>
    <p:sldId xmlns:r="http://schemas.openxmlformats.org/officeDocument/2006/relationships" id="271" r:id="R382986f7edcb42b4"/>
    <p:sldId xmlns:r="http://schemas.openxmlformats.org/officeDocument/2006/relationships" id="272" r:id="R0381287b62704f6d"/>
    <p:sldId xmlns:r="http://schemas.openxmlformats.org/officeDocument/2006/relationships" id="273" r:id="Rfb1ea5bcf19143c7"/>
    <p:sldId xmlns:r="http://schemas.openxmlformats.org/officeDocument/2006/relationships" id="274" r:id="Rad1f173f8f0c4aaa"/>
    <p:sldId xmlns:r="http://schemas.openxmlformats.org/officeDocument/2006/relationships" id="275" r:id="R68048673dd3944dc"/>
    <p:sldId xmlns:r="http://schemas.openxmlformats.org/officeDocument/2006/relationships" id="276" r:id="R752a9f6a37514684"/>
    <p:sldId xmlns:r="http://schemas.openxmlformats.org/officeDocument/2006/relationships" id="277" r:id="R18b3b0151a064364"/>
    <p:sldId xmlns:r="http://schemas.openxmlformats.org/officeDocument/2006/relationships" id="278" r:id="Rf4f4693dc0234f3d"/>
    <p:sldId xmlns:r="http://schemas.openxmlformats.org/officeDocument/2006/relationships" id="279" r:id="Rbd760f13ef5246bf"/>
    <p:sldId xmlns:r="http://schemas.openxmlformats.org/officeDocument/2006/relationships" id="280" r:id="R29edb61bd0344671"/>
    <p:sldId xmlns:r="http://schemas.openxmlformats.org/officeDocument/2006/relationships" id="281" r:id="R8c38d9ca5c094839"/>
    <p:sldId xmlns:r="http://schemas.openxmlformats.org/officeDocument/2006/relationships" id="282" r:id="Rab6244ae42ae41f8"/>
    <p:sldId xmlns:r="http://schemas.openxmlformats.org/officeDocument/2006/relationships" id="283" r:id="R9a74253fbab1453d"/>
    <p:sldId xmlns:r="http://schemas.openxmlformats.org/officeDocument/2006/relationships" id="284" r:id="R2797bceaa57849f3"/>
    <p:sldId xmlns:r="http://schemas.openxmlformats.org/officeDocument/2006/relationships" id="285" r:id="R22546a7316394f53"/>
    <p:sldId xmlns:r="http://schemas.openxmlformats.org/officeDocument/2006/relationships" id="286" r:id="R31e26bc227f84808"/>
    <p:sldId xmlns:r="http://schemas.openxmlformats.org/officeDocument/2006/relationships" id="287" r:id="Re50a59f178b44150"/>
    <p:sldId xmlns:r="http://schemas.openxmlformats.org/officeDocument/2006/relationships" id="288" r:id="R42af4c4d4d4d4af3"/>
    <p:sldId xmlns:r="http://schemas.openxmlformats.org/officeDocument/2006/relationships" id="289" r:id="R164e80df9c744007"/>
    <p:sldId xmlns:r="http://schemas.openxmlformats.org/officeDocument/2006/relationships" id="290" r:id="Reb6b3083d4b341bf"/>
    <p:sldId xmlns:r="http://schemas.openxmlformats.org/officeDocument/2006/relationships" id="291" r:id="R7c537a5359a64193"/>
    <p:sldId xmlns:r="http://schemas.openxmlformats.org/officeDocument/2006/relationships" id="292" r:id="Rc6dd2b31310548f1"/>
    <p:sldId xmlns:r="http://schemas.openxmlformats.org/officeDocument/2006/relationships" id="293" r:id="Rd7357010f2644f60"/>
    <p:sldId xmlns:r="http://schemas.openxmlformats.org/officeDocument/2006/relationships" id="294" r:id="Rfb297db56d3c421a"/>
    <p:sldId xmlns:r="http://schemas.openxmlformats.org/officeDocument/2006/relationships" id="295" r:id="R29abbbb5023d4156"/>
    <p:sldId xmlns:r="http://schemas.openxmlformats.org/officeDocument/2006/relationships" id="296" r:id="R6a1a3250d1764181"/>
    <p:sldId xmlns:r="http://schemas.openxmlformats.org/officeDocument/2006/relationships" id="297" r:id="R6d803496aa834d17"/>
    <p:sldId xmlns:r="http://schemas.openxmlformats.org/officeDocument/2006/relationships" id="298" r:id="R1ad714095fdb4d69"/>
    <p:sldId xmlns:r="http://schemas.openxmlformats.org/officeDocument/2006/relationships" id="299" r:id="Rd2e2d9f3f74a41e2"/>
    <p:sldId xmlns:r="http://schemas.openxmlformats.org/officeDocument/2006/relationships" id="300" r:id="R3d6b711cac0a47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56eb2902e64247" /><Relationship Type="http://schemas.openxmlformats.org/officeDocument/2006/relationships/slideMaster" Target="/ppt/slideMasters/slideMaster1.xml" Id="R5d013418369c40b6" /><Relationship Type="http://schemas.openxmlformats.org/officeDocument/2006/relationships/notesMaster" Target="/ppt/notesMasters/notesMaster1.xml" Id="R5ed3a6e90f9943ae" /><Relationship Type="http://schemas.openxmlformats.org/officeDocument/2006/relationships/presProps" Target="/ppt/presProps.xml" Id="Rbb2abd9f15cc438c" /><Relationship Type="http://schemas.openxmlformats.org/officeDocument/2006/relationships/tableStyles" Target="/ppt/tableStyles.xml" Id="Red3820ca60a84896" /><Relationship Type="http://schemas.openxmlformats.org/officeDocument/2006/relationships/slide" Target="/ppt/slides/slide1.xml" Id="Rdc4bfffb7d274909" /><Relationship Type="http://schemas.openxmlformats.org/officeDocument/2006/relationships/slide" Target="/ppt/slides/slide2.xml" Id="R252413c261d9472b" /><Relationship Type="http://schemas.openxmlformats.org/officeDocument/2006/relationships/slide" Target="/ppt/slides/slide3.xml" Id="Rcd20709ff467414d" /><Relationship Type="http://schemas.openxmlformats.org/officeDocument/2006/relationships/slide" Target="/ppt/slides/slide4.xml" Id="Rd1424c6316f14c38" /><Relationship Type="http://schemas.openxmlformats.org/officeDocument/2006/relationships/slide" Target="/ppt/slides/slide5.xml" Id="R3f7738e4076d4d94" /><Relationship Type="http://schemas.openxmlformats.org/officeDocument/2006/relationships/slide" Target="/ppt/slides/slide6.xml" Id="R5802427738c24ee3" /><Relationship Type="http://schemas.openxmlformats.org/officeDocument/2006/relationships/slide" Target="/ppt/slides/slide7.xml" Id="R9b0c861424994ae1" /><Relationship Type="http://schemas.openxmlformats.org/officeDocument/2006/relationships/slide" Target="/ppt/slides/slide8.xml" Id="Rc658ff6abf654dc9" /><Relationship Type="http://schemas.openxmlformats.org/officeDocument/2006/relationships/slide" Target="/ppt/slides/slide9.xml" Id="R5c16988ddaad4dfe" /><Relationship Type="http://schemas.openxmlformats.org/officeDocument/2006/relationships/slide" Target="/ppt/slides/slide10.xml" Id="R071a46bb7e634a80" /><Relationship Type="http://schemas.openxmlformats.org/officeDocument/2006/relationships/slide" Target="/ppt/slides/slide11.xml" Id="Rb28bcf22291844fc" /><Relationship Type="http://schemas.openxmlformats.org/officeDocument/2006/relationships/slide" Target="/ppt/slides/slide12.xml" Id="R19562e35dead4365" /><Relationship Type="http://schemas.openxmlformats.org/officeDocument/2006/relationships/slide" Target="/ppt/slides/slide13.xml" Id="R7ba814f1736346f3" /><Relationship Type="http://schemas.openxmlformats.org/officeDocument/2006/relationships/slide" Target="/ppt/slides/slide14.xml" Id="Rbc02ec126d71409e" /><Relationship Type="http://schemas.openxmlformats.org/officeDocument/2006/relationships/slide" Target="/ppt/slides/slide15.xml" Id="Rd4781d9763264845" /><Relationship Type="http://schemas.openxmlformats.org/officeDocument/2006/relationships/slide" Target="/ppt/slides/slide16.xml" Id="R382986f7edcb42b4" /><Relationship Type="http://schemas.openxmlformats.org/officeDocument/2006/relationships/slide" Target="/ppt/slides/slide17.xml" Id="R0381287b62704f6d" /><Relationship Type="http://schemas.openxmlformats.org/officeDocument/2006/relationships/slide" Target="/ppt/slides/slide18.xml" Id="Rfb1ea5bcf19143c7" /><Relationship Type="http://schemas.openxmlformats.org/officeDocument/2006/relationships/slide" Target="/ppt/slides/slide19.xml" Id="Rad1f173f8f0c4aaa" /><Relationship Type="http://schemas.openxmlformats.org/officeDocument/2006/relationships/slide" Target="/ppt/slides/slide20.xml" Id="R68048673dd3944dc" /><Relationship Type="http://schemas.openxmlformats.org/officeDocument/2006/relationships/slide" Target="/ppt/slides/slide21.xml" Id="R752a9f6a37514684" /><Relationship Type="http://schemas.openxmlformats.org/officeDocument/2006/relationships/slide" Target="/ppt/slides/slide22.xml" Id="R18b3b0151a064364" /><Relationship Type="http://schemas.openxmlformats.org/officeDocument/2006/relationships/slide" Target="/ppt/slides/slide23.xml" Id="Rf4f4693dc0234f3d" /><Relationship Type="http://schemas.openxmlformats.org/officeDocument/2006/relationships/slide" Target="/ppt/slides/slide24.xml" Id="Rbd760f13ef5246bf" /><Relationship Type="http://schemas.openxmlformats.org/officeDocument/2006/relationships/slide" Target="/ppt/slides/slide25.xml" Id="R29edb61bd0344671" /><Relationship Type="http://schemas.openxmlformats.org/officeDocument/2006/relationships/slide" Target="/ppt/slides/slide26.xml" Id="R8c38d9ca5c094839" /><Relationship Type="http://schemas.openxmlformats.org/officeDocument/2006/relationships/slide" Target="/ppt/slides/slide27.xml" Id="Rab6244ae42ae41f8" /><Relationship Type="http://schemas.openxmlformats.org/officeDocument/2006/relationships/slide" Target="/ppt/slides/slide28.xml" Id="R9a74253fbab1453d" /><Relationship Type="http://schemas.openxmlformats.org/officeDocument/2006/relationships/slide" Target="/ppt/slides/slide29.xml" Id="R2797bceaa57849f3" /><Relationship Type="http://schemas.openxmlformats.org/officeDocument/2006/relationships/slide" Target="/ppt/slides/slide30.xml" Id="R22546a7316394f53" /><Relationship Type="http://schemas.openxmlformats.org/officeDocument/2006/relationships/slide" Target="/ppt/slides/slide31.xml" Id="R31e26bc227f84808" /><Relationship Type="http://schemas.openxmlformats.org/officeDocument/2006/relationships/slide" Target="/ppt/slides/slide32.xml" Id="Re50a59f178b44150" /><Relationship Type="http://schemas.openxmlformats.org/officeDocument/2006/relationships/slide" Target="/ppt/slides/slide33.xml" Id="R42af4c4d4d4d4af3" /><Relationship Type="http://schemas.openxmlformats.org/officeDocument/2006/relationships/slide" Target="/ppt/slides/slide34.xml" Id="R164e80df9c744007" /><Relationship Type="http://schemas.openxmlformats.org/officeDocument/2006/relationships/slide" Target="/ppt/slides/slide35.xml" Id="Reb6b3083d4b341bf" /><Relationship Type="http://schemas.openxmlformats.org/officeDocument/2006/relationships/slide" Target="/ppt/slides/slide36.xml" Id="R7c537a5359a64193" /><Relationship Type="http://schemas.openxmlformats.org/officeDocument/2006/relationships/slide" Target="/ppt/slides/slide37.xml" Id="Rc6dd2b31310548f1" /><Relationship Type="http://schemas.openxmlformats.org/officeDocument/2006/relationships/slide" Target="/ppt/slides/slide38.xml" Id="Rd7357010f2644f60" /><Relationship Type="http://schemas.openxmlformats.org/officeDocument/2006/relationships/slide" Target="/ppt/slides/slide39.xml" Id="Rfb297db56d3c421a" /><Relationship Type="http://schemas.openxmlformats.org/officeDocument/2006/relationships/slide" Target="/ppt/slides/slide40.xml" Id="R29abbbb5023d4156" /><Relationship Type="http://schemas.openxmlformats.org/officeDocument/2006/relationships/slide" Target="/ppt/slides/slide41.xml" Id="R6a1a3250d1764181" /><Relationship Type="http://schemas.openxmlformats.org/officeDocument/2006/relationships/slide" Target="/ppt/slides/slide42.xml" Id="R6d803496aa834d17" /><Relationship Type="http://schemas.openxmlformats.org/officeDocument/2006/relationships/slide" Target="/ppt/slides/slide43.xml" Id="R1ad714095fdb4d69" /><Relationship Type="http://schemas.openxmlformats.org/officeDocument/2006/relationships/slide" Target="/ppt/slides/slide44.xml" Id="Rd2e2d9f3f74a41e2" /><Relationship Type="http://schemas.openxmlformats.org/officeDocument/2006/relationships/slide" Target="/ppt/slides/slide45.xml" Id="R3d6b711cac0a47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ae79ce47ba49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5820e1402a446c" /><Relationship Type="http://schemas.openxmlformats.org/officeDocument/2006/relationships/notesMaster" Target="/ppt/notesMasters/notesMaster1.xml" Id="R9479e7c54f3549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1d6f17f523469c" /><Relationship Type="http://schemas.openxmlformats.org/officeDocument/2006/relationships/notesMaster" Target="/ppt/notesMasters/notesMaster1.xml" Id="R558169f80710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97610e22164b5f" /><Relationship Type="http://schemas.openxmlformats.org/officeDocument/2006/relationships/notesMaster" Target="/ppt/notesMasters/notesMaster1.xml" Id="Rcd97f21ebcf248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0aa265e9894b9c" /><Relationship Type="http://schemas.openxmlformats.org/officeDocument/2006/relationships/notesMaster" Target="/ppt/notesMasters/notesMaster1.xml" Id="R7498b7cf315f4b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98e8ef1a8c4452" /><Relationship Type="http://schemas.openxmlformats.org/officeDocument/2006/relationships/notesMaster" Target="/ppt/notesMasters/notesMaster1.xml" Id="Re253da4b11d94f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a4c8e920174aea" /><Relationship Type="http://schemas.openxmlformats.org/officeDocument/2006/relationships/notesMaster" Target="/ppt/notesMasters/notesMaster1.xml" Id="Rf44826e332db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59b1641f744bad" /><Relationship Type="http://schemas.openxmlformats.org/officeDocument/2006/relationships/notesMaster" Target="/ppt/notesMasters/notesMaster1.xml" Id="R5806f18d8f4349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9d5deb182c4ad8" /><Relationship Type="http://schemas.openxmlformats.org/officeDocument/2006/relationships/notesMaster" Target="/ppt/notesMasters/notesMaster1.xml" Id="Rded3dc1bbf5047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e098197214401e" /><Relationship Type="http://schemas.openxmlformats.org/officeDocument/2006/relationships/notesMaster" Target="/ppt/notesMasters/notesMaster1.xml" Id="R8e9529574d5c41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1737ef765a4844" /><Relationship Type="http://schemas.openxmlformats.org/officeDocument/2006/relationships/notesMaster" Target="/ppt/notesMasters/notesMaster1.xml" Id="R3d6bbec72f1946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00cd06b3534c12" /><Relationship Type="http://schemas.openxmlformats.org/officeDocument/2006/relationships/notesMaster" Target="/ppt/notesMasters/notesMaster1.xml" Id="R971e03bb623249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830d42199b4b1c" /><Relationship Type="http://schemas.openxmlformats.org/officeDocument/2006/relationships/notesMaster" Target="/ppt/notesMasters/notesMaster1.xml" Id="R0f547262ad574e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f5e69e69fb4f96" /><Relationship Type="http://schemas.openxmlformats.org/officeDocument/2006/relationships/notesMaster" Target="/ppt/notesMasters/notesMaster1.xml" Id="R2ef7889e4b8a44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f503aa019f4157" /><Relationship Type="http://schemas.openxmlformats.org/officeDocument/2006/relationships/notesMaster" Target="/ppt/notesMasters/notesMaster1.xml" Id="R156c79355ead4d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ca449bdd5946ad" /><Relationship Type="http://schemas.openxmlformats.org/officeDocument/2006/relationships/notesMaster" Target="/ppt/notesMasters/notesMaster1.xml" Id="R1739b9834a8243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ee1c259ee94b70" /><Relationship Type="http://schemas.openxmlformats.org/officeDocument/2006/relationships/notesMaster" Target="/ppt/notesMasters/notesMaster1.xml" Id="R950128366be04f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09a16dfb2b40d5" /><Relationship Type="http://schemas.openxmlformats.org/officeDocument/2006/relationships/notesMaster" Target="/ppt/notesMasters/notesMaster1.xml" Id="R1cded208ef6143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def1060b424a18" /><Relationship Type="http://schemas.openxmlformats.org/officeDocument/2006/relationships/notesMaster" Target="/ppt/notesMasters/notesMaster1.xml" Id="Rd4d5212437ba4e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6a040780d964a6b" /><Relationship Type="http://schemas.openxmlformats.org/officeDocument/2006/relationships/notesMaster" Target="/ppt/notesMasters/notesMaster1.xml" Id="Rc7623b1d962243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5b8cdf48e44249" /><Relationship Type="http://schemas.openxmlformats.org/officeDocument/2006/relationships/notesMaster" Target="/ppt/notesMasters/notesMaster1.xml" Id="R9f590a96d6d145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fcb1173fc634461" /><Relationship Type="http://schemas.openxmlformats.org/officeDocument/2006/relationships/notesMaster" Target="/ppt/notesMasters/notesMaster1.xml" Id="R73d25261cbf243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dcf34629194e11" /><Relationship Type="http://schemas.openxmlformats.org/officeDocument/2006/relationships/notesMaster" Target="/ppt/notesMasters/notesMaster1.xml" Id="Rc86c14c7d3fa438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a54bb81c7bd4092" /><Relationship Type="http://schemas.openxmlformats.org/officeDocument/2006/relationships/notesMaster" Target="/ppt/notesMasters/notesMaster1.xml" Id="R8373d7d74d2f47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51abe4ab8642e6" /><Relationship Type="http://schemas.openxmlformats.org/officeDocument/2006/relationships/notesMaster" Target="/ppt/notesMasters/notesMaster1.xml" Id="R17a160e9ee3748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7b02dbad4d04e23" /><Relationship Type="http://schemas.openxmlformats.org/officeDocument/2006/relationships/notesMaster" Target="/ppt/notesMasters/notesMaster1.xml" Id="Rb9c022325012472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c07bc153d914329" /><Relationship Type="http://schemas.openxmlformats.org/officeDocument/2006/relationships/notesMaster" Target="/ppt/notesMasters/notesMaster1.xml" Id="R067e6cacd9844cb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31aa2426fd84fee" /><Relationship Type="http://schemas.openxmlformats.org/officeDocument/2006/relationships/notesMaster" Target="/ppt/notesMasters/notesMaster1.xml" Id="Rc98bcbd21ec84ba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b83bd161dc9459f" /><Relationship Type="http://schemas.openxmlformats.org/officeDocument/2006/relationships/notesMaster" Target="/ppt/notesMasters/notesMaster1.xml" Id="Raaee14ab50324c9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e1c75534625415b" /><Relationship Type="http://schemas.openxmlformats.org/officeDocument/2006/relationships/notesMaster" Target="/ppt/notesMasters/notesMaster1.xml" Id="R529c7c41b3244cc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18a89a685424456" /><Relationship Type="http://schemas.openxmlformats.org/officeDocument/2006/relationships/notesMaster" Target="/ppt/notesMasters/notesMaster1.xml" Id="R576ce5906c7c45e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105c6c9a334f48" /><Relationship Type="http://schemas.openxmlformats.org/officeDocument/2006/relationships/notesMaster" Target="/ppt/notesMasters/notesMaster1.xml" Id="Rd4edcd8919904f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32786d34c754e37" /><Relationship Type="http://schemas.openxmlformats.org/officeDocument/2006/relationships/notesMaster" Target="/ppt/notesMasters/notesMaster1.xml" Id="Rcf7086066010432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d6713038e94413f" /><Relationship Type="http://schemas.openxmlformats.org/officeDocument/2006/relationships/notesMaster" Target="/ppt/notesMasters/notesMaster1.xml" Id="R602160884de84b9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e9829768be44b22" /><Relationship Type="http://schemas.openxmlformats.org/officeDocument/2006/relationships/notesMaster" Target="/ppt/notesMasters/notesMaster1.xml" Id="Rf19180fec915477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f68fbac29de452c" /><Relationship Type="http://schemas.openxmlformats.org/officeDocument/2006/relationships/notesMaster" Target="/ppt/notesMasters/notesMaster1.xml" Id="R3e7f16c06c0f486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b5b2c9525094051" /><Relationship Type="http://schemas.openxmlformats.org/officeDocument/2006/relationships/notesMaster" Target="/ppt/notesMasters/notesMaster1.xml" Id="R3e816cf88caf441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a1caa50b8c14dc9" /><Relationship Type="http://schemas.openxmlformats.org/officeDocument/2006/relationships/notesMaster" Target="/ppt/notesMasters/notesMaster1.xml" Id="Rb1ad6c18877f458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513cd9c7d024bfa" /><Relationship Type="http://schemas.openxmlformats.org/officeDocument/2006/relationships/notesMaster" Target="/ppt/notesMasters/notesMaster1.xml" Id="R7aa9d21f9e264c8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916d3e56d5e4f63" /><Relationship Type="http://schemas.openxmlformats.org/officeDocument/2006/relationships/notesMaster" Target="/ppt/notesMasters/notesMaster1.xml" Id="R4e99976d4d0e415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edc11cbcbd14424" /><Relationship Type="http://schemas.openxmlformats.org/officeDocument/2006/relationships/notesMaster" Target="/ppt/notesMasters/notesMaster1.xml" Id="R89e85c1331714f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0ab5f87d4434695" /><Relationship Type="http://schemas.openxmlformats.org/officeDocument/2006/relationships/notesMaster" Target="/ppt/notesMasters/notesMaster1.xml" Id="R66fd562de8fa4e2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10f0074b09c4eb4" /><Relationship Type="http://schemas.openxmlformats.org/officeDocument/2006/relationships/notesMaster" Target="/ppt/notesMasters/notesMaster1.xml" Id="Re35e50852d4341a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021192688254e22" /><Relationship Type="http://schemas.openxmlformats.org/officeDocument/2006/relationships/notesMaster" Target="/ppt/notesMasters/notesMaster1.xml" Id="Ra9935c9478d64ed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6cd1a0df9a7446a" /><Relationship Type="http://schemas.openxmlformats.org/officeDocument/2006/relationships/notesMaster" Target="/ppt/notesMasters/notesMaster1.xml" Id="R288ad29c244d470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89e4beee7434a47" /><Relationship Type="http://schemas.openxmlformats.org/officeDocument/2006/relationships/notesMaster" Target="/ppt/notesMasters/notesMaster1.xml" Id="R57c5799452854e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03c0fb45c46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ebd7bd1bd4579" /><Relationship Type="http://schemas.openxmlformats.org/officeDocument/2006/relationships/slideLayout" Target="/ppt/slideLayouts/slideLayout1.xml" Id="R575dd84b4eec43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5dd84b4eec43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45062fae64a35" /><Relationship Type="http://schemas.openxmlformats.org/officeDocument/2006/relationships/hyperlink" Target="https://aiskillsnavigator.microsoft.com/" TargetMode="External" Id="R1a4d47cfae954582" /><Relationship Type="http://schemas.openxmlformats.org/officeDocument/2006/relationships/notesSlide" Target="/ppt/notesSlides/notesSlide1.xml" Id="R6f4c274c141d47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54fb98df2493b" /><Relationship Type="http://schemas.openxmlformats.org/officeDocument/2006/relationships/hyperlink" Target="https://www.aigateway.ai.inside.philips.com/" TargetMode="External" Id="R94d955935ca745e0" /><Relationship Type="http://schemas.openxmlformats.org/officeDocument/2006/relationships/notesSlide" Target="/ppt/notesSlides/notesSlide2.xml" Id="R2d5850f0693d4b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97c560bdb4f4a" /><Relationship Type="http://schemas.openxmlformats.org/officeDocument/2006/relationships/hyperlink" Target="https://aiskillsnavigator.microsoft.com/" TargetMode="External" Id="Rfc03f79f977f49d9" /><Relationship Type="http://schemas.openxmlformats.org/officeDocument/2006/relationships/notesSlide" Target="/ppt/notesSlides/notesSlide3.xml" Id="R346ed0081ff344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68e25d3f341bb" /><Relationship Type="http://schemas.openxmlformats.org/officeDocument/2006/relationships/hyperlink" Target="https://www.aigateway.ai.inside.philips.com/" TargetMode="External" Id="R9351ecadbded447f" /><Relationship Type="http://schemas.openxmlformats.org/officeDocument/2006/relationships/notesSlide" Target="/ppt/notesSlides/notesSlide4.xml" Id="R25e40e4a58414e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6492d9c304d99" /><Relationship Type="http://schemas.openxmlformats.org/officeDocument/2006/relationships/image" Target="/ppt/media/image.png" Id="R7ea88cc5a8ab44da" /><Relationship Type="http://schemas.openxmlformats.org/officeDocument/2006/relationships/hyperlink" Target="https://www.aigateway.ai.inside.philips.com/" TargetMode="External" Id="Rf45e7952a54547b1" /><Relationship Type="http://schemas.openxmlformats.org/officeDocument/2006/relationships/notesSlide" Target="/ppt/notesSlides/notesSlide5.xml" Id="R051d78f0b60c4f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74f4fde2b4030" /><Relationship Type="http://schemas.openxmlformats.org/officeDocument/2006/relationships/image" Target="/ppt/media/image2.png" Id="R7de4c2ff8aae431e" /><Relationship Type="http://schemas.openxmlformats.org/officeDocument/2006/relationships/hyperlink" Target="https://www.aigateway.ai.inside.philips.com/" TargetMode="External" Id="R69395fd44ac0424c" /><Relationship Type="http://schemas.openxmlformats.org/officeDocument/2006/relationships/notesSlide" Target="/ppt/notesSlides/notesSlide6.xml" Id="R42362968e4b546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26bdd57144d7a" /><Relationship Type="http://schemas.openxmlformats.org/officeDocument/2006/relationships/image" Target="/ppt/media/image3.png" Id="R0e07b45b8d9e427b" /><Relationship Type="http://schemas.openxmlformats.org/officeDocument/2006/relationships/hyperlink" Target="https://www.aigateway.ai.inside.philips.com/" TargetMode="External" Id="R1d78e413a3de444d" /><Relationship Type="http://schemas.openxmlformats.org/officeDocument/2006/relationships/notesSlide" Target="/ppt/notesSlides/notesSlide7.xml" Id="R999c941f36aa46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877eae6154bd3" /><Relationship Type="http://schemas.openxmlformats.org/officeDocument/2006/relationships/hyperlink" Target="https://www.aigateway.ai.inside.philips.com/" TargetMode="External" Id="R123b783354254ec8" /><Relationship Type="http://schemas.openxmlformats.org/officeDocument/2006/relationships/notesSlide" Target="/ppt/notesSlides/notesSlide8.xml" Id="R20d783b8f9914d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c2c1c97cd43de" /><Relationship Type="http://schemas.openxmlformats.org/officeDocument/2006/relationships/hyperlink" Target="https://www.aigateway.ai.inside.philips.com/" TargetMode="External" Id="R29de2c886abc4b7e" /><Relationship Type="http://schemas.openxmlformats.org/officeDocument/2006/relationships/notesSlide" Target="/ppt/notesSlides/notesSlide9.xml" Id="Rc317e4fe12b345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db63fd7f74bb6" /><Relationship Type="http://schemas.openxmlformats.org/officeDocument/2006/relationships/image" Target="/ppt/media/image4.png" Id="R0d5bd827f00c43a0" /><Relationship Type="http://schemas.openxmlformats.org/officeDocument/2006/relationships/hyperlink" Target="https://www.aigateway.ai.inside.philips.com/" TargetMode="External" Id="R7e6eef3d6d4f475f" /><Relationship Type="http://schemas.openxmlformats.org/officeDocument/2006/relationships/notesSlide" Target="/ppt/notesSlides/notesSlide10.xml" Id="Rac765796abec43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4ccbea59d41d2" /><Relationship Type="http://schemas.openxmlformats.org/officeDocument/2006/relationships/image" Target="/ppt/media/image5.png" Id="R18b153a292964571" /><Relationship Type="http://schemas.openxmlformats.org/officeDocument/2006/relationships/hyperlink" Target="https://www.aigateway.ai.inside.philips.com/" TargetMode="External" Id="R6becaa5abb6b4a2d" /><Relationship Type="http://schemas.openxmlformats.org/officeDocument/2006/relationships/notesSlide" Target="/ppt/notesSlides/notesSlide11.xml" Id="R039174c957ad4a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fa486699b4a7c" /><Relationship Type="http://schemas.openxmlformats.org/officeDocument/2006/relationships/hyperlink" Target="https://www.aigateway.ai.inside.philips.com/" TargetMode="External" Id="R079b3d938172436f" /><Relationship Type="http://schemas.openxmlformats.org/officeDocument/2006/relationships/hyperlink" Target="https://philips-ai-tool-lab.github.io/ai-tool-lab-preview/" TargetMode="External" Id="R9bd910b38d8c4b51" /><Relationship Type="http://schemas.openxmlformats.org/officeDocument/2006/relationships/notesSlide" Target="/ppt/notesSlides/notesSlide12.xml" Id="Re7e1f18efdd643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2b890078c4d63" /><Relationship Type="http://schemas.openxmlformats.org/officeDocument/2006/relationships/hyperlink" Target="https://www.aigateway.ai.inside.philips.com/" TargetMode="External" Id="R6f7d93cacf2b447a" /><Relationship Type="http://schemas.openxmlformats.org/officeDocument/2006/relationships/hyperlink" Target="https://philips-ai-tool-lab.github.io/ai-tool-lab-preview/" TargetMode="External" Id="Re5336cd643934c49" /><Relationship Type="http://schemas.openxmlformats.org/officeDocument/2006/relationships/notesSlide" Target="/ppt/notesSlides/notesSlide13.xml" Id="R61060f5cbcf547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d3a358b204a97" /><Relationship Type="http://schemas.openxmlformats.org/officeDocument/2006/relationships/image" Target="/ppt/media/image6.png" Id="Raa0b6dd39bd74dcc" /><Relationship Type="http://schemas.openxmlformats.org/officeDocument/2006/relationships/hyperlink" Target="https://aiskillsnavigator.microsoft.com/" TargetMode="External" Id="Rbcdced27ade641c6" /><Relationship Type="http://schemas.openxmlformats.org/officeDocument/2006/relationships/hyperlink" Target="https://m365.cloud.microsoft/chat" TargetMode="External" Id="R0a00ad6bf811472f" /><Relationship Type="http://schemas.openxmlformats.org/officeDocument/2006/relationships/notesSlide" Target="/ppt/notesSlides/notesSlide14.xml" Id="R11fadc1c671642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9fb8fef374d98" /><Relationship Type="http://schemas.openxmlformats.org/officeDocument/2006/relationships/hyperlink" Target="https://aiskillsnavigator.microsoft.com/" TargetMode="External" Id="Rfb9313e717584afd" /><Relationship Type="http://schemas.openxmlformats.org/officeDocument/2006/relationships/hyperlink" Target="https://aiskillsnavigator.microsoft.com/playlists/291ff1ba-c754-44f1-9814-ef8917f8c989" TargetMode="External" Id="R48c779aa19a44739" /><Relationship Type="http://schemas.openxmlformats.org/officeDocument/2006/relationships/hyperlink" Target="https://m365.cloud.microsoft/chat" TargetMode="External" Id="R553371d59fc24869" /><Relationship Type="http://schemas.openxmlformats.org/officeDocument/2006/relationships/notesSlide" Target="/ppt/notesSlides/notesSlide15.xml" Id="Ra29bc465965046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37cbc85fe4f65" /><Relationship Type="http://schemas.openxmlformats.org/officeDocument/2006/relationships/image" Target="/ppt/media/image7.png" Id="R80076248778b4e8a" /><Relationship Type="http://schemas.openxmlformats.org/officeDocument/2006/relationships/hyperlink" Target="https://aiskillsnavigator.microsoft.com/" TargetMode="External" Id="R87dba091ee0546db" /><Relationship Type="http://schemas.openxmlformats.org/officeDocument/2006/relationships/notesSlide" Target="/ppt/notesSlides/notesSlide16.xml" Id="R12c40d46b40947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b9bea5b4d4d37" /><Relationship Type="http://schemas.openxmlformats.org/officeDocument/2006/relationships/image" Target="/ppt/media/image8.png" Id="Rd5a45826014e43c7" /><Relationship Type="http://schemas.openxmlformats.org/officeDocument/2006/relationships/hyperlink" Target="https://aiskillsnavigator.microsoft.com/playlists/291ff1ba-c754-44f1-9814-ef8917f8c989" TargetMode="External" Id="Rf5c1ea1594834a77" /><Relationship Type="http://schemas.openxmlformats.org/officeDocument/2006/relationships/notesSlide" Target="/ppt/notesSlides/notesSlide17.xml" Id="Rb83e2d11517549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1d24554744075" /><Relationship Type="http://schemas.openxmlformats.org/officeDocument/2006/relationships/image" Target="/ppt/media/image9.png" Id="Ra43a73c35a0f48dc" /><Relationship Type="http://schemas.openxmlformats.org/officeDocument/2006/relationships/hyperlink" Target="https://aiskillsnavigator.microsoft.com/playlists/291ff1ba-c754-44f1-9814-ef8917f8c989" TargetMode="External" Id="R79f1439f4284409a" /><Relationship Type="http://schemas.openxmlformats.org/officeDocument/2006/relationships/hyperlink" Target="https://learn.microsoft.com/zh-cn/training/courses/ms-4004" TargetMode="External" Id="R84e8f26e8ad44624" /><Relationship Type="http://schemas.openxmlformats.org/officeDocument/2006/relationships/notesSlide" Target="/ppt/notesSlides/notesSlide18.xml" Id="Rc46e5425b74846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233ddd7694dcc" /><Relationship Type="http://schemas.openxmlformats.org/officeDocument/2006/relationships/hyperlink" Target="https://aiskillsnavigator.microsoft.com/playlists/291ff1ba-c754-44f1-9814-ef8917f8c989" TargetMode="External" Id="R9f6811b0397f4190" /><Relationship Type="http://schemas.openxmlformats.org/officeDocument/2006/relationships/notesSlide" Target="/ppt/notesSlides/notesSlide19.xml" Id="Re5c6d2c097ee4d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d28d3402645fd" /><Relationship Type="http://schemas.openxmlformats.org/officeDocument/2006/relationships/hyperlink" Target="https://m365.cloud.microsoft/chat" TargetMode="External" Id="R2dfc1c12f56340e9" /><Relationship Type="http://schemas.openxmlformats.org/officeDocument/2006/relationships/notesSlide" Target="/ppt/notesSlides/notesSlide20.xml" Id="Re81a387c549f43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ede44ac6444a2" /><Relationship Type="http://schemas.openxmlformats.org/officeDocument/2006/relationships/hyperlink" Target="https://m365.cloud.microsoft/chat" TargetMode="External" Id="Rccf6d37ee6fa4fed" /><Relationship Type="http://schemas.openxmlformats.org/officeDocument/2006/relationships/notesSlide" Target="/ppt/notesSlides/notesSlide21.xml" Id="R74d1f806a96f4f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3392b2b094152" /><Relationship Type="http://schemas.openxmlformats.org/officeDocument/2006/relationships/hyperlink" Target="https://m365.cloud.microsoft/chat" TargetMode="External" Id="Rf41e8866a6d24fb9" /><Relationship Type="http://schemas.openxmlformats.org/officeDocument/2006/relationships/notesSlide" Target="/ppt/notesSlides/notesSlide22.xml" Id="Ra6484d40468948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feab3f1804e95" /><Relationship Type="http://schemas.openxmlformats.org/officeDocument/2006/relationships/hyperlink" Target="https://m365.cloud.microsoft/chat" TargetMode="External" Id="R345631d1adb64384" /><Relationship Type="http://schemas.openxmlformats.org/officeDocument/2006/relationships/notesSlide" Target="/ppt/notesSlides/notesSlide23.xml" Id="Rea5c08fec390451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78b6fcf91463f" /><Relationship Type="http://schemas.openxmlformats.org/officeDocument/2006/relationships/hyperlink" Target="https://m365.cloud.microsoft/chat" TargetMode="External" Id="R517e831d3f414fa7" /><Relationship Type="http://schemas.openxmlformats.org/officeDocument/2006/relationships/notesSlide" Target="/ppt/notesSlides/notesSlide24.xml" Id="Rec627ef5318844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379b280b0444b" /><Relationship Type="http://schemas.openxmlformats.org/officeDocument/2006/relationships/hyperlink" Target="https://m365.cloud.microsoft/chat" TargetMode="External" Id="Rf56250244c764f85" /><Relationship Type="http://schemas.openxmlformats.org/officeDocument/2006/relationships/notesSlide" Target="/ppt/notesSlides/notesSlide25.xml" Id="R698839d194ec47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6145e20774231" /><Relationship Type="http://schemas.openxmlformats.org/officeDocument/2006/relationships/image" Target="/ppt/media/image10.png" Id="R97e6f0b2cddb48d4" /><Relationship Type="http://schemas.openxmlformats.org/officeDocument/2006/relationships/hyperlink" Target="https://m365.cloud.microsoft/chat" TargetMode="External" Id="R3b021e869b284c29" /><Relationship Type="http://schemas.openxmlformats.org/officeDocument/2006/relationships/notesSlide" Target="/ppt/notesSlides/notesSlide26.xml" Id="Rda8920d3a119479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fffd8764438a" /><Relationship Type="http://schemas.openxmlformats.org/officeDocument/2006/relationships/hyperlink" Target="https://m365.cloud.microsoft/chat" TargetMode="External" Id="Rf46197f932744507" /><Relationship Type="http://schemas.openxmlformats.org/officeDocument/2006/relationships/notesSlide" Target="/ppt/notesSlides/notesSlide27.xml" Id="R5ed0f73cccd94a2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d72436887468d" /><Relationship Type="http://schemas.openxmlformats.org/officeDocument/2006/relationships/hyperlink" Target="https://m365.cloud.microsoft/chat" TargetMode="External" Id="Re6532a702e6549a9" /><Relationship Type="http://schemas.openxmlformats.org/officeDocument/2006/relationships/notesSlide" Target="/ppt/notesSlides/notesSlide28.xml" Id="Ra5cc76f8567549a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16428d16e414a" /><Relationship Type="http://schemas.openxmlformats.org/officeDocument/2006/relationships/hyperlink" Target="https://philips-ai-tool-lab.github.io/ai-tool-lab-preview/" TargetMode="External" Id="Rc3f78b2c9e174a34" /><Relationship Type="http://schemas.openxmlformats.org/officeDocument/2006/relationships/hyperlink" Target="https://philips-ai-tool-lab.github.io/ai-tool-lab-preview/#agent-builder-path" TargetMode="External" Id="R9dfdf43030bf4acd" /><Relationship Type="http://schemas.openxmlformats.org/officeDocument/2006/relationships/hyperlink" Target="https://m365.cloud.microsoft/chat" TargetMode="External" Id="Rfe51078b9e3a457e" /><Relationship Type="http://schemas.openxmlformats.org/officeDocument/2006/relationships/notesSlide" Target="/ppt/notesSlides/notesSlide29.xml" Id="R8da5f41b2cee4f4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cbac74f3f42bb" /><Relationship Type="http://schemas.openxmlformats.org/officeDocument/2006/relationships/image" Target="/ppt/media/image11.png" Id="Ra5f4c39b3c944a86" /><Relationship Type="http://schemas.openxmlformats.org/officeDocument/2006/relationships/hyperlink" Target="https://philips-ai-tool-lab.github.io/ai-tool-lab-preview/" TargetMode="External" Id="Rae7361d032554945" /><Relationship Type="http://schemas.openxmlformats.org/officeDocument/2006/relationships/hyperlink" Target="https://philips-ai-tool-lab.github.io/ai-tool-lab-preview/#agent-builder-path" TargetMode="External" Id="Rc2f84d38f1f64afb" /><Relationship Type="http://schemas.openxmlformats.org/officeDocument/2006/relationships/notesSlide" Target="/ppt/notesSlides/notesSlide30.xml" Id="Rb4a6f39a2ee1404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188591fef4ff4" /><Relationship Type="http://schemas.openxmlformats.org/officeDocument/2006/relationships/hyperlink" Target="https://philips-ai-tool-lab.github.io/ai-tool-lab-preview/labs/chief-of-staff/" TargetMode="External" Id="R1d1bffaaccac4c37" /><Relationship Type="http://schemas.openxmlformats.org/officeDocument/2006/relationships/hyperlink" Target="https://philips-ai-tool-lab.github.io/ai-tool-lab-preview/labs/product-manual-faq/" TargetMode="External" Id="R536a6f05a3bb4590" /><Relationship Type="http://schemas.openxmlformats.org/officeDocument/2006/relationships/hyperlink" Target="https://philips-ai-tool-lab.github.io/ai-tool-lab-preview/labs/meeting-follow-up/" TargetMode="External" Id="R57c03933f0724e70" /><Relationship Type="http://schemas.openxmlformats.org/officeDocument/2006/relationships/hyperlink" Target="https://philips-ai-tool-lab.github.io/ai-tool-lab-preview/labs/funnel-data-analyst/" TargetMode="External" Id="R9a3448c8d5494c79" /><Relationship Type="http://schemas.openxmlformats.org/officeDocument/2006/relationships/notesSlide" Target="/ppt/notesSlides/notesSlide31.xml" Id="R4ee55f0eced94f8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20bc40e6446ed" /><Relationship Type="http://schemas.openxmlformats.org/officeDocument/2006/relationships/image" Target="/ppt/media/image12.png" Id="Rf3f5d81d7c994302" /><Relationship Type="http://schemas.openxmlformats.org/officeDocument/2006/relationships/hyperlink" Target="https://philips-ai-tool-lab.github.io/ai-tool-lab-preview/labs/chief-of-staff/" TargetMode="External" Id="R7aa8c61376fa4463" /><Relationship Type="http://schemas.openxmlformats.org/officeDocument/2006/relationships/notesSlide" Target="/ppt/notesSlides/notesSlide32.xml" Id="R45dec99eaa7e4ca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bfa84b25d42d2" /><Relationship Type="http://schemas.openxmlformats.org/officeDocument/2006/relationships/image" Target="/ppt/media/image13.png" Id="Rc111b8a5d1bc400a" /><Relationship Type="http://schemas.openxmlformats.org/officeDocument/2006/relationships/hyperlink" Target="https://philips-ai-tool-lab.github.io/ai-tool-lab-preview/labs/product-manual-faq/" TargetMode="External" Id="R8fef71ea11ac4bc9" /><Relationship Type="http://schemas.openxmlformats.org/officeDocument/2006/relationships/notesSlide" Target="/ppt/notesSlides/notesSlide33.xml" Id="R38786cec1f284fa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5c53fa9d8483f" /><Relationship Type="http://schemas.openxmlformats.org/officeDocument/2006/relationships/image" Target="/ppt/media/image14.png" Id="R049c3db8f985472c" /><Relationship Type="http://schemas.openxmlformats.org/officeDocument/2006/relationships/hyperlink" Target="https://philips-ai-tool-lab.github.io/ai-tool-lab-preview/labs/meeting-follow-up/" TargetMode="External" Id="R5c8c87f9c83645fd" /><Relationship Type="http://schemas.openxmlformats.org/officeDocument/2006/relationships/notesSlide" Target="/ppt/notesSlides/notesSlide34.xml" Id="R16d72f2f8729452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25d9d5d384c81" /><Relationship Type="http://schemas.openxmlformats.org/officeDocument/2006/relationships/image" Target="/ppt/media/image15.png" Id="R7eade6e5bc2f4701" /><Relationship Type="http://schemas.openxmlformats.org/officeDocument/2006/relationships/hyperlink" Target="https://philips-ai-tool-lab.github.io/ai-tool-lab-preview/labs/funnel-data-analyst/" TargetMode="External" Id="R93f65a8318004544" /><Relationship Type="http://schemas.openxmlformats.org/officeDocument/2006/relationships/notesSlide" Target="/ppt/notesSlides/notesSlide35.xml" Id="Re68d7c9b9e8642b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a76c7e10f455e" /><Relationship Type="http://schemas.openxmlformats.org/officeDocument/2006/relationships/hyperlink" Target="https://philips-ai-tool-lab.github.io/ai-tool-lab-preview/#agent-builder-path" TargetMode="External" Id="Rfd7614df41c644c7" /><Relationship Type="http://schemas.openxmlformats.org/officeDocument/2006/relationships/notesSlide" Target="/ppt/notesSlides/notesSlide36.xml" Id="Rbc0dba54ad314bb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40c19e2ee4761" /><Relationship Type="http://schemas.openxmlformats.org/officeDocument/2006/relationships/image" Target="/ppt/media/image16.png" Id="R4c25255d02494ced" /><Relationship Type="http://schemas.openxmlformats.org/officeDocument/2006/relationships/hyperlink" Target="https://m365.cloud.microsoft/chat" TargetMode="External" Id="Rab0f56fb571b465a" /><Relationship Type="http://schemas.openxmlformats.org/officeDocument/2006/relationships/notesSlide" Target="/ppt/notesSlides/notesSlide37.xml" Id="R88be783d691b49e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1a482e941425c" /><Relationship Type="http://schemas.openxmlformats.org/officeDocument/2006/relationships/image" Target="/ppt/media/image17.png" Id="Rca7a5db6583948a4" /><Relationship Type="http://schemas.openxmlformats.org/officeDocument/2006/relationships/hyperlink" Target="https://philips-ai-tool-lab.github.io/ai-tool-lab-preview/#agent-builder-path" TargetMode="External" Id="Rba5d083b988846ab" /><Relationship Type="http://schemas.openxmlformats.org/officeDocument/2006/relationships/notesSlide" Target="/ppt/notesSlides/notesSlide38.xml" Id="R194260964a8a4e2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6ba3851b949ea" /><Relationship Type="http://schemas.openxmlformats.org/officeDocument/2006/relationships/image" Target="/ppt/media/image18.png" Id="R5e92800996c1487f" /><Relationship Type="http://schemas.openxmlformats.org/officeDocument/2006/relationships/hyperlink" Target="https://philips-ai-tool-lab.github.io/ai-tool-lab-preview/labs/meeting-follow-up/" TargetMode="External" Id="Reec0c7462fba477d" /><Relationship Type="http://schemas.openxmlformats.org/officeDocument/2006/relationships/notesSlide" Target="/ppt/notesSlides/notesSlide39.xml" Id="Rbc2ae326fa2d4ef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08eb7d7c94108" /><Relationship Type="http://schemas.openxmlformats.org/officeDocument/2006/relationships/image" Target="/ppt/media/image19.png" Id="Rb3337cbaf0a64796" /><Relationship Type="http://schemas.openxmlformats.org/officeDocument/2006/relationships/hyperlink" Target="https://philips-ai-tool-lab.github.io/ai-tool-lab-preview/#agent-builder-path" TargetMode="External" Id="R341a2a04d4964273" /><Relationship Type="http://schemas.openxmlformats.org/officeDocument/2006/relationships/notesSlide" Target="/ppt/notesSlides/notesSlide40.xml" Id="R46b6df9aceb443c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954dd1e314b1e" /><Relationship Type="http://schemas.openxmlformats.org/officeDocument/2006/relationships/image" Target="/ppt/media/image20.png" Id="R2a7b813d041e4381" /><Relationship Type="http://schemas.openxmlformats.org/officeDocument/2006/relationships/hyperlink" Target="https://philips-ai-tool-lab.github.io/ai-tool-lab-preview/labs/meeting-follow-up/" TargetMode="External" Id="R3a14bd68eb134238" /><Relationship Type="http://schemas.openxmlformats.org/officeDocument/2006/relationships/notesSlide" Target="/ppt/notesSlides/notesSlide41.xml" Id="Rb26a8bde31084eb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a48a87e6442d1" /><Relationship Type="http://schemas.openxmlformats.org/officeDocument/2006/relationships/image" Target="/ppt/media/image21.png" Id="Ra4e3d70d4c6f46bf" /><Relationship Type="http://schemas.openxmlformats.org/officeDocument/2006/relationships/hyperlink" Target="https://philips-ai-tool-lab.github.io/ai-tool-lab-preview/#agent-builder-path" TargetMode="External" Id="R6a35873b86f84720" /><Relationship Type="http://schemas.openxmlformats.org/officeDocument/2006/relationships/notesSlide" Target="/ppt/notesSlides/notesSlide42.xml" Id="R900f28a7fd634ab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414e912d0432b" /><Relationship Type="http://schemas.openxmlformats.org/officeDocument/2006/relationships/image" Target="/ppt/media/image22.png" Id="R805e35e9272b4a9e" /><Relationship Type="http://schemas.openxmlformats.org/officeDocument/2006/relationships/hyperlink" Target="https://m365.cloud.microsoft/chat" TargetMode="External" Id="Rc2344a5ba71a4575" /><Relationship Type="http://schemas.openxmlformats.org/officeDocument/2006/relationships/notesSlide" Target="/ppt/notesSlides/notesSlide43.xml" Id="R354a7a6f12184d5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7da304bda409d" /><Relationship Type="http://schemas.openxmlformats.org/officeDocument/2006/relationships/image" Target="/ppt/media/image23.png" Id="R794a435957cd433d" /><Relationship Type="http://schemas.openxmlformats.org/officeDocument/2006/relationships/hyperlink" Target="https://philips-ai-tool-lab.github.io/ai-tool-lab-preview/labs/meeting-follow-up/" TargetMode="External" Id="Rfe01beb6f7e44579" /><Relationship Type="http://schemas.openxmlformats.org/officeDocument/2006/relationships/notesSlide" Target="/ppt/notesSlides/notesSlide44.xml" Id="R2f19b41282cf433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8874125544dc8" /><Relationship Type="http://schemas.openxmlformats.org/officeDocument/2006/relationships/hyperlink" Target="https://philips-ai-tool-lab.github.io/ai-tool-lab-preview/labs/chief-of-staff/" TargetMode="External" Id="R638fe90835c8434a" /><Relationship Type="http://schemas.openxmlformats.org/officeDocument/2006/relationships/hyperlink" Target="https://philips-ai-tool-lab.github.io/ai-tool-lab-preview/labs/product-manual-faq/" TargetMode="External" Id="Re31a92fd310640ca" /><Relationship Type="http://schemas.openxmlformats.org/officeDocument/2006/relationships/hyperlink" Target="https://philips-ai-tool-lab.github.io/ai-tool-lab-preview/labs/meeting-follow-up/" TargetMode="External" Id="Rc2cb6d8261664194" /><Relationship Type="http://schemas.openxmlformats.org/officeDocument/2006/relationships/hyperlink" Target="https://philips-ai-tool-lab.github.io/ai-tool-lab-preview/labs/funnel-data-analyst/" TargetMode="External" Id="R2638a850fb874884" /><Relationship Type="http://schemas.openxmlformats.org/officeDocument/2006/relationships/hyperlink" Target="https://m365.cloud.microsoft/chat" TargetMode="External" Id="R51a99a5c8a1b4254" /><Relationship Type="http://schemas.openxmlformats.org/officeDocument/2006/relationships/notesSlide" Target="/ppt/notesSlides/notesSlide45.xml" Id="R7cee78fd49e54f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7464E-2DBC-4A5F-9EBB-BC78771A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EA6B1-006E-4825-A43D-17E5AED6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53DB9-5723-4D0E-BDD4-3EEB635B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23175-DF11-4FB3-9D4C-85151490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Copilot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459FF-58AE-43E6-88FD-1A58D801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A81DA-A0DC-4827-A501-72FA161B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a4d47cfae954582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1059167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799CC-1591-43EC-BA74-B626B8AD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2F3F1-169E-4BE3-8BD9-F47AC4AA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E236B-1B52-4B55-93CF-209DFE03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2DCFB-E900-43E9-8B48-AB08CD9D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以人引领、AI 赋能，意味着把 AI 放进真正创造价值的业务场景，同时持续建设工具、能力和负责任使用的共同基础。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0D956-09EF-4D2C-AC81-3FC37A0E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7C151-1E9C-4AF0-AC58-CF72627D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2E1DA-C7A4-4568-BAE1-C7FC90AB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80147-7142-4994-BE31-80E598BF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3D027-AC93-41A5-9D44-64800B11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DD286-1D0F-4832-89F9-E8C866E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7648F-605C-42D0-866C-5A49280C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82412-6667-48C5-8A01-EF8E1F9B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B1338-F9D2-43B4-9B24-9BA7CDDD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2D375-31F6-495F-8C0E-7F0CBBA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05F9A-CA0C-4F6D-A3DD-8CD84A20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758AF-0314-42D9-9396-D6E42C3E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9E139-D740-48FF-A7C7-46AAC75E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D71EA-DD4A-4546-BCF1-5EBB6B37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C229E-1596-4A58-8CA5-E5A3EE67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97017-6F81-4785-A587-34AD6206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2ECF1-5CC6-479B-9F2C-27BD6EF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d955935ca745e0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989194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336BD-98CF-40CE-B061-B4132112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F8DAD-6BBC-4C0A-8241-9E635216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A4BF8-8B40-4792-A2A1-40B3D83F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B00D4-20FA-4356-8844-837B5F29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0DF60-9FC6-4B84-93AB-76989FD9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205E2-9B11-4CC3-9733-5D0B3711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1CE9C-5050-4BBB-BE7D-A3D59D76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45853-B921-4471-8433-6C14DCDF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81078-1F60-4EAF-8B83-085731D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D6498-D4E1-4BF8-A655-110C821B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8A3AE-F658-4CE6-87A9-D23ECE7D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22958-641E-4203-8E3B-9F13E562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E8C97-149A-49C5-BB28-FA235A76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69BDF-DF61-4C86-AEF7-E7256B6D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80EAE-C98A-4091-8898-0A3794EC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14E75-902E-439F-9549-095D1D53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75515-5084-4E98-89CF-328A9401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E358D-097F-44C7-B609-E8E60C57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D3468-F861-477E-9084-25DF2CF8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47A23-887E-4C59-B60B-190E8C87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04B22-58B4-409F-B31B-0C2ED6C5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6B024-F8CC-40CE-981E-09AF3A2B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722A8-9CE3-49BA-8C13-03DC9D0B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79981-461D-4213-B708-FD235CAC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B99556-1DFA-4381-893B-7329422B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7B83A-7BAD-4407-A9E5-3813F1E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B3573-374B-46A5-A646-D15C184B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D07E2C-2EC5-42A7-BB52-6B6204B4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3D3100-7F5C-4937-B2C6-8367DCE4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c03f79f977f49d9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61494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69D0A-2C0A-4FED-A27B-B3599BCF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9DC55-8272-4889-8CEA-172EAED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0BBFD-44B1-4A08-979C-4DDAED79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F218B-5091-48B0-89D0-211421A4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354AA-6CF4-47D2-8C63-895CD93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51ecadbded447f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683109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9356A-B18F-4CF6-8A40-5D42955F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0B5E3-131A-40F2-9F76-ACE35617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9C397-5716-4BBE-9B05-6B7A3EF4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战略：从零散尝试走向规模化组合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AE928-80C5-4E9D-BFE6-97BA22EF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这份战略一页纸的核心不是罗列工具，而是说明 Group Sustainability 正从孤立的 AI 用例转向有明确负责人、实际业务价值和扩展优先级的重点项目组合。绿色 Now 表示已经在运行或部署，橙色 Next 表示下一阶段准备规模化的能力。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D3329-0AA9-4FE8-A97D-C27E24D5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D4B5D-ACAF-44D1-95D0-91ADE160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88cc5a8ab44da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58C34-F385-4ACB-A9AC-33E72848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694E8-573C-482C-B70B-71F53918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0CA21-BE52-485D-B856-A84215F7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04209-F0EA-4605-BAFB-5193C298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069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组合管理：顶部说明 Group Sustainability 正从孤立用例转向重点项目组合，每个方向都需要清楚的 ownership、实际价值和扩展优先级。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成熟度路线：每一列都按 Now 与 Next 展开。Now 是已投入使用或正在部署的能力，Next 是准备扩展、标准化或连接到正式流程的下一步。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共同目标：提升合规工作效率、加强商业支持并减少报告工作量；AI 的价值最终要体现在可复制流程和可衡量影响上。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9760C-9976-45D0-A9B0-DDA966CD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5e7952a54547b1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21272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A8D87-813F-4A6F-80D3-9F5F7B93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9F604-965E-469B-B8C1-83DB1C10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C7484-821A-48C4-BE0E-1819EA33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战略主线：能力、供应商与合规三条基础工作流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AE8BA-20EA-4F04-A04F-962D10D6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前三条工作流共同解决规模化的基础问题：员工是否具备能力、供应链数据是否能够转化为风险洞察，以及法规变化是否能够被及时、稳定地处理。它们把 AI 从个人效率工具提升为可重复运行的组织能力。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321F8-9F3D-48E7-A235-1A83FF0F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4C6A1-C478-4CD5-8DDB-5FDAB4EE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4c2ff8aae431e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0A1B8-2098-4E26-8F68-5908590F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F69D3-F8C4-40B8-832B-181F8E08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1FDDA-9C86-4EA2-80F8-BD0945AA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42814-CD53-4289-A893-239A05D5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1｜AI Capability &amp; Adoption：当前正在开发面向 GSO 岗位的角色化学习路径，并通过实践社区分享用例和采用经验；下一步建立 AI 价值漏斗与 champion network，把高价值用例识别、排序并推动规模化。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2｜Supplier Sustainability：当前 AI 已用于强化供应商可持续风险洞察与成熟度评估，并借助自动化公共信息筛查推进供应商风险画像；下一步处理非结构化供应商数据，进一步支持改进措施。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3｜Regulatory &amp; Compliance：当前 AI 每年辅助分流 2,000 多项可持续发展法规，并扩展到更快、更一致的 B/R/F 指导解读；下一步把监测能力连接到 QMS 要求和审计流程。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3AD1F-AB09-4841-92F5-2D836B3A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9395fd44ac0424c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062594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69C02-5F69-493F-B99E-27D88BE2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B7166-FA60-4DE9-874E-D7D358A8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7797-E387-4F77-BD01-1E3A12A2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战略落地：商业支持、报告分析与 2026 规模化重点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06A6-4F19-4E5C-99E3-8D5F1544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后两条工作流把基础能力转化为直接业务价值：一条面向投标与市场支持，另一条面向双重重要性评估、数据采集和披露流程。底部横条进一步给出 2026 年的统一方向。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A3234-42BA-41EC-8471-9CF17FCA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DD568-1C36-4FB2-A832-A2C85A6F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7b45b8d9e427b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11F17-05FF-45FC-847D-A9670B39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4FE97-88AD-4F10-B71A-0D61A05D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05F0E-120D-47F6-93CA-4EFE0475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0D431-005C-48EB-9680-4FB6BB4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4｜Business &amp; Markets：Tender Assistant 正在部署，用于支持 150 多个销售后台团队；同时通过简化工作流减少人工协调、释放专家产能。下一步将在更多区域和优先投标场景中扩大 AI 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5｜Reporting &amp; Analysis：AI 当前支持 Double Materiality Assessment，并通过 GLYNT.ai 扩大制造基地的发票数据采集；下一步计划支持 CDP 等披露工作流和部分 DJSI 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focus：规模化已经验证的用例、标准化共同能力，并优先选择能够衡量影响的项目。每列底部的 Sponsor、LT 和 Owner 确保项目有人负责、有人推动。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C6566-A1A7-43B2-ABC4-FEC009CA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d78e413a3de444d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981849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25D655-4C86-4C0E-830D-22004AA2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4CC48-4BB7-4A27-A7DC-E821E85A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C14B0-CEF5-4843-AE80-13C874AF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Game Plan：五大支柱与基础支撑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C2A14-553E-47AF-AF34-07E907FC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Greater China 的 AI 布局从组织能力、商业洞察、运营服务、职能运营和生态创新五个方向推进，并由技术、数据、治理和 Responsible AI 共同支撑。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92C33-0324-43EE-ABEE-F4ED7B44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5B120-9732-449A-B1FB-DD977B07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B0750-383E-464D-B591-9F046C30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F0E81-2A9D-4B5E-8012-059E905C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A2936-E7FA-44C2-95BF-789ABA1F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提升组织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F8CA3-37BE-48E6-9118-ED788E71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AI fluency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DA222-B3BB-4DBD-8A77-14AFDDA5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社群与网络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文化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DAFE2-8C36-49EE-A447-867D1516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454A3-E509-40F1-BF25-6E0F4FAD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E5FD5-0CE6-4F3E-9C90-9B413100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7A062-F54D-4E41-9606-34DA7A27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Win with AI &amp;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1A6A2-C120-40CA-8810-E041F01B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商机与漏斗洞察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赢丢单复盘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智能投标与定价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F2C1B-3A13-44E8-B37B-2B1A6FE3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C9B41-D8F8-4ECA-8B80-AD7D6AEC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54823-DFB4-4EC1-AE12-66F7F876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运营与服务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5A638-F414-48BC-8FE6-A46612D9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Operational excellence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D1463-D8BE-4631-944F-2297B1F7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无接触订单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服务运营平台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智慧工厂与供应链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4EE8C-91C8-44CC-8537-9F64A8D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BF630-85A2-4474-9196-2B6B4F2D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14F4D-DEED-40AA-99E4-D424A670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职能运营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卓越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837D0-8C0E-41AD-9C82-FDFAD61A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Functional excellence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01986-C28F-45A5-A3DA-4D34A03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市场、财务与 HR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法规、质量与法务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战略与竞品情报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B136BE-162E-4A2B-8F62-B4EC2A8A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AE405F-0F93-4D79-8990-432A3C3C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8CCC50-4DEE-407E-816F-0B0FB0EB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与生态圈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102752-AA51-486D-9AB7-03F8D7C5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E2E 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E5D39-BAEB-4725-8F16-82E09834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端到端创新加速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本地第三方 AI 伙伴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生态协同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E97E65-A2E0-4AAD-9436-585E39AC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9D89B-72A2-4228-B3A4-7B942A38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3B23E4-E075-41E6-96B7-7BD9D3B2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E48C9F-0CA3-490C-B48A-A88105B7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A63A3B-2C87-4994-B2FD-0D589F0B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C7730F-DB02-46BC-A8A9-6B32924C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884BBC-633C-44FC-BFC0-EA55615F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7081AE-B4F1-4676-A19A-C78C6CFD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263FA8-24A5-422F-AA3F-9E58E93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CF6652-BCE5-48E3-86BE-BA486836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23b783354254ec8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33277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3C498-541B-49B9-AC1A-AF5E21BF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CE54E-BD88-4CE4-82ED-10AB3A22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95BB4-C383-4398-A5CF-825752BB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24246-8DF5-4D80-9705-F45BD552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AC955-DA44-4AF8-BE99-BA6F6061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30ECB-3E67-4E05-B884-818B9E06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7B553-426A-4D58-8AAB-36F9C4F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1C651-00AF-42F3-930B-D71A77C5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928B1-0EC8-49B1-97B5-8F708E05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0B85E-66CE-494F-A466-01E67056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F10EB-208E-4768-A26E-6600B078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022F5-B196-46E7-A99B-4BD2583E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0950A-7E3E-44A4-B6D2-4C19EA02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903BD-8750-4C68-A438-B6119725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059B2-7FAA-408E-B1CA-A3D6FD4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375E2-9C1A-4AE0-9C11-D5F1C6D3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C5C05-E271-4647-9743-471692DB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C77AC-7492-4069-BF17-0B1D9B5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0FDD4-44BB-46FF-9F10-8522F753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200D3-A0EB-4E65-B6A4-D92AF847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A19AE8-298E-4D82-AC4D-DB9569D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35040-A377-4D77-A5AE-90959119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D1591-2247-4A60-87D5-1443F2F9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de2c886abc4b7e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515696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13B12-9A49-4A12-A5D8-E5CB1FD5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66D14-2834-4A66-A489-03AC58C6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8BD72-3558-475F-A1BC-574666C3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入口与访问：AI Gateway 同时管理开通、治理与运营可见性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69984-FF4A-498D-B1D2-E46B16F8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首页上方说明 Enterprise ChatGPT for Philips 的定位；右侧状态卡显示当前标准用户配置可使用引导助手。下方三张卡分别对应成本与配额、使用可见性和标准化 onboarding，说明这是受企业运营模型管理的入口。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1786E-0C82-4F58-A937-608D7B71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ADC45-F7AC-4070-BEDE-74772987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bd827f00c43a0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FD8A2-F463-48F2-8A03-A58195A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CB3F7-86D1-4553-96A9-2A108579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6AC9D-6911-4A9B-824A-0011E10D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8CE97-B3C4-4E2D-8A83-06822173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访问入口：主卡提供 Request access through the assistant，并明确 assistant 可回答 onboarding、企业使用预期、Responsible AI 和申请步骤。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运营机制：下方三项说明用量与成本配额相连、请求与治理信号可观察、申请按 Philips group 和审批路径标准化。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8B045-681C-4E07-A678-A3E52088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e6eef3d6d4f475f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023883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BE8E4-2CC8-45D8-92EB-21BB28D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3F9FA-192D-4CA0-8B94-A7DAD0E4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58EE0-C5FE-49BC-86AA-9BED9FA4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0158B-BF79-4B42-9448-4F0EC01E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6386D-1170-4F70-AE49-DEADEF9A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62BE2-D62D-4F1D-A7E4-43B48E44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153a292964571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A1455-9935-4475-A463-DACABE23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EA028-27E2-4079-AD94-1734FAD9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A3025-4F53-4C97-81C0-F2C5719F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F4C3B-5E36-46EA-8E6E-6FD46D1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57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怎样负责任地做：仅在批准的 Philips 工作情境中使用，遵守企业数据处理与可见性要求；审阅生成结果，不在未批准环境中放入敏感信息。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怎样获得权限：访问需要经过 Philips 审批与 provisioning；准备申请时从 AI Gateway 开始，并按所在 group 的引导路径完成。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5F1F0-8021-4695-9821-D212F82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ecaa5abb6b4a2d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623988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E6EEA-79FF-43A8-819E-96DB6E36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B14E3-AFD1-4731-95BE-671A4C24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3F1C5-BD66-4B38-94B6-D0FBB727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C8F59-0219-4F3C-B9BD-1FEFDF17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 GCR AI Network 中不同角色的分工，再通过大使名单找到各职能、业务单元和市场中的本地连接人。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04CBB-0AD1-428C-A482-759F1ED1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9b3d938172436f"/>
              </a:rPr>
              <a:t>进入 AI Gateway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E8111-76CC-4A61-AD6E-B6E92B96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d910b38d8c4b51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6540190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38853-43D2-4C06-AB0D-E3346155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69BD0-8AD9-4FA5-9A0D-91B02D4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35679-3447-4227-BCC5-0D7F92D0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Network：四类角色共同推动 AI 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33DD8-B35D-4A15-BDB9-77DA4A6C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从战略方向到团队实践，四类角色分别承担决策、组织激活、业务推动和技术连接；下一页再查看各职能与市场中的 AI Ambassador 名单。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CD71C-5AEE-4F64-9C91-7540DCE0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B4323-C6F9-4D07-A0A9-6794E624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B2441-19F9-4090-B64A-0EF4B09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ABBA1-AF71-4ADD-9D1C-91BC22D6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D97E6-DE90-41EC-BCFF-E6A12DA3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5BCA2-DF90-420D-968E-B5234A5D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C688B-38FA-4CB4-87EB-31A18E8F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4C04F-A36F-44BA-AA21-82402DBF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11F41-DE3B-4A56-897B-C0F185AC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0C022-27B9-4E08-8404-72E6868C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6C302-0EC9-47B2-BAC5-68464E4B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8CB58-A75D-423D-BC7C-4E1A92EA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6A378-282A-4FB7-B6A7-47FA2B16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EACC8-175E-4ED0-AB83-1C7EB93A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激活组织、推动参与和变化管理，帮助 AI 认知与应用扩大到更多团队。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72EBD-20FD-4818-B1AD-D2CFABAE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5DFE4-B28C-4A38-8384-2026BB79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ADB09-D474-4F26-B485-BDABA52F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F9BC2-BD5C-49BE-BC45-3FE0C0C9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5A908-B5A1-4F07-B489-B8E8A8A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31231-0861-4E21-9EA4-36A690AF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85F0B-0C86-4216-A45B-7AB28E94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B3E0D-50F8-46D7-B70D-9BF2D50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EC25A-48FB-4623-A286-CE7E7EA7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A9038C-7789-4E07-9186-7C6A8369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409592-9993-4BDB-A380-828EA7B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5958D-8CAD-4E49-998F-551354FB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连接业务需求与 AI 能力，提供技术支持，并参与落地、运行和持续优化。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25161-4A2B-46DB-8552-5CCFABF6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f7d93cacf2b447a"/>
              </a:rPr>
              <a:t>回到 AI Gateway  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E1B73B-7A8F-433E-AA09-050BA95F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5336cd643934c49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8978452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BFDD2-C52D-4D7D-AB12-099EE751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A315A-F710-4B1F-840D-30A6CD41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BD576-D25B-4C5F-B306-43F560C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Ambassador：覆盖职能与市场的本地连接网络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0F9E9-2BA6-427B-96C3-4158E41E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图片顶部说明 GCR AI Ambassador Representative Chair 为 Alison Gu，网络规模为 24 FTE。下方表格按 Function / BU、GCMT / Function Lead 和 AI Ambassador 三列建立对应关系，把中央学习资源与各职能、业务单元和市场中的实际问题连接起来。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2ADEA-77AE-4961-B984-F7293851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E75FD-3851-464F-9011-00E1BFC9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b6dd39bd74dcc"/>
          <a:stretch xmlns:a="http://schemas.openxmlformats.org/drawingml/2006/main"/>
        </p:blipFill>
        <p:spPr>
          <a:xfrm xmlns:a="http://schemas.openxmlformats.org/drawingml/2006/main">
            <a:off x="1046956" y="1809750"/>
            <a:ext cx="6230938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FD766-CF6E-48D8-96AF-9BBD95C4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371850"/>
          </a:xfrm>
          <a:prstGeom xmlns:a="http://schemas.openxmlformats.org/drawingml/2006/main" prst="roundRect">
            <a:avLst>
              <a:gd name="adj" fmla="val 339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F7313-5E08-4C8E-93B8-3B29FBD7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E6097-4233-4695-B40A-0C701333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01420-6514-4CEC-AE52-C864F39F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562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覆盖范围：名单跨 ISC &amp; SSD、市场、财务、法务、HR、战略、质量、法规、临床、创新、IT，以及 ULS、各区域市场、EI、HPM、SRC、PH、HK、TW、Medical Officer、Government Affairs 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代表业务和管理责任；AI Ambassador 负责连接学习资源、分享实践方法、帮助梳理 AI 机会，并把共性问题带回社区。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怎样使用网络：遇到入口、学习路径、案例迁移或 Agent 设计问题时，先找到所属 Function / BU 对应的大使交流；业务决策、数据授权和最终交付仍由相应负责人承担。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91247-71FE-4958-A6CD-13AD0E63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dced27ade641c6"/>
              </a:rPr>
              <a:t>进入 Copilot 学习与实操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AF711-857A-4EB4-9DF6-98C64F6B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00ad6bf811472f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8208004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04C80-CC72-4C11-9524-7F146B5E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4B7A4-E80C-4DF4-999B-DEB9E9C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5AD53-5E7B-4776-A780-2056DA02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30DAE-A0BA-4BB6-A181-32F73314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A41E5-9A51-4CA3-AFBD-C3AE92D3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9313e717584afd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B8E84-0E72-4939-95BA-0D344A9C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c779aa19a44739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2872F-B1D0-406D-A036-AB73CD12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53371d59fc24869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427809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9543A-0652-4E35-8544-71307DD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85DDA-0396-4FDB-9CFC-44AC6C46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31A34-838C-4C7A-8CBD-FC07FE88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2CC31-16F3-4BA5-99D8-AE4B7A77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这是微软官方 AI 学习网站的个性化首页。它不会只展示一门固定课程，而是根据学习记录和个人资料推荐内容，同时保留搜索、播放列表、证书与学习报告等入口，适合作为持续学习门户。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57C3A-0B25-4F5E-B4D5-90A94400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78968-C584-421F-940D-B280C65F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76248778b4e8a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5F574-C643-43B4-A052-119CFBB9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3C824-D9D7-413A-97DE-9667CDB2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AEE39-04C0-4F21-BCE5-28AE9AEA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8D83F-6C8D-452C-9FFF-A63A1A27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AD4B9-8D02-4C0A-8D21-C7C3885A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7dba091ee0546db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6666465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D058D-C7A0-4AA3-AB34-B40681B3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A8A0D-F11C-49D6-9780-735BCEA5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0988A-2792-4C6F-838A-A280558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playlists：把分散课程组织成可持续推进的学习路径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22F54-EEC1-4FA0-B85F-C3707251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Courses。顶部汇总播放列表的内容数量和总体进度，下面按主题组织 AI-3025、Microsoft 365 Copilot Chat 基础模块以及 MS-4004 等课程，便于按顺序持续学习。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0215B-FB90-43EF-BA79-80FD36FF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12E3F-CA38-4894-BEE7-4828F4DC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45826014e43c7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9BFAF-3600-455E-BB88-02C71209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226FB-BA53-494D-9A79-C41EAB1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6E202-7847-4B44-B4A1-79B3AB50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8362-C80C-4D32-A076-BBC6410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7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播放列表信息：顶部显示 33 items、总体进度和 Continue learning。它把文本、视频、Learning path 与 Module 组合在同一条学习路线中。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学习顺序：可以先完成 Work Smarter with AI 和 Copilot Chat Basic，建立提示、文件分析与协作基础，再进入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位置：页面下方已经列出 MS-4004，并明确覆盖 Executives、Sales、Marketing、Finance、IT、HR、Operations、Communications、Customer Service 和 Legal。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B1A0A-B82E-4392-97FD-8F6AC7CA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c1ea1594834a77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8899289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A5A7A-39AC-4A7A-B069-9DE56912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ACF0D-9D8D-48AB-8257-269FA426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6FE91-707B-4356-86CA-F9585546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课程播放器与 MS-4004 导航：按单元学习并随时返回目录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1C33B-E7F0-4619-A654-801EDE9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 Navigation 展示整个播放列表的层级。当前截图选中的是 Copilot Chat Basic 的 Introduction；MS-4004 已显示在左侧目录中，展开后可以进入各岗位 use case。右侧主区用于阅读内容、查看学习目标并完成单元。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81996-AABB-421E-A8F0-BD493B24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A1C54-2449-4F48-ABD8-FF2291F3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a73c35a0f48dc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DD84E-2965-4EA2-9F9B-A04B7F96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B5347-2BCE-41E5-BC29-D1821231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05BBA-F4DE-40BF-B3BA-55149AB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F388A-9061-476A-9C00-5743B817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左侧目录：可以展开课程和单元，当前模块包含 Introduction、Copilot Pages、Agents、练习和 Summary；下方的 MS-4004 是后续角色化用例入口。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主学习区：页面显示当前单元、正文、Important 提醒和学习目标；顶部还可 Summarize module 或 Turn module into podcast，便于按不同方式复习。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与课堂衔接：先理解 Copilot Chat 的基础能力，再进入 MS-4004 的岗位案例。接下来的课堂实操会提炼这些案例中共通的读、理、查、写方法。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8149D-5383-4769-BB01-E637534B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f1439f4284409a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30A3B-C1B7-4584-92C7-C9F8CBDA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4e8f26e8ad44624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19904129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32E261-C40E-4AB2-A7FE-7F8B564B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BA5B1-9E9F-405E-B54A-B169C73B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7F683-AEEA-4257-A7DE-445EA72D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2E250-89CC-4F3D-9657-ED71BF26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5E0E4-4103-4717-87EF-32FCA7D2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D9845-D32C-401F-921E-5A313A5C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44DDA-4A96-400A-8A28-F74635C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D2B2C-5DA4-42D7-910A-D1652B6C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D6CA-97F5-4E89-A70E-9C5E68D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29276-4978-40F0-9469-8A1D3854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414A7-F239-4CAA-8385-3F35A2E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66BBB-3C1C-4ACA-9967-DDCAAFBD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4AC28-1BC7-4994-A84E-D06D97E7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4AA15-930C-415A-9A1D-5261634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EC9E1-5AEA-45E6-8B0C-9C55FD9D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26979-AC97-4C44-9B23-7752E89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6E2D1-8FB9-4AD9-97BA-DCAD2577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05B82-D1E1-45FD-A38B-53A6C7B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65DD6-3EDA-46C7-8069-CC372A35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10A69-E7F2-4009-B06B-0E17D0EB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67919-3612-4516-8C0B-8D21619F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99AE05-B0F0-410F-81A0-51B4D015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F86BA0-2251-41A3-91A8-6D94E093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EFFEA-5CDE-485D-B822-263D16B0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FB140A-C7E3-4CC8-BE52-5C3ECF89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770D4-80F0-47D0-B6C3-2DD5A687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2EE419-6CB4-47A1-B279-8177191B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9800A-E644-4CC6-BC70-E344DE8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B6B6C4-2419-45A1-8E40-49AC6945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F23D7-18FC-4136-A6D4-46CC35D2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8A4116-3B78-4FC1-B2FF-F7564713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57425A-DEBB-4D60-B1CD-F2864DD0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A40D0C-D46B-435A-B1C4-7C2AB7D7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0BFCC3-0D0A-4E94-9CFB-6F5CEA22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0BF50-3574-4E17-ACCC-8C073923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90518B-E868-4D2F-B317-4A775A96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5CA0DB-76C6-4ED4-AFE3-FF3A77EF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857C08-E325-4D87-B3C6-0E619D9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f6811b0397f4190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6404310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6DE68C-AF67-4FC2-9D43-2AE88F64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B3B3A-AA65-4FA4-AAAE-B235AB08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52408-B88C-4C35-92FB-BFA4DDF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F99FD-0AC1-4E02-A683-42D48954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955D5-1078-4346-B0FB-68134214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5C414-030B-4D2D-9159-C8805D3C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76E6E-7A42-4ECE-BA15-0B7A3450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39DB4-9FF5-42CA-A46C-26ED749E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A4E99-309F-494B-ABFC-ED6A7A6A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52F67-D28A-4091-B8A5-4905C9F3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EFA07-92AB-4FA2-BF84-BB61740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CE3AD-40C6-4885-AB81-6AFA0E31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2D8FB-93B7-4DDA-A067-8D533749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659AF-D28B-4DC3-B745-B247D8F8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DE55B-5F79-4D11-B2C2-63F358B5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07C70-517C-4789-BC04-F57FBDB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D0AE7-6ED3-410F-8350-26F1AB39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51813-C295-4559-8864-51778C27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A1626-482E-431B-B51E-5D5A3ECC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49BA0-FE39-46F0-B1E2-7FC7629B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0C11B-B510-4619-B8C3-685FDCF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58CB8-1390-4555-9E0C-210F5DAC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FA635-0C5E-4E70-98A3-FDFCA513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C4742A-A7F8-4530-A990-26418CE2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001C2-7D79-4E13-909B-A316EADD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4EF08-B399-40C6-9AA5-DC9DF04B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CD7890-B665-4171-920B-73DB9F5A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dfc1c12f56340e9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858187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992B1-C566-4929-AAD5-085B549D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6EEEE-B0F6-475B-978A-8F5913D0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A03D7-1444-4696-9CF2-717A3716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D5A72-7DFF-4192-B1BE-14A194D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4147A-7A84-48D1-8BC5-198770F5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19E19-BF1D-400F-AEFE-2A1E0A54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DF83C-3A41-4D62-8432-1B862D32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DD554-C950-409C-B376-549D60C1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0A705-E437-4CE6-86EA-33A15323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A791F-29ED-4E49-B478-C87182EB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B24EE-0E2F-4E6D-9EEC-178F876C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E0A03-500F-44DC-B373-73494A1D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A3B67-3B0A-4628-A452-7EC517B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73023-3C21-450D-8396-05727DEE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BAF75-F6AD-4377-B513-A8A8C0F8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CB208-BCCB-493C-AC4B-9FA5D4A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2DF44-AE4E-44B0-8319-23F6D85B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2F4B6-A78C-4AEC-9EA9-6F5F5941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52511-4A50-4551-83A6-3117FE4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cf6d37ee6fa4fed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1309674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193CA-4129-437E-B5AB-FC5FBF41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74691-10A5-4073-BED6-2D14D235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FA6FE-E024-436A-BCA6-1AC102E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0AE1A-BBEC-4241-8760-38F81055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5D5DB-1F45-4332-9627-FB70E55C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06949-4AE2-4C88-8AB3-B1A605AB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B95E0-39F2-416E-B4B5-46B70124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5820E-B67D-4695-8B0B-2A5D96BA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17FBC-49B7-43CD-A160-44B6EC2E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0A03A-99E8-4749-BE48-40D3C071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1e8866a6d24fb9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440591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88DEE-61DD-43CB-88A8-B0D6F729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192F1-8134-4B07-A8DD-84F4A3E8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F69A3-CB7C-4EDA-8D1C-5CBD2AAA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500D3-1AE1-4ED4-8118-63516A2E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81FF8-6117-48B5-969F-A74DC51B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B5415-B0C8-49F7-9CEE-BA1AA4DA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8EBB9-0015-49D5-ADE7-B7F6BDD8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25FEF-90FD-4003-8E9E-1CF93C77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1F937-2874-4CE2-9CF9-922F1AED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E957C-0A26-4D54-91C3-4945CBB6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45631d1adb64384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6555996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1C44F7-0460-4055-ADBC-2121502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6CD79-848C-4E13-A3FC-7C4224C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A5450-DB0E-4A47-BD62-3194FF85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CFC2A-3589-49A4-9EF9-645F1E6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1DEAD-6B44-4F4B-87B2-BDB608E3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F559D-3F89-4AB5-9103-8CD4148D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EAC55-7F5F-4258-9A56-3FFE6181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5B122-D272-413F-B260-2BE8952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F182A-666A-4947-A977-35277266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88A9F-061D-4FDC-BEFB-E45E74DF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0450F-FCDA-489D-8E58-2B71A263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55907-0A81-42B4-9825-3DBF71D1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02B74-8DCB-4057-B27E-AF4EC73E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67D77-3534-4A29-9862-BDBAD997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F5E25-DFEB-4AFA-AA61-F3827607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205BE-71A8-49AF-8480-AFD8865C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C0382-30DE-4236-B001-83F271C6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60ABF-7534-4C90-B25A-CDC85BB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41B71-FE34-48D7-AD07-F3A77790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6B14A-D42B-4EA7-8EBC-88A4759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8FA86-44D3-47D6-AF62-ADD604BC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BF61B-9A56-4A83-8532-0F0B5CC6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DA1F1-7D31-41D8-ABF5-B5E22189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DF1188-13B1-4CE5-BA73-A4830089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6F64E-1959-41DD-A967-061D281D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EB567-0052-43AA-9CB8-FD725BA5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27CAA1-7688-40A1-81D6-CD764F6C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12CF1-C309-4F02-82A7-515DD71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FEA44-3D30-448E-9C4B-8B038DCB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95AF5-917B-46F2-8DF2-4DB5C470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7F5C3-7DA6-475C-A596-343546D5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ACB73B-4AFB-474E-9998-945A9444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7e831d3f414fa7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6131733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E3DE8-9DAE-4EC5-8766-679DFFDE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B0753-061F-44C0-8912-DBDDA23E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F25BA-B03A-4E92-B9A4-47C058E2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E4B10-9A96-462A-914E-02F1D1D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高质量提示词不是越长越好，而是让 Copilot 清楚知道你为什么做、要做什么、结果长什么样，以及哪些判断不能由它擅自完成。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88E0-8D15-4D43-88A9-6FE99999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B4F4A-A39B-42C9-98E4-D36EEB1D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E32F7-C3D3-4DBF-AAC9-78214FF9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9FA91-E2C5-4A2B-8736-5D1CD260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52430-3D91-4DF0-B396-8C7C1D20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98B6E-09FF-414D-ACCC-F3FF08E7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04ED8-43D7-40E3-9467-1D521748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6F929-619C-4CD4-A3D2-EBF757A4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0461D-962B-4D22-9E31-C2A2A71A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A021B-174A-424F-98F9-4A69D754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4A817-3B2D-4EE5-A716-29E0B2FA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8D73C-7110-4753-A81A-CEC89729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9F939-4DBC-4591-A0AD-931E90A7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73843-1CB8-4C1A-98ED-A6852384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DA07D-A9D0-4541-9A03-B87A4DDE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60A13-015E-4089-B41B-45095654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08CA0F-99FF-4D19-97A1-6A360044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D39A9D-823B-43A1-B27C-373541AF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CF08B-B060-4715-B6B8-149E8F2F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6250244c764f85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9196781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68E98-8476-4221-BA4C-1F17DBC9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D82F6-C667-4D37-8CA3-E7A0AAB1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1C3F9-28EC-4EDB-94B7-A6538700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Copilot：从这里加入资料并开始任务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72382-652B-482E-B6AD-9CE38FB4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左侧可以管理对话、资料与 Agent，中间是任务输入区，上方显示 Work IQ 和当前交互模式。打开页面后，先看一眼工作账户，再加入本次练习使用的三份资料。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250A3-CD4C-4507-AFA1-DA3F19B1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39AB6-C629-42E3-9E48-17EFB105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6f0b2cddb48d4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BC37E-681A-4E9B-85E3-36FECCD5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F270D-988A-4C00-BEDC-FA6D33F7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E0FC9-9938-4E66-AEC1-ADB65B8E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97D17-FC1D-4E8A-A271-C9CBF194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左侧导航：New chat 开始新任务，Search 找历史内容，Library 与 Notebooks 管理资料；Agents 区域还提供 Researcher、Analyst、Excel、PowerPoint 和 New agent 等入口。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任务输入区：中央 Message Copilot 是主提示框，左侧加号用于加入文件或其他上下文；File Insights、Inbox Triage、People Search、Meeting Prep 是常见任务快捷入口。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提交前检查：确认左下角为企业工作账户和相应许可，并核对 Work IQ 环境；只添加本任务需要的资料，敏感信息按企业规则处理。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6D2AF-12CB-4A93-BA6E-1BF1ADC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b021e869b284c29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743864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850DD-2B6E-431F-B583-B5F9B59C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7A669-2F6E-466D-B60C-B9C5C804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53A7B-B575-449E-B00C-A550620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D68B5-6F70-4D26-A61B-0D7081D6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D6CCC-FC3E-4F2E-848D-9398EA44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E12B3-9688-4020-B766-97E55206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F4C34-671D-4F2C-9E1C-D8193D66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7C2C3-227A-4537-BB48-8CE581FD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EE523-CCC4-41EB-AF18-3321B9EE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FF6C4-2693-47A5-B8F1-F5410181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7F36D-EDD2-4224-80CC-844DFFD1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E8ED9-6F84-4AB8-AD84-F024E0F2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699DB-A214-4909-AC2F-C9C4890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FE30B-308D-4D50-9AE4-27DBB950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BD208-F014-45D3-A178-355C1A73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C4947-6E97-4C69-AC08-51C227EB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5B04A-E229-4753-B7A9-E4A6255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6D731-7D20-4B84-9B2B-84BC85C6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E7E06-E456-45AB-B390-9F732D95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15A91-B82F-475F-989A-60141F46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DEB34-3303-4D9E-B469-34D8ADE9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FEB0F-1E58-45E7-9652-22BDE577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6197f932744507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6408352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C6573-17CB-4799-88C4-7F4774D5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24B90-F450-4907-9F96-71C8326A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D3A06-7F76-4165-9AFE-FDC739D3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B7C0B-C975-483C-A660-3F0BFCDA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可以继续使用绿色办公周资料，也可以换成一个适合练习的日常任务。在 Copilot 中写出背景、任务、输出和约束，并让结果清楚列出仍需确认的信息。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9EDF2-0B56-47B8-8E49-2D24B5F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6617D-F0BE-4EC0-8B4A-3AF025E7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53566-5765-43E8-B56F-09583A5F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59F1A-358F-48B2-A71E-4F562517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92272-A8F0-40E0-96FF-D5B2B8C7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02B97-5619-486E-8B85-AC1D9496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1C076-B8E4-426F-9065-0F0A3424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532a702e6549a9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4039608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0EA6E-82F3-4E7C-A797-C88F996D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2E693-3549-447F-8D9D-D114929A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09442-BBF8-45CE-AC65-E994D989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B57C4-3AEA-48D7-AC34-F8FF7242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AF8E9-E92B-4262-B9F1-578A4066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f78b2c9e174a34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A17B9-4202-4AF3-99C1-1492BABD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dfdf43030bf4acd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F150F-407B-4387-BC19-A4F3713A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e51078b9e3a457e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527210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BB726-5B79-4044-A548-8FBB294E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406B7-519D-4B44-82C9-D8C01196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CD3BD-D31B-42F4-B7DD-A9AE7173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3C6FC-EA6D-4535-B120-39B8F7B6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和中文分步指南。四个场景分别练习任务说明、Instructions、知识来源、Suggested Prompts 和预览测试，操作都在 Microsoft 365 Copilot 中完成。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7832F-4D83-46D7-BF71-C79C164A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36E4C-9F86-4329-9E47-58A22269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4c39b3c944a86"/>
          <a:stretch xmlns:a="http://schemas.openxmlformats.org/drawingml/2006/main"/>
        </p:blipFill>
        <p:spPr>
          <a:xfrm xmlns:a="http://schemas.openxmlformats.org/drawingml/2006/main">
            <a:off x="897519" y="1809750"/>
            <a:ext cx="6529812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1F2CF-A8DE-4E0D-BDD0-8B2EBC83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E5210-ACCF-4A5B-A9D4-7E0DB541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0723F-90CD-44D9-816B-A32FF2D0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F60D4-24C1-4627-B1DE-9D239ED6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C9F0E-AF55-4BC4-8EE6-5E6BF570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e7361d032554945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486B7-37F1-40DA-8C25-2DF5237A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f84d38f1f64afb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21031678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183BBD-2CD3-4CAA-B6B8-4444C626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8F53E-C2DF-4D1C-B071-9364E2BB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6735A-AE9E-4317-8BFD-82B8D19D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5C0A8-CF35-47B7-8904-A0B70C94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Lab。虽然业务场景不同，但都要完成任务定义、边界设置、知识配置和预览测试。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0496F-B8AF-4962-AF53-D9331C4F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44048-4FBC-4194-B8E0-30DFEA84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EDDBF-16BA-4141-A968-A030900C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982E5-6A3D-4C13-81EB-B42493E4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F2CC2-1A09-4620-A5EF-02A57B8D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8EE25-9A1A-4E48-8209-16AAD2A1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6BF6B-D193-4E32-90BA-8C68AB9E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E71AA-F923-47D7-9F31-0CC978BF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15313-494B-4A1D-9BBE-0126B657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21AC8-C109-4F9F-B8C0-D5FF3DE1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57427-C9A5-4C58-A11B-9623F5CE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41F35-7AF9-4879-9BB1-E68B295F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58943-556B-470A-9A86-C21165E6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69A61-BE09-4337-B90A-AF9CA7FA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41E82-9113-4202-AD3E-7995CFE8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B2119-7E8E-4C11-88DE-43AF182A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026C3-549E-4D2F-9DBA-8D979FA1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87934-D637-40A8-A4A3-9645276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EEF28-2779-464E-B168-F52735B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CE8121-B7EC-4F3B-8CFA-55159D66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97B16B-6DD2-4B24-B7BE-8E22A6B0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6445F-2053-4E18-ABDC-D0783B9C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D6D20-259F-43C1-8F16-BC3211C4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d1bffaaccac4c37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10017-3D3A-4627-AF0B-65F09174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36a6f05a3bb4590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D6BF0D-04DF-4303-916D-6CBF4BED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c03933f0724e70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604C56-4527-40D6-B2B5-6703C777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3448c8d5494c79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6495605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7D2CE-5BDD-43A6-AE8F-DBE213FC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B05C1-561A-44E2-9A23-4D75121F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4FE8E-99F2-404C-BD55-E62587CB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Staff：把日程、优先级和会议准备串成工作流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C4E2A-A228-4A79-8021-F7C734A7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查看当天日历、安排优先级、找出冲突，并为重要会议准备 2–3 个谈话要点。下方三个 Suggested Prompts 分别对应日历、紧急事项和今日重点。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9F1AA-BC1E-458C-B325-EBC1B4E8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04874-AD61-4CB6-83D4-E4132162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5d81d7c994302"/>
          <a:stretch xmlns:a="http://schemas.openxmlformats.org/drawingml/2006/main"/>
        </p:blipFill>
        <p:spPr>
          <a:xfrm xmlns:a="http://schemas.openxmlformats.org/drawingml/2006/main">
            <a:off x="1029408" y="1809750"/>
            <a:ext cx="6266033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41CD3-DCA0-4357-9046-038BE248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94539-B6EB-4F2B-B31B-1F68327C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46114-19A2-461C-B1F9-D688E376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BECCE-0578-4054-AF25-340E6323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E6738-24C5-4019-91BE-F340DBCC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aa8c61376fa4463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20323017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32029-2CF0-486B-842B-8506365B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73238-6158-4D54-8F08-6100F090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6A4EB-F3AB-443F-A41D-2DF3C343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FAQ：让答案带上产品资料来源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6BC2B-39E1-41F0-8C3C-7E859930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这个示例根据已提供资料提炼 MR 5300 的核心销售卖点。回答先给结论，再展开适合售前沟通的卖点，并在具体规格旁显示 Product Specifications 引用。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2191C-157A-4C86-B90B-D239EF74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96C2C-0FBF-4CF6-AE88-96DD0456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1b8a5d1bc400a"/>
          <a:stretch xmlns:a="http://schemas.openxmlformats.org/drawingml/2006/main"/>
        </p:blipFill>
        <p:spPr>
          <a:xfrm xmlns:a="http://schemas.openxmlformats.org/drawingml/2006/main">
            <a:off x="1336502" y="1809750"/>
            <a:ext cx="5651846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E38CB-F5DC-45D2-85DE-D2D5669B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ED9CC-DFE3-45E3-949E-287FB1DC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A09E6-3170-43C0-8EFD-0EF8BBB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08393-27D8-4ED9-93C9-065E2FBD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回答结构：先概括零氦运维、AI 自动化工作流、高质量成像和全生命周期成本优化，再把规格转化为客户可理解的价值。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A186E-4D6A-45B8-88F7-C1A82FF9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ef71ea11ac4bc9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4718270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65EA6-792F-4C2D-8342-BCB1A3EA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7235B-276C-419A-9E9F-8E2FD2B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AF0E9-2B01-4F6B-A7CA-143203F0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Assistant：用模板把会议内容变成行动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13B04-1649-4DFF-ACAE-884AC4FB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画面右侧的输入明确要求根据 Mail Template 生成面向管理层的简要汇报，并规定背景、结论/决策、风险/需支持和下一步等栏目；输出则注明使用了 Mail Template CN.docx 的 Executive Summary 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5A0F5-75EF-465C-8CA4-C286AD4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7FA9D-C7A6-4A2C-8F41-E1FF287F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c3db8f985472c"/>
          <a:stretch xmlns:a="http://schemas.openxmlformats.org/drawingml/2006/main"/>
        </p:blipFill>
        <p:spPr>
          <a:xfrm xmlns:a="http://schemas.openxmlformats.org/drawingml/2006/main">
            <a:off x="1048590" y="1809750"/>
            <a:ext cx="622766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7CBFC-1DE5-4912-9AB3-BC6255CD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1C517-D430-46D4-B5DB-2CD42E16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025D1-9370-4783-86A6-80306E3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9279C-C95B-41C9-8130-E5542063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输入设计：同时给出原始会议内容、目标受众、输出栏目和不确定信息标记，避免 Agent 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模板作用：知识来源用于固定管理层汇报结构和语言风格，使不同会议得到一致、可比较的输出。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DAAE3-0CC7-42BF-A6B6-92937A41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c8c87f9c83645fd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37391627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7B3B3-B94B-4C6B-88C8-0C573D28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C89F6-02BB-4D17-BA46-E9B31A57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28140-AF89-4F76-9518-75EC0CAF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Analyst：先锁定口径，再解释图表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EEF8B-B48F-4E29-93A4-F19BD751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提示词限定了数据文件、Zone=East、Local BU=MR，并写清 Forecast Category 的顺序、统计字段 Total Price in USD 和 million 单位。生成结果先复述筛选条件，再展示柱状图。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1D3BC-0C81-4888-BCD6-1C302825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8099A-4B19-4B45-8635-0C4CF160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de6e5bc2f4701"/>
          <a:stretch xmlns:a="http://schemas.openxmlformats.org/drawingml/2006/main"/>
        </p:blipFill>
        <p:spPr>
          <a:xfrm xmlns:a="http://schemas.openxmlformats.org/drawingml/2006/main">
            <a:off x="1298326" y="1809750"/>
            <a:ext cx="572819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4889E-FB0F-4B56-9D2A-EBBEAA17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6A1D9-3110-4F45-8278-A06A707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4A084-07C2-4C7D-A7D8-4D18595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E281A-E4F3-4C37-B875-2BE9A397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明显高于其他类别，Pipeline 居第二，Best Case、Commit 和 Closed 相对较小；这是需要业务人员进一步调查的结构。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图表能回答：当前筛选条件下各类别的金额分布。销售动作、数据质量和转化原因还要结合时间、阶段定义与记录完整性继续分析。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输出筛选口径、异常点、可验证假设和后续问题，例如 Omitted 的构成、阶段停留时间及不同区域对比。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DDFFD-149E-4EC2-BBB6-EEC24A6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f65a8318004544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204893605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2F6387-6996-4946-A5D8-C5082718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07182-83AC-4055-87A6-9DA326C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7ECFB-96C3-47C0-94B4-F03A7F95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DE6D8-4520-47BF-8E8E-B011FA26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都沿用同一条路径：进入 Agents、选择构建方式、填写身份与行为规则、加入知识、设置快捷问题，最后在 Preview 中试用并调整。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6D1D6-5990-4120-9478-E8AFF89B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6191C-EE9F-46C8-A0F6-86BBB205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935CC-4027-4C09-9E9B-2CE69402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8CED7-6A70-438C-B925-BDE7B6AE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BB73E-F31F-490C-815E-2AFC5958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AB493-E9C0-46FE-BD62-B7A0794E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E04F0-1FCE-4776-96C7-7C1221D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7C776-00EF-4F4B-8653-B7D8EA72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FDF57-42A6-48B3-93B7-B7F37A98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8673D-3738-44CD-B851-B22CB0AB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7E281-71FD-4E48-8C30-03B7B80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779D2-94DD-4E81-8D81-FCAE7F12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89653-EB77-4105-885D-46B74262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71943-C900-4D6C-9106-95ECB005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C7CF3-C9EB-429F-B2A7-8E66A381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5A821-D7A9-448A-8A26-330D801A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B2F18-08A6-443D-8D62-4DD8BA68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63DDB-19D9-4EA6-A39F-CD27728F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69E69A-2689-474F-B101-803A0852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CCDCB-5B45-407B-9EA1-7686C5AA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1312E-15F5-4DA5-B848-6F619D3E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536E4-65C5-484A-BE5A-FA03E29D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5F05C0-3CAD-446D-A9CF-1C6BAFD5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30268B-5261-42A8-BFD0-F58C050B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51981-9080-4822-9314-1CD3841F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6F8BB-CE69-4E0C-8A7D-67DC0AE1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23F7D3-94F1-4651-AC9B-74F1077D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1363BF-0AE2-4470-9D2C-3B906BCB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D8E9EC-4ACE-47D8-92B7-82FFB7E5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53178B-ACE8-4046-9101-920715AF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623E8C-82C5-4096-AAAF-821EC756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647D88-9FB9-445D-A945-CA3439FC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11D261-8ABE-4639-9AF1-1345F1A3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7614df41c644c7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208658204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C64BA-A870-4C1D-84C4-E44A7FB8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0C432-F3C6-4D64-A302-8055EE5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2A788-F781-45C4-9DC8-48AF12A8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C19E7-1C9F-4366-A0B9-31A294DC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6332E-7982-42EC-91BE-736F5B11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91C57-D8AD-4CDB-B80A-145A2CF8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5255d02494ced"/>
          <a:stretch xmlns:a="http://schemas.openxmlformats.org/drawingml/2006/main"/>
        </p:blipFill>
        <p:spPr>
          <a:xfrm xmlns:a="http://schemas.openxmlformats.org/drawingml/2006/main">
            <a:off x="838200" y="1841143"/>
            <a:ext cx="6953250" cy="365196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A8B7A-1C05-467C-AACA-E7674FF1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0881F-4E29-49B0-9629-692B0605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B220A-B978-4B0A-9D24-6EEB056A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32AC2-8D6B-40F3-909B-5048893B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AF37A-9AF6-4F89-AC00-9FD235D5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0f56fb571b465a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69120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EBD67-8787-44F1-90FB-E5A6EE7B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E3A94-4B92-4A58-ADB2-3B9FA90E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9E576-7B65-4FE3-8B5B-A0C4AFF7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F0D62-C22C-4014-9E84-7AD24AFA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截图同时给出自然语言描述、Skip 进入手动配置，以及从 Templates 开始三种路径。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3A44B-9858-4BC5-B2A7-4A9A1BE2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863F7-6B89-4AA0-B985-EB64889A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a5db6583948a4"/>
          <a:stretch xmlns:a="http://schemas.openxmlformats.org/drawingml/2006/main"/>
        </p:blipFill>
        <p:spPr>
          <a:xfrm xmlns:a="http://schemas.openxmlformats.org/drawingml/2006/main">
            <a:off x="838200" y="1994152"/>
            <a:ext cx="6953250" cy="334594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1587A-A6E0-49E4-8DD2-169F382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8A0B1-BC24-42D0-A6FD-76E7EEAA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274F1-A536-452E-AE95-E89DA4A0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B5D7E-2A61-47AF-ABF8-3777E90B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三种入口：在输入框描述需求，让 Builder 生成草稿；点击 Skip 直接进入字段配置；也可以从 Templates 选择接近的起点。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本次演示从手动配置开始，逐项查看名称、描述、Instructions 和知识来源。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5DF3F-46E7-4A27-8EF5-AB183E12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a5d083b988846ab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5553325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AC2B4-51A0-4219-8418-9E7E8548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A8FF9-D9D3-4520-A279-519A58D6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22917-D3DE-4FE1-91D9-019E2773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8102C-2677-43D5-AC33-AAB8AF29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 Icon、Name、Description 和 Instructions，顶部可在 Configure 与 Preview 之间切换。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E2339-0B17-4C46-8409-78F6925D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75BBA-9E52-4860-8BCA-8B7B546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2800996c1487f"/>
          <a:stretch xmlns:a="http://schemas.openxmlformats.org/drawingml/2006/main"/>
        </p:blipFill>
        <p:spPr>
          <a:xfrm xmlns:a="http://schemas.openxmlformats.org/drawingml/2006/main">
            <a:off x="838200" y="2130866"/>
            <a:ext cx="6953250" cy="307251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DAA8B-34A4-474E-821C-A99AB4A8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ACAE2-D3D9-4787-BFF2-59DAADEC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287F8-622F-43DC-9340-EAE0100E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4ECBA-51AF-4786-97B5-B4387E2F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Icon 和 Name 用来识别 Agent；Description 用一句话介绍用途；Instructions 写具体工作方式。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Instructions 可以包括输入内容、处理步骤、输出栏目、资料范围，以及信息不足时怎样回应。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31291-4F2C-4A54-91E8-35A9AB9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c0c7462fba477d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183797747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0B736-FF7F-4893-A075-720E435E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DA13E-C53E-40D6-8F92-8E4A0246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4CE89-1768-49CC-B1BB-9478E44D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23D85-0882-4461-9E06-6C545439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截图中的来源入口覆盖文件、网站、聊天、会议和邮件，并可按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4CB67-A7EA-4673-886F-CD7D48BA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AC7A2-8C5B-4CC1-A0AF-FA9CA0E8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37cbaf0a64796"/>
          <a:stretch xmlns:a="http://schemas.openxmlformats.org/drawingml/2006/main"/>
        </p:blipFill>
        <p:spPr>
          <a:xfrm xmlns:a="http://schemas.openxmlformats.org/drawingml/2006/main">
            <a:off x="838200" y="1817456"/>
            <a:ext cx="6953250" cy="369933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4C1F-452E-4473-88BF-EABA0491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4A762-32E3-4FCF-ABB3-4EBFF3CA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33B36-53B0-4AEF-9B3C-8671CC1D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AC925-3DAE-4500-86D1-E32E3579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 URL、搜索名称或拖入文件；来源包括 SharePoint、Teams、Outlook 和网站，下方还能进入个人文件、聊天、会议与邮件。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会议跟进助手会加入邮件模板和会议内容，其他无关资料暂时不选。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A31E7-29EF-46BC-AC0A-86F7BC70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41a2a04d4964273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55119440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9EE1E-A59A-4B0A-A1E1-C8E7B381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EF743-7238-4A16-A0DD-F70216D9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26050-28C0-4B55-A00E-06D22583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0C451-6D0E-4B57-B9C7-40BCCED3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搜索结果页同时显示名称、修改时间、修改人和位置，用于区分名称相似的多个模板。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22AD4-BD9D-4660-B7F8-D9AD9721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2AD88-D704-42BC-AFBF-BC7D94F6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b813d041e4381"/>
          <a:stretch xmlns:a="http://schemas.openxmlformats.org/drawingml/2006/main"/>
        </p:blipFill>
        <p:spPr>
          <a:xfrm xmlns:a="http://schemas.openxmlformats.org/drawingml/2006/main">
            <a:off x="137874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0723B-CFD8-42B7-9592-F0079332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F9A56-65B2-403D-AF25-92A2CB6D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A0E4C-1800-4B29-A9BB-8CA3BCA8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FB76C-EEDA-487E-89CC-A808DADD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先按 Mail Template 搜索，再核对 Modified、Modified by 与 Location，确认模板来自哪个团队、是否为当前版本。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EN；出现多个同名文件时，可以打开查看栏目和适用范围。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B4B77-7947-46C7-9197-07DF1E0A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14bd68eb134238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401334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5A8B5-20CD-466E-AF15-3A852D17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87CE7-6D7E-4D16-8598-AB44E9F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0E3B7-A99E-4D16-850A-45392CE9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5FD94-3037-451A-B5F1-E54E1ED6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每条快捷问题由 Title 与 Message 两部分组成：Title 负责让人看懂，Message 才是实际发送给 Agent 的完整任务。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A635C-1F6D-40DB-9247-3DCD999A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6AA2A-09EA-4424-BFA0-2D3A2C95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3d70d4c6f46bf"/>
          <a:stretch xmlns:a="http://schemas.openxmlformats.org/drawingml/2006/main"/>
        </p:blipFill>
        <p:spPr>
          <a:xfrm xmlns:a="http://schemas.openxmlformats.org/drawingml/2006/main">
            <a:off x="838200" y="2484692"/>
            <a:ext cx="6953250" cy="236486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2734C-E106-40E4-BE2D-FB626BBF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DE5D7-8F47-4911-8E39-52DC6970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001F7-7841-43A4-93B8-30398AF6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BD3A3-E974-4FCD-8924-87005557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Title：用一句话命名高频任务，例如“生成行动项”。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Message：写明输入、输出和必要约束。可以注明负责人、截止日期与状态。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个高频入口即可。需要时点击 Add a suggested prompt，避免设置模糊任务。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FC39F-4BB2-4EE1-AAFD-2656D69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35873b86f84720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68508809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C8A8F-AF54-4641-BE68-03D29B0D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D2870-E69B-46C8-A5DC-00632E68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B105D-02EF-4BFB-BBD5-BC45C816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03566-CFD9-42B7-A661-E941A648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左侧显示 Builder 对配置的解释与修改入口，右侧 Preview 展示 Agent 身份、描述和快捷问题，顶部显示草稿状态与 Create。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4CBB3-D0B5-4A24-9B27-23A052B7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2E516-D538-45B0-B245-580C2C03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e35e9272b4a9e"/>
          <a:stretch xmlns:a="http://schemas.openxmlformats.org/drawingml/2006/main"/>
        </p:blipFill>
        <p:spPr>
          <a:xfrm xmlns:a="http://schemas.openxmlformats.org/drawingml/2006/main">
            <a:off x="838200" y="1827897"/>
            <a:ext cx="6953250" cy="367845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F2EC5-575E-4150-AC29-1CC66D6F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50671-6FA0-41AB-BCF5-DA84ED2F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EEDAE-B205-49E1-89E8-CCFC5DE5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837C5-381E-47E4-9F82-72801132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先在 Preview 运行正常场景，确认任务与输出结构。再测试资料缺失、信息冲突和越界要求。观察 Agent 是否承认不知道并遵守规则。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若不稳定，返回 Configure 修改行为规则、知识来源或快捷问题。测试通过后再点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B1F76-3A55-4EF4-A408-F7797192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344a5ba71a457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73793384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53FDB-7BC1-46DB-A79D-65799B00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8D991-D8D3-4A0F-B211-34AF9EFB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0E5F4-7CAF-4BEA-9BC8-7F879698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28B17-6BA8-42ED-9493-F51DA552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示例输入指定管理层简报结构并标记不确定信息，输出明确引用 Mail Template CN.docx 的 Executive Summary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1F16D-13A9-42DA-9543-595D519C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4057F-E071-4D1E-A701-6E6C89CB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a435957cd433d"/>
          <a:stretch xmlns:a="http://schemas.openxmlformats.org/drawingml/2006/main"/>
        </p:blipFill>
        <p:spPr>
          <a:xfrm xmlns:a="http://schemas.openxmlformats.org/drawingml/2006/main">
            <a:off x="838200" y="1752870"/>
            <a:ext cx="6953250" cy="382851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CD235-CE30-44B1-95A9-A8EE2469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F6704-3587-45C5-B67D-A1C5D37C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8F87B-B6B9-432F-AB1F-4BAC026A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309EF-3B8A-4235-8980-A52655C9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检查四层：背景是否准确概括客户场景；结论是否与讨论分开；风险、需支持与下一步是否明确；产品演示等未决定事项是否仍标记为待确认。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同时确认输出是否真正使用了模板、是否保留负责人和时间信息，以及生成邮件是否只需少量编辑即可发送。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5917F-2CBC-4DE2-8A36-3ADEB22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e01beb6f7e44579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90229873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7BCC2-333F-4DC4-833A-58835E4C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74F84-8CBD-40D0-9AEC-5A90746C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043F2-FEC2-40F8-800B-7BB0DFD6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28276-A3B0-4605-98E0-BF5892F9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Copilot 中完成构建。先做出可以运行的版本，再用正常任务和信息不足的场景各试一次。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A2F31-8619-475F-94E5-2A768686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9886B-BAAB-480C-9FCC-33C0F60A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B8E78-66CE-4939-9DB5-0C84D0F2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118E3-8B4A-4218-900F-C2BF9C90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DF9D9-E2E2-450D-A5A3-995666F6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8fe90835c8434a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C9AE4-5C9A-4E9D-8A8A-9E4A9A75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1a92fd310640ca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3723B-8579-4ACD-B681-D4182869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cb6d8261664194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37566-AE64-4D04-8B9D-C0EAE072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38a850fb874884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7B01F-A0D1-436A-A50D-FB11F188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a99a5c8a1b4254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7423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2026-08-25T08:45:35.1860000Z</dcterms:created>
  <dcterms:modified xsi:type="dcterms:W3CDTF">2026-08-25T08:45:35.1860000Z</dcterms:modified>
</coreProperties>
</file>