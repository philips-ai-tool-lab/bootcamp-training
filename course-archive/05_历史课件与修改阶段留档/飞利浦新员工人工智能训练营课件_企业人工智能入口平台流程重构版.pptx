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a93ae03c94b76" /><Relationship Type="http://schemas.openxmlformats.org/officeDocument/2006/relationships/extended-properties" Target="/docProps/app.xml" Id="R5dbc8e7272d3456f" /><Relationship Type="http://schemas.openxmlformats.org/officeDocument/2006/relationships/officeDocument" Target="/ppt/presentation.xml" Id="R3f5856970a5047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b9f72634e4be2"/>
  </p:sldMasterIdLst>
  <p:notesMasterIdLst>
    <p:notesMasterId xmlns:r="http://schemas.openxmlformats.org/officeDocument/2006/relationships" r:id="R939522938c7645cf"/>
  </p:notesMasterIdLst>
  <p:sldIdLst>
    <p:sldId xmlns:r="http://schemas.openxmlformats.org/officeDocument/2006/relationships" id="256" r:id="Re14d2a8176cb42c4"/>
    <p:sldId xmlns:r="http://schemas.openxmlformats.org/officeDocument/2006/relationships" id="257" r:id="R9f269b65cdac4b7c"/>
    <p:sldId xmlns:r="http://schemas.openxmlformats.org/officeDocument/2006/relationships" id="258" r:id="R1ae42b63b71e4894"/>
    <p:sldId xmlns:r="http://schemas.openxmlformats.org/officeDocument/2006/relationships" id="259" r:id="R0a301ac90d7446c4"/>
    <p:sldId xmlns:r="http://schemas.openxmlformats.org/officeDocument/2006/relationships" id="260" r:id="Rcf9740fedba943b3"/>
    <p:sldId xmlns:r="http://schemas.openxmlformats.org/officeDocument/2006/relationships" id="261" r:id="Re585f3a43ee74857"/>
    <p:sldId xmlns:r="http://schemas.openxmlformats.org/officeDocument/2006/relationships" id="262" r:id="R0220099e0daf4e13"/>
    <p:sldId xmlns:r="http://schemas.openxmlformats.org/officeDocument/2006/relationships" id="263" r:id="Rbba07699725e48d5"/>
    <p:sldId xmlns:r="http://schemas.openxmlformats.org/officeDocument/2006/relationships" id="264" r:id="Rc9892c5759934c9e"/>
    <p:sldId xmlns:r="http://schemas.openxmlformats.org/officeDocument/2006/relationships" id="265" r:id="Raddd739696f44274"/>
    <p:sldId xmlns:r="http://schemas.openxmlformats.org/officeDocument/2006/relationships" id="266" r:id="R64a6eb268fba40fd"/>
    <p:sldId xmlns:r="http://schemas.openxmlformats.org/officeDocument/2006/relationships" id="267" r:id="Rae6003a755b94c4b"/>
    <p:sldId xmlns:r="http://schemas.openxmlformats.org/officeDocument/2006/relationships" id="268" r:id="Rf06ca317cc834b4e"/>
    <p:sldId xmlns:r="http://schemas.openxmlformats.org/officeDocument/2006/relationships" id="269" r:id="Rda601e181a93401c"/>
    <p:sldId xmlns:r="http://schemas.openxmlformats.org/officeDocument/2006/relationships" id="270" r:id="R8a4f2c76dddd42ae"/>
    <p:sldId xmlns:r="http://schemas.openxmlformats.org/officeDocument/2006/relationships" id="271" r:id="R903fe8474e1e4992"/>
    <p:sldId xmlns:r="http://schemas.openxmlformats.org/officeDocument/2006/relationships" id="272" r:id="Rad6ea28a893c4cda"/>
    <p:sldId xmlns:r="http://schemas.openxmlformats.org/officeDocument/2006/relationships" id="273" r:id="R8011762d65074092"/>
    <p:sldId xmlns:r="http://schemas.openxmlformats.org/officeDocument/2006/relationships" id="274" r:id="R04b016440c324e24"/>
    <p:sldId xmlns:r="http://schemas.openxmlformats.org/officeDocument/2006/relationships" id="275" r:id="R474a7f104d274edc"/>
    <p:sldId xmlns:r="http://schemas.openxmlformats.org/officeDocument/2006/relationships" id="276" r:id="Re34180d24c9f468b"/>
    <p:sldId xmlns:r="http://schemas.openxmlformats.org/officeDocument/2006/relationships" id="277" r:id="R69265f7ae9e8424a"/>
    <p:sldId xmlns:r="http://schemas.openxmlformats.org/officeDocument/2006/relationships" id="278" r:id="Rd73bd9f35be44cdf"/>
    <p:sldId xmlns:r="http://schemas.openxmlformats.org/officeDocument/2006/relationships" id="279" r:id="R2510ba67e60443e4"/>
    <p:sldId xmlns:r="http://schemas.openxmlformats.org/officeDocument/2006/relationships" id="280" r:id="Rafb56075c4724de9"/>
    <p:sldId xmlns:r="http://schemas.openxmlformats.org/officeDocument/2006/relationships" id="281" r:id="Re6cd93964d824293"/>
    <p:sldId xmlns:r="http://schemas.openxmlformats.org/officeDocument/2006/relationships" id="282" r:id="Rc35ff2a63bb549a2"/>
    <p:sldId xmlns:r="http://schemas.openxmlformats.org/officeDocument/2006/relationships" id="283" r:id="R4e1f5a682bf6420e"/>
    <p:sldId xmlns:r="http://schemas.openxmlformats.org/officeDocument/2006/relationships" id="284" r:id="R2451a49f1dd149d4"/>
    <p:sldId xmlns:r="http://schemas.openxmlformats.org/officeDocument/2006/relationships" id="285" r:id="Rbd3442ded5964a5d"/>
    <p:sldId xmlns:r="http://schemas.openxmlformats.org/officeDocument/2006/relationships" id="286" r:id="R5a0c60f707c741fc"/>
    <p:sldId xmlns:r="http://schemas.openxmlformats.org/officeDocument/2006/relationships" id="287" r:id="R17ee90c49e1548ff"/>
    <p:sldId xmlns:r="http://schemas.openxmlformats.org/officeDocument/2006/relationships" id="288" r:id="R1a3ce52c089245af"/>
    <p:sldId xmlns:r="http://schemas.openxmlformats.org/officeDocument/2006/relationships" id="289" r:id="R44e6a63ddff74595"/>
    <p:sldId xmlns:r="http://schemas.openxmlformats.org/officeDocument/2006/relationships" id="290" r:id="Rc52bd2c8b0504670"/>
    <p:sldId xmlns:r="http://schemas.openxmlformats.org/officeDocument/2006/relationships" id="291" r:id="R41ad81d1968448aa"/>
    <p:sldId xmlns:r="http://schemas.openxmlformats.org/officeDocument/2006/relationships" id="292" r:id="R01896197240843a7"/>
    <p:sldId xmlns:r="http://schemas.openxmlformats.org/officeDocument/2006/relationships" id="293" r:id="R35444d7456404389"/>
    <p:sldId xmlns:r="http://schemas.openxmlformats.org/officeDocument/2006/relationships" id="294" r:id="Rc98af62b1ab04236"/>
    <p:sldId xmlns:r="http://schemas.openxmlformats.org/officeDocument/2006/relationships" id="295" r:id="R9384d49e96964bc4"/>
    <p:sldId xmlns:r="http://schemas.openxmlformats.org/officeDocument/2006/relationships" id="296" r:id="R2e99a3bee8cb400a"/>
    <p:sldId xmlns:r="http://schemas.openxmlformats.org/officeDocument/2006/relationships" id="297" r:id="Rfc94988b8fb44737"/>
    <p:sldId xmlns:r="http://schemas.openxmlformats.org/officeDocument/2006/relationships" id="298" r:id="R7030428781c5409e"/>
    <p:sldId xmlns:r="http://schemas.openxmlformats.org/officeDocument/2006/relationships" id="299" r:id="Re73df5d57c814fdc"/>
    <p:sldId xmlns:r="http://schemas.openxmlformats.org/officeDocument/2006/relationships" id="300" r:id="R451815c55129449a"/>
    <p:sldId xmlns:r="http://schemas.openxmlformats.org/officeDocument/2006/relationships" id="301" r:id="R545257aaa3144376"/>
    <p:sldId xmlns:r="http://schemas.openxmlformats.org/officeDocument/2006/relationships" id="302" r:id="R4e6463c979cf419a"/>
    <p:sldId xmlns:r="http://schemas.openxmlformats.org/officeDocument/2006/relationships" id="303" r:id="R5c676b94e87b4df9"/>
    <p:sldId xmlns:r="http://schemas.openxmlformats.org/officeDocument/2006/relationships" id="304" r:id="R97c53b2f89b6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0df0501c44dcb" /><Relationship Type="http://schemas.openxmlformats.org/officeDocument/2006/relationships/slideMaster" Target="/ppt/slideMasters/slideMaster1.xml" Id="R131b9f72634e4be2" /><Relationship Type="http://schemas.openxmlformats.org/officeDocument/2006/relationships/notesMaster" Target="/ppt/notesMasters/notesMaster1.xml" Id="R939522938c7645cf" /><Relationship Type="http://schemas.openxmlformats.org/officeDocument/2006/relationships/presProps" Target="/ppt/presProps.xml" Id="R47c97aeeae5f4f21" /><Relationship Type="http://schemas.openxmlformats.org/officeDocument/2006/relationships/viewProps" Target="/ppt/viewProps.xml" Id="Rea485038ad8c4588" /><Relationship Type="http://schemas.openxmlformats.org/officeDocument/2006/relationships/tableStyles" Target="/ppt/tableStyles.xml" Id="Re4a652208b6f4c45" /><Relationship Type="http://schemas.openxmlformats.org/officeDocument/2006/relationships/slide" Target="/ppt/slides/slide1.xml" Id="Re14d2a8176cb42c4" /><Relationship Type="http://schemas.openxmlformats.org/officeDocument/2006/relationships/slide" Target="/ppt/slides/slide2.xml" Id="R9f269b65cdac4b7c" /><Relationship Type="http://schemas.openxmlformats.org/officeDocument/2006/relationships/slide" Target="/ppt/slides/slide3.xml" Id="R1ae42b63b71e4894" /><Relationship Type="http://schemas.openxmlformats.org/officeDocument/2006/relationships/slide" Target="/ppt/slides/slide4.xml" Id="R0a301ac90d7446c4" /><Relationship Type="http://schemas.openxmlformats.org/officeDocument/2006/relationships/slide" Target="/ppt/slides/slide5.xml" Id="Rcf9740fedba943b3" /><Relationship Type="http://schemas.openxmlformats.org/officeDocument/2006/relationships/slide" Target="/ppt/slides/slide6.xml" Id="Re585f3a43ee74857" /><Relationship Type="http://schemas.openxmlformats.org/officeDocument/2006/relationships/slide" Target="/ppt/slides/slide7.xml" Id="R0220099e0daf4e13" /><Relationship Type="http://schemas.openxmlformats.org/officeDocument/2006/relationships/slide" Target="/ppt/slides/slide8.xml" Id="Rbba07699725e48d5" /><Relationship Type="http://schemas.openxmlformats.org/officeDocument/2006/relationships/slide" Target="/ppt/slides/slide9.xml" Id="Rc9892c5759934c9e" /><Relationship Type="http://schemas.openxmlformats.org/officeDocument/2006/relationships/slide" Target="/ppt/slides/slide10.xml" Id="Raddd739696f44274" /><Relationship Type="http://schemas.openxmlformats.org/officeDocument/2006/relationships/slide" Target="/ppt/slides/slide11.xml" Id="R64a6eb268fba40fd" /><Relationship Type="http://schemas.openxmlformats.org/officeDocument/2006/relationships/slide" Target="/ppt/slides/slide12.xml" Id="Rae6003a755b94c4b" /><Relationship Type="http://schemas.openxmlformats.org/officeDocument/2006/relationships/slide" Target="/ppt/slides/slide13.xml" Id="Rf06ca317cc834b4e" /><Relationship Type="http://schemas.openxmlformats.org/officeDocument/2006/relationships/slide" Target="/ppt/slides/slide14.xml" Id="Rda601e181a93401c" /><Relationship Type="http://schemas.openxmlformats.org/officeDocument/2006/relationships/slide" Target="/ppt/slides/slide15.xml" Id="R8a4f2c76dddd42ae" /><Relationship Type="http://schemas.openxmlformats.org/officeDocument/2006/relationships/slide" Target="/ppt/slides/slide16.xml" Id="R903fe8474e1e4992" /><Relationship Type="http://schemas.openxmlformats.org/officeDocument/2006/relationships/slide" Target="/ppt/slides/slide17.xml" Id="Rad6ea28a893c4cda" /><Relationship Type="http://schemas.openxmlformats.org/officeDocument/2006/relationships/slide" Target="/ppt/slides/slide18.xml" Id="R8011762d65074092" /><Relationship Type="http://schemas.openxmlformats.org/officeDocument/2006/relationships/slide" Target="/ppt/slides/slide19.xml" Id="R04b016440c324e24" /><Relationship Type="http://schemas.openxmlformats.org/officeDocument/2006/relationships/slide" Target="/ppt/slides/slide20.xml" Id="R474a7f104d274edc" /><Relationship Type="http://schemas.openxmlformats.org/officeDocument/2006/relationships/slide" Target="/ppt/slides/slide21.xml" Id="Re34180d24c9f468b" /><Relationship Type="http://schemas.openxmlformats.org/officeDocument/2006/relationships/slide" Target="/ppt/slides/slide22.xml" Id="R69265f7ae9e8424a" /><Relationship Type="http://schemas.openxmlformats.org/officeDocument/2006/relationships/slide" Target="/ppt/slides/slide23.xml" Id="Rd73bd9f35be44cdf" /><Relationship Type="http://schemas.openxmlformats.org/officeDocument/2006/relationships/slide" Target="/ppt/slides/slide24.xml" Id="R2510ba67e60443e4" /><Relationship Type="http://schemas.openxmlformats.org/officeDocument/2006/relationships/slide" Target="/ppt/slides/slide25.xml" Id="Rafb56075c4724de9" /><Relationship Type="http://schemas.openxmlformats.org/officeDocument/2006/relationships/slide" Target="/ppt/slides/slide26.xml" Id="Re6cd93964d824293" /><Relationship Type="http://schemas.openxmlformats.org/officeDocument/2006/relationships/slide" Target="/ppt/slides/slide27.xml" Id="Rc35ff2a63bb549a2" /><Relationship Type="http://schemas.openxmlformats.org/officeDocument/2006/relationships/slide" Target="/ppt/slides/slide28.xml" Id="R4e1f5a682bf6420e" /><Relationship Type="http://schemas.openxmlformats.org/officeDocument/2006/relationships/slide" Target="/ppt/slides/slide29.xml" Id="R2451a49f1dd149d4" /><Relationship Type="http://schemas.openxmlformats.org/officeDocument/2006/relationships/slide" Target="/ppt/slides/slide30.xml" Id="Rbd3442ded5964a5d" /><Relationship Type="http://schemas.openxmlformats.org/officeDocument/2006/relationships/slide" Target="/ppt/slides/slide31.xml" Id="R5a0c60f707c741fc" /><Relationship Type="http://schemas.openxmlformats.org/officeDocument/2006/relationships/slide" Target="/ppt/slides/slide32.xml" Id="R17ee90c49e1548ff" /><Relationship Type="http://schemas.openxmlformats.org/officeDocument/2006/relationships/slide" Target="/ppt/slides/slide33.xml" Id="R1a3ce52c089245af" /><Relationship Type="http://schemas.openxmlformats.org/officeDocument/2006/relationships/slide" Target="/ppt/slides/slide34.xml" Id="R44e6a63ddff74595" /><Relationship Type="http://schemas.openxmlformats.org/officeDocument/2006/relationships/slide" Target="/ppt/slides/slide35.xml" Id="Rc52bd2c8b0504670" /><Relationship Type="http://schemas.openxmlformats.org/officeDocument/2006/relationships/slide" Target="/ppt/slides/slide36.xml" Id="R41ad81d1968448aa" /><Relationship Type="http://schemas.openxmlformats.org/officeDocument/2006/relationships/slide" Target="/ppt/slides/slide37.xml" Id="R01896197240843a7" /><Relationship Type="http://schemas.openxmlformats.org/officeDocument/2006/relationships/slide" Target="/ppt/slides/slide38.xml" Id="R35444d7456404389" /><Relationship Type="http://schemas.openxmlformats.org/officeDocument/2006/relationships/slide" Target="/ppt/slides/slide39.xml" Id="Rc98af62b1ab04236" /><Relationship Type="http://schemas.openxmlformats.org/officeDocument/2006/relationships/slide" Target="/ppt/slides/slide40.xml" Id="R9384d49e96964bc4" /><Relationship Type="http://schemas.openxmlformats.org/officeDocument/2006/relationships/slide" Target="/ppt/slides/slide41.xml" Id="R2e99a3bee8cb400a" /><Relationship Type="http://schemas.openxmlformats.org/officeDocument/2006/relationships/slide" Target="/ppt/slides/slide42.xml" Id="Rfc94988b8fb44737" /><Relationship Type="http://schemas.openxmlformats.org/officeDocument/2006/relationships/slide" Target="/ppt/slides/slide43.xml" Id="R7030428781c5409e" /><Relationship Type="http://schemas.openxmlformats.org/officeDocument/2006/relationships/slide" Target="/ppt/slides/slide44.xml" Id="Re73df5d57c814fdc" /><Relationship Type="http://schemas.openxmlformats.org/officeDocument/2006/relationships/slide" Target="/ppt/slides/slide45.xml" Id="R451815c55129449a" /><Relationship Type="http://schemas.openxmlformats.org/officeDocument/2006/relationships/slide" Target="/ppt/slides/slide46.xml" Id="R545257aaa3144376" /><Relationship Type="http://schemas.openxmlformats.org/officeDocument/2006/relationships/slide" Target="/ppt/slides/slide47.xml" Id="R4e6463c979cf419a" /><Relationship Type="http://schemas.openxmlformats.org/officeDocument/2006/relationships/slide" Target="/ppt/slides/slide48.xml" Id="R5c676b94e87b4df9" /><Relationship Type="http://schemas.openxmlformats.org/officeDocument/2006/relationships/slide" Target="/ppt/slides/slide49.xml" Id="R97c53b2f89b6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7412b1523349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36d10b1464e4e" /><Relationship Type="http://schemas.openxmlformats.org/officeDocument/2006/relationships/notesMaster" Target="/ppt/notesMasters/notesMaster1.xml" Id="R099f6ef8a056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755351e5964934" /><Relationship Type="http://schemas.openxmlformats.org/officeDocument/2006/relationships/notesMaster" Target="/ppt/notesMasters/notesMaster1.xml" Id="Rc81c6cc29a894a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ff1c2837a746c2" /><Relationship Type="http://schemas.openxmlformats.org/officeDocument/2006/relationships/notesMaster" Target="/ppt/notesMasters/notesMaster1.xml" Id="Rbe63dfcd92ea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a70e4367a741bf" /><Relationship Type="http://schemas.openxmlformats.org/officeDocument/2006/relationships/notesMaster" Target="/ppt/notesMasters/notesMaster1.xml" Id="R505b2c716e01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f8e6cf18924694" /><Relationship Type="http://schemas.openxmlformats.org/officeDocument/2006/relationships/notesMaster" Target="/ppt/notesMasters/notesMaster1.xml" Id="Ra92cef9298a54f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d83bbdf5464470" /><Relationship Type="http://schemas.openxmlformats.org/officeDocument/2006/relationships/notesMaster" Target="/ppt/notesMasters/notesMaster1.xml" Id="R4507c63a175647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726d34ea0645da" /><Relationship Type="http://schemas.openxmlformats.org/officeDocument/2006/relationships/notesMaster" Target="/ppt/notesMasters/notesMaster1.xml" Id="Rd55f7ffac61644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7c46ab7bbc4ee5" /><Relationship Type="http://schemas.openxmlformats.org/officeDocument/2006/relationships/notesMaster" Target="/ppt/notesMasters/notesMaster1.xml" Id="R32240ebd67624d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bd8d6b263f4f51" /><Relationship Type="http://schemas.openxmlformats.org/officeDocument/2006/relationships/notesMaster" Target="/ppt/notesMasters/notesMaster1.xml" Id="R6afd8ca2677b44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dc8205710f4ca5" /><Relationship Type="http://schemas.openxmlformats.org/officeDocument/2006/relationships/notesMaster" Target="/ppt/notesMasters/notesMaster1.xml" Id="R9a25fa417caa47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fe5dce98cf4c63" /><Relationship Type="http://schemas.openxmlformats.org/officeDocument/2006/relationships/notesMaster" Target="/ppt/notesMasters/notesMaster1.xml" Id="Rf3f6b1e0debf49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3697dcc49d4053" /><Relationship Type="http://schemas.openxmlformats.org/officeDocument/2006/relationships/notesMaster" Target="/ppt/notesMasters/notesMaster1.xml" Id="R08900b43aabf45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1ad751a8bc4bf1" /><Relationship Type="http://schemas.openxmlformats.org/officeDocument/2006/relationships/notesMaster" Target="/ppt/notesMasters/notesMaster1.xml" Id="Rf31a2cabf8c448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f06bf09e2a4973" /><Relationship Type="http://schemas.openxmlformats.org/officeDocument/2006/relationships/notesMaster" Target="/ppt/notesMasters/notesMaster1.xml" Id="R33f3924286904b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b8eb8bce814fd7" /><Relationship Type="http://schemas.openxmlformats.org/officeDocument/2006/relationships/notesMaster" Target="/ppt/notesMasters/notesMaster1.xml" Id="R0e0f1b02aca342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da872305da44c0" /><Relationship Type="http://schemas.openxmlformats.org/officeDocument/2006/relationships/notesMaster" Target="/ppt/notesMasters/notesMaster1.xml" Id="R55235aaf329147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8788d640fb4b5d" /><Relationship Type="http://schemas.openxmlformats.org/officeDocument/2006/relationships/notesMaster" Target="/ppt/notesMasters/notesMaster1.xml" Id="Rfb022b6885c74c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397724e6bd4d14" /><Relationship Type="http://schemas.openxmlformats.org/officeDocument/2006/relationships/notesMaster" Target="/ppt/notesMasters/notesMaster1.xml" Id="Re5c93411c9e942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6d4f0a2d04401b" /><Relationship Type="http://schemas.openxmlformats.org/officeDocument/2006/relationships/notesMaster" Target="/ppt/notesMasters/notesMaster1.xml" Id="Ref20de56de2347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4f83ff00e0416e" /><Relationship Type="http://schemas.openxmlformats.org/officeDocument/2006/relationships/notesMaster" Target="/ppt/notesMasters/notesMaster1.xml" Id="R672d97eed53341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9a5b5771334cbe" /><Relationship Type="http://schemas.openxmlformats.org/officeDocument/2006/relationships/notesMaster" Target="/ppt/notesMasters/notesMaster1.xml" Id="Rde967022fad94d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6d04c2d842413c" /><Relationship Type="http://schemas.openxmlformats.org/officeDocument/2006/relationships/notesMaster" Target="/ppt/notesMasters/notesMaster1.xml" Id="Rfb7fb03df61848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49e3ffd12246cd" /><Relationship Type="http://schemas.openxmlformats.org/officeDocument/2006/relationships/notesMaster" Target="/ppt/notesMasters/notesMaster1.xml" Id="R4841c223c3774e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9fdbd8c52d4626" /><Relationship Type="http://schemas.openxmlformats.org/officeDocument/2006/relationships/notesMaster" Target="/ppt/notesMasters/notesMaster1.xml" Id="R5bc95a6c865a43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4196e60b7344c2" /><Relationship Type="http://schemas.openxmlformats.org/officeDocument/2006/relationships/notesMaster" Target="/ppt/notesMasters/notesMaster1.xml" Id="R5c5cfc356f9b4fc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4bb0b8b1c44c17" /><Relationship Type="http://schemas.openxmlformats.org/officeDocument/2006/relationships/notesMaster" Target="/ppt/notesMasters/notesMaster1.xml" Id="R9b3c49c1ce3740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b146d5605746f3" /><Relationship Type="http://schemas.openxmlformats.org/officeDocument/2006/relationships/notesMaster" Target="/ppt/notesMasters/notesMaster1.xml" Id="Rab86ff02df1d49f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0ce36157ab84c69" /><Relationship Type="http://schemas.openxmlformats.org/officeDocument/2006/relationships/notesMaster" Target="/ppt/notesMasters/notesMaster1.xml" Id="Rd2bcee926bdf40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786bbf3dfd4343" /><Relationship Type="http://schemas.openxmlformats.org/officeDocument/2006/relationships/notesMaster" Target="/ppt/notesMasters/notesMaster1.xml" Id="Rfcb93b81b1754e2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af9b4cc523414d" /><Relationship Type="http://schemas.openxmlformats.org/officeDocument/2006/relationships/notesMaster" Target="/ppt/notesMasters/notesMaster1.xml" Id="R07bb5aa7d30b4f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ef1fcbc9115482d" /><Relationship Type="http://schemas.openxmlformats.org/officeDocument/2006/relationships/notesMaster" Target="/ppt/notesMasters/notesMaster1.xml" Id="R8bf16b936ec24be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38e44033a9a4847" /><Relationship Type="http://schemas.openxmlformats.org/officeDocument/2006/relationships/notesMaster" Target="/ppt/notesMasters/notesMaster1.xml" Id="Rc6054fae91ec409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9d65c02994540b5" /><Relationship Type="http://schemas.openxmlformats.org/officeDocument/2006/relationships/notesMaster" Target="/ppt/notesMasters/notesMaster1.xml" Id="Re96c73a64c59420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493f68303ac49aa" /><Relationship Type="http://schemas.openxmlformats.org/officeDocument/2006/relationships/notesMaster" Target="/ppt/notesMasters/notesMaster1.xml" Id="Rafa316094507418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2655c32e984b14" /><Relationship Type="http://schemas.openxmlformats.org/officeDocument/2006/relationships/notesMaster" Target="/ppt/notesMasters/notesMaster1.xml" Id="R69c82cd3db9a443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5955fd72f84c60" /><Relationship Type="http://schemas.openxmlformats.org/officeDocument/2006/relationships/notesMaster" Target="/ppt/notesMasters/notesMaster1.xml" Id="Rcc13ed56fa7545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f4f7b207044565" /><Relationship Type="http://schemas.openxmlformats.org/officeDocument/2006/relationships/notesMaster" Target="/ppt/notesMasters/notesMaster1.xml" Id="Rf5f01e490e89457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44df00107ca4007" /><Relationship Type="http://schemas.openxmlformats.org/officeDocument/2006/relationships/notesMaster" Target="/ppt/notesMasters/notesMaster1.xml" Id="Rf9f298bf586b4da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151a87a329d46d4" /><Relationship Type="http://schemas.openxmlformats.org/officeDocument/2006/relationships/notesMaster" Target="/ppt/notesMasters/notesMaster1.xml" Id="R8f4771d9a0a44fd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3ea02e3786f48a1" /><Relationship Type="http://schemas.openxmlformats.org/officeDocument/2006/relationships/notesMaster" Target="/ppt/notesMasters/notesMaster1.xml" Id="R245f9a6e403f49a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87d681ad944d5b" /><Relationship Type="http://schemas.openxmlformats.org/officeDocument/2006/relationships/notesMaster" Target="/ppt/notesMasters/notesMaster1.xml" Id="R24572c6ab6144d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7293839ccd74141" /><Relationship Type="http://schemas.openxmlformats.org/officeDocument/2006/relationships/notesMaster" Target="/ppt/notesMasters/notesMaster1.xml" Id="Rc2fbf02c774d47f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f8f9e624ae945ae" /><Relationship Type="http://schemas.openxmlformats.org/officeDocument/2006/relationships/notesMaster" Target="/ppt/notesMasters/notesMaster1.xml" Id="R0ac0a08c8d664f8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ffacf974a5b4376" /><Relationship Type="http://schemas.openxmlformats.org/officeDocument/2006/relationships/notesMaster" Target="/ppt/notesMasters/notesMaster1.xml" Id="R38ec42d4203748a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23360657d8a45c3" /><Relationship Type="http://schemas.openxmlformats.org/officeDocument/2006/relationships/notesMaster" Target="/ppt/notesMasters/notesMaster1.xml" Id="Rfa2b3d12362a463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2dca132f7044552" /><Relationship Type="http://schemas.openxmlformats.org/officeDocument/2006/relationships/notesMaster" Target="/ppt/notesMasters/notesMaster1.xml" Id="R4d5698ace418405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f5cc780b4c64ab5" /><Relationship Type="http://schemas.openxmlformats.org/officeDocument/2006/relationships/notesMaster" Target="/ppt/notesMasters/notesMaster1.xml" Id="Rb0d11bfaff5f4b6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e55247bb4864566" /><Relationship Type="http://schemas.openxmlformats.org/officeDocument/2006/relationships/notesMaster" Target="/ppt/notesMasters/notesMaster1.xml" Id="R7ed6ae1908c3497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dba8f6283804cc9" /><Relationship Type="http://schemas.openxmlformats.org/officeDocument/2006/relationships/notesMaster" Target="/ppt/notesMasters/notesMaster1.xml" Id="R7026e522c760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  <a:p xmlns:a="http://schemas.openxmlformats.org/drawingml/2006/main">
            <a:r>
              <a:t>- https://philips.service-now.com/softwareportal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v1.6.13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responsible-use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d30bfd5db4f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8923f54b3649c8" /><Relationship Type="http://schemas.openxmlformats.org/officeDocument/2006/relationships/slideLayout" Target="/ppt/slideLayouts/slideLayout1.xml" Id="Ra60deea921924f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deea921924f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8107f27734226" /><Relationship Type="http://schemas.openxmlformats.org/officeDocument/2006/relationships/hyperlink" Target="https://aiskillsnavigator.microsoft.com/" TargetMode="External" Id="R7be3a70d946b459b" /><Relationship Type="http://schemas.openxmlformats.org/officeDocument/2006/relationships/notesSlide" Target="/ppt/notesSlides/notesSlide1.xml" Id="R6098a405a29b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06a62eebb469a" /><Relationship Type="http://schemas.openxmlformats.org/officeDocument/2006/relationships/hyperlink" Target="https://www.aigateway.ai.inside.philips.com/" TargetMode="External" Id="Rbd894ea079a7477b" /><Relationship Type="http://schemas.openxmlformats.org/officeDocument/2006/relationships/notesSlide" Target="/ppt/notesSlides/notesSlide2.xml" Id="R435e60f302e148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1c43338864464" /><Relationship Type="http://schemas.openxmlformats.org/officeDocument/2006/relationships/hyperlink" Target="https://aiskillsnavigator.microsoft.com/" TargetMode="External" Id="Rc3fc644efe85451e" /><Relationship Type="http://schemas.openxmlformats.org/officeDocument/2006/relationships/notesSlide" Target="/ppt/notesSlides/notesSlide3.xml" Id="Rf4e81704246749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9bd4703b74554" /><Relationship Type="http://schemas.openxmlformats.org/officeDocument/2006/relationships/hyperlink" Target="https://www.aigateway.ai.inside.philips.com/" TargetMode="External" Id="Rbe7d91360feb4987" /><Relationship Type="http://schemas.openxmlformats.org/officeDocument/2006/relationships/notesSlide" Target="/ppt/notesSlides/notesSlide4.xml" Id="R6ae41083f84544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652114b87490f" /><Relationship Type="http://schemas.openxmlformats.org/officeDocument/2006/relationships/image" Target="/ppt/media/image.png" Id="R02ee212b63574807" /><Relationship Type="http://schemas.openxmlformats.org/officeDocument/2006/relationships/hyperlink" Target="https://www.aigateway.ai.inside.philips.com/" TargetMode="External" Id="R4f60c4297d5648dd" /><Relationship Type="http://schemas.openxmlformats.org/officeDocument/2006/relationships/notesSlide" Target="/ppt/notesSlides/notesSlide5.xml" Id="R3abbfbcb0a184f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58a7516834183" /><Relationship Type="http://schemas.openxmlformats.org/officeDocument/2006/relationships/image" Target="/ppt/media/image.png" Id="Rf7b88baf82234e3a" /><Relationship Type="http://schemas.openxmlformats.org/officeDocument/2006/relationships/hyperlink" Target="https://www.aigateway.ai.inside.philips.com/" TargetMode="External" Id="Ra4eabc4945354f9c" /><Relationship Type="http://schemas.openxmlformats.org/officeDocument/2006/relationships/notesSlide" Target="/ppt/notesSlides/notesSlide6.xml" Id="R82b061d64b1845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02fd3c58e4837" /><Relationship Type="http://schemas.openxmlformats.org/officeDocument/2006/relationships/image" Target="/ppt/media/image.png" Id="Rd15490a52e4f4760" /><Relationship Type="http://schemas.openxmlformats.org/officeDocument/2006/relationships/hyperlink" Target="https://www.aigateway.ai.inside.philips.com/" TargetMode="External" Id="R30ff1e78990942b2" /><Relationship Type="http://schemas.openxmlformats.org/officeDocument/2006/relationships/notesSlide" Target="/ppt/notesSlides/notesSlide7.xml" Id="R0389c3e9a3104f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8a936e892420d" /><Relationship Type="http://schemas.openxmlformats.org/officeDocument/2006/relationships/hyperlink" Target="https://www.aigateway.ai.inside.philips.com/" TargetMode="External" Id="R41f46512f6f244ac" /><Relationship Type="http://schemas.openxmlformats.org/officeDocument/2006/relationships/notesSlide" Target="/ppt/notesSlides/notesSlide8.xml" Id="R4d59502c05634a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7a063423644b3" /><Relationship Type="http://schemas.openxmlformats.org/officeDocument/2006/relationships/hyperlink" Target="https://philips.service-now.com/itportal?id=kb_article&amp;sysparm_article=KB1528249&amp;sys_id=24240f5bfb794b54ae1afb576eefdc0f&amp;spa=1" TargetMode="External" Id="Rce9bb78506d44d1e" /><Relationship Type="http://schemas.openxmlformats.org/officeDocument/2006/relationships/notesSlide" Target="/ppt/notesSlides/notesSlide9.xml" Id="Rd0ad016d777a4c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1e9df72854c7a" /><Relationship Type="http://schemas.openxmlformats.org/officeDocument/2006/relationships/image" Target="/ppt/media/image2.png" Id="Red5f56569bc643ad" /><Relationship Type="http://schemas.openxmlformats.org/officeDocument/2006/relationships/hyperlink" Target="https://philips.service-now.com/itportal?id=kb_article&amp;sysparm_article=KB1528249&amp;sys_id=24240f5bfb794b54ae1afb576eefdc0f&amp;spa=1" TargetMode="External" Id="R726a9b0178e24e17" /><Relationship Type="http://schemas.openxmlformats.org/officeDocument/2006/relationships/notesSlide" Target="/ppt/notesSlides/notesSlide10.xml" Id="Rd09e8056565b4b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90a0817ce41d2" /><Relationship Type="http://schemas.openxmlformats.org/officeDocument/2006/relationships/hyperlink" Target="https://www.aigateway.ai.inside.philips.com/" TargetMode="External" Id="R44bae3bc63124334" /><Relationship Type="http://schemas.openxmlformats.org/officeDocument/2006/relationships/hyperlink" Target="https://philips.service-now.com/itportal?id=kb_article&amp;sysparm_article=KB1528249&amp;sys_id=24240f5bfb794b54ae1afb576eefdc0f&amp;spa=1" TargetMode="External" Id="R4d2c27f954a54afb" /><Relationship Type="http://schemas.openxmlformats.org/officeDocument/2006/relationships/image" Target="/ppt/media/image3.png" Id="R73d9f3f20eea4f79" /><Relationship Type="http://schemas.openxmlformats.org/officeDocument/2006/relationships/notesSlide" Target="/ppt/notesSlides/notesSlide11.xml" Id="R2c46af23e2aa4d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14f79dd544d22" /><Relationship Type="http://schemas.openxmlformats.org/officeDocument/2006/relationships/image" Target="/ppt/media/image4.png" Id="R8b77546ddd9c49dc" /><Relationship Type="http://schemas.openxmlformats.org/officeDocument/2006/relationships/hyperlink" Target="https://philips.service-now.com/itportal?id=kb_article&amp;sysparm_article=KB1528249&amp;sys_id=24240f5bfb794b54ae1afb576eefdc0f&amp;spa=1" TargetMode="External" Id="Rde3f548d62e8484f" /><Relationship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 Id="R7304d5a580be4184" /><Relationship Type="http://schemas.openxmlformats.org/officeDocument/2006/relationships/notesSlide" Target="/ppt/notesSlides/notesSlide12.xml" Id="Rc9925ca5e35b41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924cb3f494c25" /><Relationship Type="http://schemas.openxmlformats.org/officeDocument/2006/relationships/image" Target="/ppt/media/image5.png" Id="Rb25f4d551a544f0b" /><Relationship Type="http://schemas.openxmlformats.org/officeDocument/2006/relationships/hyperlink" Target="https://philips.service-now.com/softwareportal" TargetMode="External" Id="Rcaa6b1ff5c7840de" /><Relationship Type="http://schemas.openxmlformats.org/officeDocument/2006/relationships/hyperlink" Target="https://philips.service-now.com/itportal?id=kb_article&amp;sysparm_article=KB1528249&amp;sys_id=24240f5bfb794b54ae1afb576eefdc0f&amp;spa=1" TargetMode="External" Id="Ra1464fcc2bcd4651" /><Relationship Type="http://schemas.openxmlformats.org/officeDocument/2006/relationships/notesSlide" Target="/ppt/notesSlides/notesSlide13.xml" Id="R7a947e54acbc45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fa9c2ddc7468a" /><Relationship Type="http://schemas.openxmlformats.org/officeDocument/2006/relationships/image" Target="/ppt/media/image6.png" Id="Re818a6a51a854393" /><Relationship Type="http://schemas.openxmlformats.org/officeDocument/2006/relationships/hyperlink" Target="https://www.aigateway.ai.inside.philips.com/" TargetMode="External" Id="Rae04bc76c0924ffd" /><Relationship Type="http://schemas.openxmlformats.org/officeDocument/2006/relationships/notesSlide" Target="/ppt/notesSlides/notesSlide14.xml" Id="R5e34e78641684e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e4c59924d4be4" /><Relationship Type="http://schemas.openxmlformats.org/officeDocument/2006/relationships/hyperlink" Target="https://www.aigateway.ai.inside.philips.com/" TargetMode="External" Id="R5150dc8a2d7b493d" /><Relationship Type="http://schemas.openxmlformats.org/officeDocument/2006/relationships/hyperlink" Target="https://philips-ai-tool-lab.github.io/ai-tool-lab-preview/" TargetMode="External" Id="R6b660c16758a4ecf" /><Relationship Type="http://schemas.openxmlformats.org/officeDocument/2006/relationships/notesSlide" Target="/ppt/notesSlides/notesSlide15.xml" Id="Rb7d5b31df89648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dee3284c64079" /><Relationship Type="http://schemas.openxmlformats.org/officeDocument/2006/relationships/hyperlink" Target="https://www.aigateway.ai.inside.philips.com/" TargetMode="External" Id="R723f02b6847b48bd" /><Relationship Type="http://schemas.openxmlformats.org/officeDocument/2006/relationships/hyperlink" Target="https://philips-ai-tool-lab.github.io/ai-tool-lab-preview/" TargetMode="External" Id="R5956ade7a75c470d" /><Relationship Type="http://schemas.openxmlformats.org/officeDocument/2006/relationships/notesSlide" Target="/ppt/notesSlides/notesSlide16.xml" Id="Rb2552c52e2ec42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4b0e6e6d3479b" /><Relationship Type="http://schemas.openxmlformats.org/officeDocument/2006/relationships/image" Target="/ppt/media/image7.png" Id="R3863b5a5af9a44a5" /><Relationship Type="http://schemas.openxmlformats.org/officeDocument/2006/relationships/hyperlink" Target="https://aiskillsnavigator.microsoft.com/" TargetMode="External" Id="R0bb57bec92f5497b" /><Relationship Type="http://schemas.openxmlformats.org/officeDocument/2006/relationships/hyperlink" Target="https://m365.cloud.microsoft/chat" TargetMode="External" Id="R3f8117c486224eb7" /><Relationship Type="http://schemas.openxmlformats.org/officeDocument/2006/relationships/notesSlide" Target="/ppt/notesSlides/notesSlide17.xml" Id="Ref11ee89eab74b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a07e3aec84f93" /><Relationship Type="http://schemas.openxmlformats.org/officeDocument/2006/relationships/hyperlink" Target="https://aiskillsnavigator.microsoft.com/" TargetMode="External" Id="R0fdf249e276a435c" /><Relationship Type="http://schemas.openxmlformats.org/officeDocument/2006/relationships/hyperlink" Target="https://aiskillsnavigator.microsoft.com/playlists/291ff1ba-c754-44f1-9814-ef8917f8c989" TargetMode="External" Id="R20b29c046d014c7f" /><Relationship Type="http://schemas.openxmlformats.org/officeDocument/2006/relationships/hyperlink" Target="https://m365.cloud.microsoft/chat" TargetMode="External" Id="Ra3e130abffee4118" /><Relationship Type="http://schemas.openxmlformats.org/officeDocument/2006/relationships/notesSlide" Target="/ppt/notesSlides/notesSlide18.xml" Id="Rcaffa5df94354f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7d0e5b46b4110" /><Relationship Type="http://schemas.openxmlformats.org/officeDocument/2006/relationships/image" Target="/ppt/media/image8.png" Id="Re0283fbb0c89440b" /><Relationship Type="http://schemas.openxmlformats.org/officeDocument/2006/relationships/hyperlink" Target="https://aiskillsnavigator.microsoft.com/" TargetMode="External" Id="R1c89b3de55e746a2" /><Relationship Type="http://schemas.openxmlformats.org/officeDocument/2006/relationships/notesSlide" Target="/ppt/notesSlides/notesSlide19.xml" Id="R1b29efbe85fe40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1b32ebfca4ec2" /><Relationship Type="http://schemas.openxmlformats.org/officeDocument/2006/relationships/image" Target="/ppt/media/image9.png" Id="R48f9f6dce64846d2" /><Relationship Type="http://schemas.openxmlformats.org/officeDocument/2006/relationships/hyperlink" Target="https://aiskillsnavigator.microsoft.com/playlists/291ff1ba-c754-44f1-9814-ef8917f8c989" TargetMode="External" Id="Rf5369192ed9c4c30" /><Relationship Type="http://schemas.openxmlformats.org/officeDocument/2006/relationships/notesSlide" Target="/ppt/notesSlides/notesSlide20.xml" Id="R2517b4cbf7e941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e7457772b4c3b" /><Relationship Type="http://schemas.openxmlformats.org/officeDocument/2006/relationships/image" Target="/ppt/media/image10.png" Id="R1e38eae7c7714222" /><Relationship Type="http://schemas.openxmlformats.org/officeDocument/2006/relationships/hyperlink" Target="https://aiskillsnavigator.microsoft.com/playlists/291ff1ba-c754-44f1-9814-ef8917f8c989" TargetMode="External" Id="Rf84f8b2e46d14fc8" /><Relationship Type="http://schemas.openxmlformats.org/officeDocument/2006/relationships/hyperlink" Target="https://learn.microsoft.com/zh-cn/training/courses/ms-4004" TargetMode="External" Id="R7108f39fe9fb4bcc" /><Relationship Type="http://schemas.openxmlformats.org/officeDocument/2006/relationships/notesSlide" Target="/ppt/notesSlides/notesSlide21.xml" Id="Red0d2206608749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e1dd1c4ef4866" /><Relationship Type="http://schemas.openxmlformats.org/officeDocument/2006/relationships/hyperlink" Target="https://aiskillsnavigator.microsoft.com/playlists/291ff1ba-c754-44f1-9814-ef8917f8c989" TargetMode="External" Id="R55297bd50c634ef5" /><Relationship Type="http://schemas.openxmlformats.org/officeDocument/2006/relationships/notesSlide" Target="/ppt/notesSlides/notesSlide22.xml" Id="Rede36dd6a5a44d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3c53a17894759" /><Relationship Type="http://schemas.openxmlformats.org/officeDocument/2006/relationships/hyperlink" Target="https://m365.cloud.microsoft/chat" TargetMode="External" Id="R34b3f4e81e5d4814" /><Relationship Type="http://schemas.openxmlformats.org/officeDocument/2006/relationships/notesSlide" Target="/ppt/notesSlides/notesSlide23.xml" Id="R486f0abb5d2245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46b2849ce406c" /><Relationship Type="http://schemas.openxmlformats.org/officeDocument/2006/relationships/hyperlink" Target="https://m365.cloud.microsoft/chat" TargetMode="External" Id="R1ac3175af501475f" /><Relationship Type="http://schemas.openxmlformats.org/officeDocument/2006/relationships/notesSlide" Target="/ppt/notesSlides/notesSlide24.xml" Id="Rd2498fadc0b1456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2ae27910a4125" /><Relationship Type="http://schemas.openxmlformats.org/officeDocument/2006/relationships/hyperlink" Target="https://m365.cloud.microsoft/chat" TargetMode="External" Id="R0eeb5fd24e1d468a" /><Relationship Type="http://schemas.openxmlformats.org/officeDocument/2006/relationships/notesSlide" Target="/ppt/notesSlides/notesSlide25.xml" Id="R5ec94ac0d5e44a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8015974e849ba" /><Relationship Type="http://schemas.openxmlformats.org/officeDocument/2006/relationships/hyperlink" Target="https://m365.cloud.microsoft/chat" TargetMode="External" Id="R694ade060993476c" /><Relationship Type="http://schemas.openxmlformats.org/officeDocument/2006/relationships/notesSlide" Target="/ppt/notesSlides/notesSlide26.xml" Id="R25ae3c6b803b47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e35f192284582" /><Relationship Type="http://schemas.openxmlformats.org/officeDocument/2006/relationships/hyperlink" Target="https://m365.cloud.microsoft/chat" TargetMode="External" Id="R64fa0d79575540f8" /><Relationship Type="http://schemas.openxmlformats.org/officeDocument/2006/relationships/notesSlide" Target="/ppt/notesSlides/notesSlide27.xml" Id="R026fa9d9132549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51923e6774854" /><Relationship Type="http://schemas.openxmlformats.org/officeDocument/2006/relationships/hyperlink" Target="https://m365.cloud.microsoft/chat" TargetMode="External" Id="Re68a0f2c59f24c1b" /><Relationship Type="http://schemas.openxmlformats.org/officeDocument/2006/relationships/notesSlide" Target="/ppt/notesSlides/notesSlide28.xml" Id="R2b24799d1bf943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71993af4144fd" /><Relationship Type="http://schemas.openxmlformats.org/officeDocument/2006/relationships/image" Target="/ppt/media/image11.png" Id="Rac45aabda2fa4617" /><Relationship Type="http://schemas.openxmlformats.org/officeDocument/2006/relationships/hyperlink" Target="https://m365.cloud.microsoft/chat" TargetMode="External" Id="R53553138c0a74570" /><Relationship Type="http://schemas.openxmlformats.org/officeDocument/2006/relationships/notesSlide" Target="/ppt/notesSlides/notesSlide29.xml" Id="Rc11ea9b9d75a4d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3ad506f704a60" /><Relationship Type="http://schemas.openxmlformats.org/officeDocument/2006/relationships/hyperlink" Target="https://m365.cloud.microsoft/chat" TargetMode="External" Id="R7c60d872be754be5" /><Relationship Type="http://schemas.openxmlformats.org/officeDocument/2006/relationships/notesSlide" Target="/ppt/notesSlides/notesSlide30.xml" Id="R8a0d5ddf89684e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1d30b6bd74744" /><Relationship Type="http://schemas.openxmlformats.org/officeDocument/2006/relationships/hyperlink" Target="https://m365.cloud.microsoft/chat" TargetMode="External" Id="R86c3d82371904b1c" /><Relationship Type="http://schemas.openxmlformats.org/officeDocument/2006/relationships/notesSlide" Target="/ppt/notesSlides/notesSlide31.xml" Id="R5400a3a577974a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04f8b23fd4406" /><Relationship Type="http://schemas.openxmlformats.org/officeDocument/2006/relationships/hyperlink" Target="https://m365.cloud.microsoft/chat" TargetMode="External" Id="Rc961f160c19848f1" /><Relationship Type="http://schemas.openxmlformats.org/officeDocument/2006/relationships/notesSlide" Target="/ppt/notesSlides/notesSlide32.xml" Id="R5eda6f09d77e46c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d5d4921404850" /><Relationship Type="http://schemas.openxmlformats.org/officeDocument/2006/relationships/hyperlink" Target="https://philips-ai-tool-lab.github.io/ai-tool-lab-preview/" TargetMode="External" Id="Reba916d8f24b4ac8" /><Relationship Type="http://schemas.openxmlformats.org/officeDocument/2006/relationships/hyperlink" Target="https://philips-ai-tool-lab.github.io/ai-tool-lab-preview/#agent-builder-path" TargetMode="External" Id="R59f04b6b7d344baf" /><Relationship Type="http://schemas.openxmlformats.org/officeDocument/2006/relationships/hyperlink" Target="https://m365.cloud.microsoft/chat" TargetMode="External" Id="R45acae4f794f4c9e" /><Relationship Type="http://schemas.openxmlformats.org/officeDocument/2006/relationships/notesSlide" Target="/ppt/notesSlides/notesSlide33.xml" Id="R6351d50bfbbe49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9067008424788" /><Relationship Type="http://schemas.openxmlformats.org/officeDocument/2006/relationships/image" Target="/ppt/media/image12.png" Id="R129e477a228243f2" /><Relationship Type="http://schemas.openxmlformats.org/officeDocument/2006/relationships/hyperlink" Target="https://philips-ai-tool-lab.github.io/ai-tool-lab-preview/" TargetMode="External" Id="Rf74d2c35fc954bcf" /><Relationship Type="http://schemas.openxmlformats.org/officeDocument/2006/relationships/hyperlink" Target="https://philips-ai-tool-lab.github.io/ai-tool-lab-preview/#agent-builder-path" TargetMode="External" Id="R2dbd8d455cec4f64" /><Relationship Type="http://schemas.openxmlformats.org/officeDocument/2006/relationships/notesSlide" Target="/ppt/notesSlides/notesSlide34.xml" Id="R97b8d3512c7a46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ff1655c3b4c45" /><Relationship Type="http://schemas.openxmlformats.org/officeDocument/2006/relationships/hyperlink" Target="https://philips-ai-tool-lab.github.io/ai-tool-lab-preview/labs/chief-of-staff/" TargetMode="External" Id="Rfce04be619804621" /><Relationship Type="http://schemas.openxmlformats.org/officeDocument/2006/relationships/hyperlink" Target="https://philips-ai-tool-lab.github.io/ai-tool-lab-preview/labs/product-manual-faq/" TargetMode="External" Id="Rb10e973adf714cf0" /><Relationship Type="http://schemas.openxmlformats.org/officeDocument/2006/relationships/hyperlink" Target="https://philips-ai-tool-lab.github.io/ai-tool-lab-preview/labs/meeting-follow-up/" TargetMode="External" Id="R5bdbd296866a463c" /><Relationship Type="http://schemas.openxmlformats.org/officeDocument/2006/relationships/hyperlink" Target="https://philips-ai-tool-lab.github.io/ai-tool-lab-preview/labs/funnel-data-analyst/" TargetMode="External" Id="Rf9f8aa47e9aa43c5" /><Relationship Type="http://schemas.openxmlformats.org/officeDocument/2006/relationships/notesSlide" Target="/ppt/notesSlides/notesSlide35.xml" Id="R3735315de347469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9e11c6f494725" /><Relationship Type="http://schemas.openxmlformats.org/officeDocument/2006/relationships/image" Target="/ppt/media/image13.png" Id="R321cb7a3d74542c6" /><Relationship Type="http://schemas.openxmlformats.org/officeDocument/2006/relationships/hyperlink" Target="https://philips-ai-tool-lab.github.io/ai-tool-lab-preview/labs/chief-of-staff/" TargetMode="External" Id="Rc05066de40e24519" /><Relationship Type="http://schemas.openxmlformats.org/officeDocument/2006/relationships/notesSlide" Target="/ppt/notesSlides/notesSlide36.xml" Id="R1a517430eb5f484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9bbbde22423b" /><Relationship Type="http://schemas.openxmlformats.org/officeDocument/2006/relationships/image" Target="/ppt/media/image14.png" Id="Rc5980af30ae94130" /><Relationship Type="http://schemas.openxmlformats.org/officeDocument/2006/relationships/hyperlink" Target="https://philips-ai-tool-lab.github.io/ai-tool-lab-preview/labs/product-manual-faq/" TargetMode="External" Id="Rcfa3526e422941e5" /><Relationship Type="http://schemas.openxmlformats.org/officeDocument/2006/relationships/notesSlide" Target="/ppt/notesSlides/notesSlide37.xml" Id="R9061ffbdb57c425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d6b08a25a4937" /><Relationship Type="http://schemas.openxmlformats.org/officeDocument/2006/relationships/image" Target="/ppt/media/image15.png" Id="R8d8e1d5613f64f52" /><Relationship Type="http://schemas.openxmlformats.org/officeDocument/2006/relationships/hyperlink" Target="https://philips-ai-tool-lab.github.io/ai-tool-lab-preview/labs/meeting-follow-up/" TargetMode="External" Id="R09ed20d3cfc943b6" /><Relationship Type="http://schemas.openxmlformats.org/officeDocument/2006/relationships/notesSlide" Target="/ppt/notesSlides/notesSlide38.xml" Id="R6b0efef7585347e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ac1e361364dfe" /><Relationship Type="http://schemas.openxmlformats.org/officeDocument/2006/relationships/image" Target="/ppt/media/image16.png" Id="R5f9d837259d448b7" /><Relationship Type="http://schemas.openxmlformats.org/officeDocument/2006/relationships/hyperlink" Target="https://philips-ai-tool-lab.github.io/ai-tool-lab-preview/labs/funnel-data-analyst/" TargetMode="External" Id="R815bdd5ec5244457" /><Relationship Type="http://schemas.openxmlformats.org/officeDocument/2006/relationships/notesSlide" Target="/ppt/notesSlides/notesSlide39.xml" Id="R81ef389b50d6425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4f2c3c82d4ec0" /><Relationship Type="http://schemas.openxmlformats.org/officeDocument/2006/relationships/hyperlink" Target="https://philips-ai-tool-lab.github.io/ai-tool-lab-preview/#agent-builder-path" TargetMode="External" Id="R5c02aef6f6cf4a5d" /><Relationship Type="http://schemas.openxmlformats.org/officeDocument/2006/relationships/notesSlide" Target="/ppt/notesSlides/notesSlide40.xml" Id="Rdf51fe2cf6fd4a7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abdd4ce9b451b" /><Relationship Type="http://schemas.openxmlformats.org/officeDocument/2006/relationships/image" Target="/ppt/media/image17.png" Id="Rc620fb33e70747de" /><Relationship Type="http://schemas.openxmlformats.org/officeDocument/2006/relationships/hyperlink" Target="https://m365.cloud.microsoft/chat" TargetMode="External" Id="Rdc788cba544c453f" /><Relationship Type="http://schemas.openxmlformats.org/officeDocument/2006/relationships/notesSlide" Target="/ppt/notesSlides/notesSlide41.xml" Id="Re42179056fc942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e5292242740f8" /><Relationship Type="http://schemas.openxmlformats.org/officeDocument/2006/relationships/image" Target="/ppt/media/image18.png" Id="Rd1545c44fb4c439c" /><Relationship Type="http://schemas.openxmlformats.org/officeDocument/2006/relationships/hyperlink" Target="https://philips-ai-tool-lab.github.io/ai-tool-lab-preview/#agent-builder-path" TargetMode="External" Id="Rb822578b51f64c40" /><Relationship Type="http://schemas.openxmlformats.org/officeDocument/2006/relationships/notesSlide" Target="/ppt/notesSlides/notesSlide42.xml" Id="Re07decf3e9394e3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d49a0b1c24e03" /><Relationship Type="http://schemas.openxmlformats.org/officeDocument/2006/relationships/image" Target="/ppt/media/image19.png" Id="R96e1117533354c6b" /><Relationship Type="http://schemas.openxmlformats.org/officeDocument/2006/relationships/hyperlink" Target="https://philips-ai-tool-lab.github.io/ai-tool-lab-preview/labs/meeting-follow-up/" TargetMode="External" Id="Ra7bb9cf56d074bea" /><Relationship Type="http://schemas.openxmlformats.org/officeDocument/2006/relationships/notesSlide" Target="/ppt/notesSlides/notesSlide43.xml" Id="R667674c6fe564d6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d93b7b1547fa" /><Relationship Type="http://schemas.openxmlformats.org/officeDocument/2006/relationships/image" Target="/ppt/media/image20.png" Id="Rdf320aa03d6c45fd" /><Relationship Type="http://schemas.openxmlformats.org/officeDocument/2006/relationships/hyperlink" Target="https://philips-ai-tool-lab.github.io/ai-tool-lab-preview/#agent-builder-path" TargetMode="External" Id="R248b4337aaa847e3" /><Relationship Type="http://schemas.openxmlformats.org/officeDocument/2006/relationships/notesSlide" Target="/ppt/notesSlides/notesSlide44.xml" Id="R75c21af9cb6a404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ee304be35480b" /><Relationship Type="http://schemas.openxmlformats.org/officeDocument/2006/relationships/image" Target="/ppt/media/image21.png" Id="R2bc2ce382e7c41b8" /><Relationship Type="http://schemas.openxmlformats.org/officeDocument/2006/relationships/hyperlink" Target="https://philips-ai-tool-lab.github.io/ai-tool-lab-preview/labs/meeting-follow-up/" TargetMode="External" Id="R835533dc10ea45d0" /><Relationship Type="http://schemas.openxmlformats.org/officeDocument/2006/relationships/notesSlide" Target="/ppt/notesSlides/notesSlide45.xml" Id="R235078bbc7ec47b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aed89b2204c36" /><Relationship Type="http://schemas.openxmlformats.org/officeDocument/2006/relationships/image" Target="/ppt/media/image22.png" Id="R2f786ef3f15041d4" /><Relationship Type="http://schemas.openxmlformats.org/officeDocument/2006/relationships/hyperlink" Target="https://philips-ai-tool-lab.github.io/ai-tool-lab-preview/#agent-builder-path" TargetMode="External" Id="Rbcce541683c74f1d" /><Relationship Type="http://schemas.openxmlformats.org/officeDocument/2006/relationships/notesSlide" Target="/ppt/notesSlides/notesSlide46.xml" Id="R289fd77434a44af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b33ef407d4757" /><Relationship Type="http://schemas.openxmlformats.org/officeDocument/2006/relationships/image" Target="/ppt/media/image23.png" Id="R71da4aae7ad941ad" /><Relationship Type="http://schemas.openxmlformats.org/officeDocument/2006/relationships/hyperlink" Target="https://m365.cloud.microsoft/chat" TargetMode="External" Id="Rb28200cda1de464b" /><Relationship Type="http://schemas.openxmlformats.org/officeDocument/2006/relationships/notesSlide" Target="/ppt/notesSlides/notesSlide47.xml" Id="R264548b44d7c476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842fcd4f74398" /><Relationship Type="http://schemas.openxmlformats.org/officeDocument/2006/relationships/image" Target="/ppt/media/image15.png" Id="Rcd7ec6e20989447c" /><Relationship Type="http://schemas.openxmlformats.org/officeDocument/2006/relationships/hyperlink" Target="https://philips-ai-tool-lab.github.io/ai-tool-lab-preview/labs/meeting-follow-up/" TargetMode="External" Id="Rac30604f50a44842" /><Relationship Type="http://schemas.openxmlformats.org/officeDocument/2006/relationships/notesSlide" Target="/ppt/notesSlides/notesSlide48.xml" Id="Ree23b3a6f5aa493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d9191d8944e7" /><Relationship Type="http://schemas.openxmlformats.org/officeDocument/2006/relationships/hyperlink" Target="https://philips-ai-tool-lab.github.io/ai-tool-lab-preview/labs/chief-of-staff/" TargetMode="External" Id="R2b6b0ab0b0984eb1" /><Relationship Type="http://schemas.openxmlformats.org/officeDocument/2006/relationships/hyperlink" Target="https://philips-ai-tool-lab.github.io/ai-tool-lab-preview/labs/product-manual-faq/" TargetMode="External" Id="Ra4b6f1fe36124b3d" /><Relationship Type="http://schemas.openxmlformats.org/officeDocument/2006/relationships/hyperlink" Target="https://philips-ai-tool-lab.github.io/ai-tool-lab-preview/labs/meeting-follow-up/" TargetMode="External" Id="R17060c94efa5441c" /><Relationship Type="http://schemas.openxmlformats.org/officeDocument/2006/relationships/hyperlink" Target="https://philips-ai-tool-lab.github.io/ai-tool-lab-preview/labs/funnel-data-analyst/" TargetMode="External" Id="R6699bfb1820e4d9e" /><Relationship Type="http://schemas.openxmlformats.org/officeDocument/2006/relationships/hyperlink" Target="https://m365.cloud.microsoft/chat" TargetMode="External" Id="R450140b63a93423e" /><Relationship Type="http://schemas.openxmlformats.org/officeDocument/2006/relationships/notesSlide" Target="/ppt/notesSlides/notesSlide49.xml" Id="Rdf118fce6c1f4e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e3a70d946b459b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894ea079a7477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fc644efe85451e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e7d91360feb4987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e212b63574807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60c4297d5648dd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8baf82234e3a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4eabc4945354f9c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90a52e4f4760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0ff1e78990942b2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f46512f6f244ac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开通 Enterprise ChatGPT，需要完成三件事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先获得部门批准，再并行申请账号与中国网络服务；两项都完成后，进入 Company Portal 安装 ChatGPT Proxy Doctor。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账号权限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在 AI Gateway 提交 Enterprise ChatGPT 账号申请，并等待 OpenAI 开通邮件。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网络服务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在 ServiceNow 申请 China Internet Acceleration Service，并等待 SNOW 完成邮件。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安装工具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在 Windows Company Portal 找到 ChatGPT Proxy Doctor，完成安装后再登录企业工作区。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记住三个分工：AI Gateway 管账号，ServiceNow 管网络，Company Portal 管安装。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9bb78506d44d1e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PPT 帮助理解网站之间的关系；实际申请时，请按知识库当前版本逐项操作。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f56569bc643ad"/>
          <a:srcRect xmlns:a="http://schemas.openxmlformats.org/drawingml/2006/main" l="16000" t="3000" r="34000" b="42000"/>
          <a:stretch xmlns:a="http://schemas.openxmlformats.org/drawingml/2006/main"/>
        </p:blipFill>
        <p:spPr>
          <a:xfrm xmlns:a="http://schemas.openxmlformats.org/drawingml/2006/main" flipH="0" flipV="0">
            <a:off x="685800" y="1864281"/>
            <a:ext cx="6686550" cy="3510439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这份手册负责什么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首先确认前提：Philips 账号、部门 GCMT 批准，以及办公网络或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接着按完整路径操作：AI Gateway 申请账号，ServiceNow 申请中国网络服务，两项都完成后再安装工具。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最后留意更新：手册流程中的“Software Portal”目前已经迁移到 Windows Company Portal。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6a9b0178e24e17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第一项申请：在 AI Gateway 开通账号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批准后，在 AI Gateway 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账号申请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开通邮件。AI Gateway 不负责中国网络服务，也不负责安装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bae3bc63124334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2c27f954a54afb"/>
              </a:rPr>
              <a:t>查看完整使用手册  ↗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9f3f20eea4f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第二项申请：在 ServiceNow 开通中国网络服务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这项申请与 ChatGPT 账号相互独立，可以同时提交；收到 SNOW 完成邮件后，才表示网络服务已经开通。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7546ddd9c49dc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网络申请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ServiceNow（SNOW）完成邮件。只有 OpenAI 邮件，仍不代表全部流程已经完成。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3f548d62e8484f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04d5a580be4184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旧 Software Portal 已迁移到 Windows Company Portal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 Company Portal，找到 ChatGPT Proxy Doctor v1.6.13，然后点击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f4d551a544f0b"/>
          <a:srcRect xmlns:a="http://schemas.openxmlformats.org/drawingml/2006/main" l="6000" t="7000" r="7000" b="36000"/>
          <a:stretch xmlns:a="http://schemas.openxmlformats.org/drawingml/2006/main"/>
        </p:blipFill>
        <p:spPr>
          <a:xfrm xmlns:a="http://schemas.openxmlformats.org/drawingml/2006/main" flipH="0" flipV="0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最新安装路径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Portal，也可以使用桌面快捷方式“Philips Software Portal (via Company Portal)”。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接着找到 ChatGPT Proxy Doctor；当前详情页显示版本 1.6.13、发布日期 2026-08-31，并由 Intune 管理。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最后点击 Install。旧 ServiceNow Software Portal 网页现在只用于提示迁移，不再负责软件安装。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9E7A1CB-5FB1-4E59-80B9-30FF90B4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a6b1ff5c7840de"/>
              </a:rPr>
              <a:t>查看迁移说明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464fcc2bcd4651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两封确认邮件都收到后，再安装并登录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完成账号、网络和工具三项检查后，再使用 Philips 账号进入企业工作区；使用过程中仍要遵守企业数据和人工复核要求。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8a6a51a854393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完成检查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先检查三项结果：收到 OpenAI 开通邮件、收到 SNOW 完成邮件，并在 Company Portal 安装 ChatGPT Proxy Doctor。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登录时连接 Philips 办公网或 VPN，使用 Philips 账号进入批准的企业工作区。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04bc76c0924ffd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50dc8a2d7b493d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660c16758a4ecf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3f02b6847b48bd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56ade7a75c470d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3b5a5af9a44a5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b57bec92f5497b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8117c486224eb7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fdf249e276a435c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0b29c046d014c7f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e130abffee4118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83fbb0c89440b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89b3de55e746a2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9f6dce64846d2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369192ed9c4c30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8eae7c7714222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4f8b2e46d14fc8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08f39fe9fb4bcc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297bd50c634ef5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b3f4e81e5d481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c3175af501475f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eb5fd24e1d468a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4ade060993476c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fa0d79575540f8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8a0f2c59f24c1b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aabda2fa4617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553138c0a74570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60d872be754be5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</a:t>
            </a: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c3d82371904b1c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61f160c19848f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a916d8f24b4ac8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f04b6b7d344baf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acae4f794f4c9e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e477a228243f2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4d2c35fc954bcf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bd8d455cec4f64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e04be619804621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0e973adf714cf0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dbd296866a463c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f8aa47e9aa43c5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cb7a3d74542c6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5066de40e24519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80af30ae94130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a3526e422941e5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e1d5613f64f52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ed20d3cfc943b6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d837259d448b7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5bdd5ec5244457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c02aef6f6cf4a5d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0fb33e70747de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788cba544c453f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5c44fb4c439c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22578b51f64c40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1117533354c6b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bb9cf56d074bea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20aa03d6c45fd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8b4337aaa847e3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2ce382e7c41b8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5533dc10ea45d0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86ef3f15041d4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ce541683c74f1d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a4aae7ad941ad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28200cda1de464b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ec6e20989447c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c30604f50a44842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6b0ab0b0984eb1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4b6f1fe36124b3d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060c94efa5441c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699bfb1820e4d9e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0140b63a93423e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2026-09-02T01:46:26.4910000Z</dcterms:created>
  <dcterms:modified xsi:type="dcterms:W3CDTF">2026-09-02T01:46:26.4910000Z</dcterms:modified>
</coreProperties>
</file>