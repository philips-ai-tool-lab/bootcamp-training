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362c8d4314f59" /><Relationship Type="http://schemas.openxmlformats.org/officeDocument/2006/relationships/extended-properties" Target="/docProps/app.xml" Id="R065cf04e5ab84045" /><Relationship Type="http://schemas.openxmlformats.org/officeDocument/2006/relationships/officeDocument" Target="/ppt/presentation.xml" Id="R8b0f9698e5cb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114eff0094900"/>
  </p:sldMasterIdLst>
  <p:notesMasterIdLst>
    <p:notesMasterId xmlns:r="http://schemas.openxmlformats.org/officeDocument/2006/relationships" r:id="Rdc4345f76bce4e62"/>
  </p:notesMasterIdLst>
  <p:sldIdLst>
    <p:sldId xmlns:r="http://schemas.openxmlformats.org/officeDocument/2006/relationships" id="256" r:id="R43ce9c84bec54654"/>
    <p:sldId xmlns:r="http://schemas.openxmlformats.org/officeDocument/2006/relationships" id="257" r:id="Rc8b58e8c3c184217"/>
    <p:sldId xmlns:r="http://schemas.openxmlformats.org/officeDocument/2006/relationships" id="258" r:id="Rb0a5321644bf4e87"/>
    <p:sldId xmlns:r="http://schemas.openxmlformats.org/officeDocument/2006/relationships" id="259" r:id="Re97bf0e14d444592"/>
    <p:sldId xmlns:r="http://schemas.openxmlformats.org/officeDocument/2006/relationships" id="260" r:id="R41d879c35ef34e42"/>
    <p:sldId xmlns:r="http://schemas.openxmlformats.org/officeDocument/2006/relationships" id="261" r:id="R1b46465bb6224643"/>
    <p:sldId xmlns:r="http://schemas.openxmlformats.org/officeDocument/2006/relationships" id="262" r:id="R5169c2e946ab44d0"/>
    <p:sldId xmlns:r="http://schemas.openxmlformats.org/officeDocument/2006/relationships" id="263" r:id="Rde50af8ecabf4f7d"/>
    <p:sldId xmlns:r="http://schemas.openxmlformats.org/officeDocument/2006/relationships" id="264" r:id="Ref8cf98cc1ec4b80"/>
    <p:sldId xmlns:r="http://schemas.openxmlformats.org/officeDocument/2006/relationships" id="265" r:id="Rf63557e4cc474a0c"/>
    <p:sldId xmlns:r="http://schemas.openxmlformats.org/officeDocument/2006/relationships" id="266" r:id="Rdb6f15ca030a4c43"/>
    <p:sldId xmlns:r="http://schemas.openxmlformats.org/officeDocument/2006/relationships" id="267" r:id="R8526c85f5da74a9f"/>
    <p:sldId xmlns:r="http://schemas.openxmlformats.org/officeDocument/2006/relationships" id="268" r:id="Rc61e508292804d85"/>
    <p:sldId xmlns:r="http://schemas.openxmlformats.org/officeDocument/2006/relationships" id="269" r:id="R47f249664b51458d"/>
    <p:sldId xmlns:r="http://schemas.openxmlformats.org/officeDocument/2006/relationships" id="270" r:id="R16b7c3ce65074a27"/>
    <p:sldId xmlns:r="http://schemas.openxmlformats.org/officeDocument/2006/relationships" id="271" r:id="R7868fad8d63f4b9f"/>
    <p:sldId xmlns:r="http://schemas.openxmlformats.org/officeDocument/2006/relationships" id="272" r:id="R55878d2950d9453a"/>
    <p:sldId xmlns:r="http://schemas.openxmlformats.org/officeDocument/2006/relationships" id="273" r:id="R35e4da71a6d842a8"/>
    <p:sldId xmlns:r="http://schemas.openxmlformats.org/officeDocument/2006/relationships" id="274" r:id="R9e43c8239c8f4378"/>
    <p:sldId xmlns:r="http://schemas.openxmlformats.org/officeDocument/2006/relationships" id="275" r:id="Rba387283d76e44f1"/>
    <p:sldId xmlns:r="http://schemas.openxmlformats.org/officeDocument/2006/relationships" id="276" r:id="R074adc3c951447e4"/>
    <p:sldId xmlns:r="http://schemas.openxmlformats.org/officeDocument/2006/relationships" id="277" r:id="R9d2672eebf0c4cbe"/>
    <p:sldId xmlns:r="http://schemas.openxmlformats.org/officeDocument/2006/relationships" id="278" r:id="R21b9578b1d6b4582"/>
    <p:sldId xmlns:r="http://schemas.openxmlformats.org/officeDocument/2006/relationships" id="279" r:id="R38032e27e95840c4"/>
    <p:sldId xmlns:r="http://schemas.openxmlformats.org/officeDocument/2006/relationships" id="280" r:id="R8b4ab544c2b2411c"/>
    <p:sldId xmlns:r="http://schemas.openxmlformats.org/officeDocument/2006/relationships" id="281" r:id="R4418962ec78c429e"/>
    <p:sldId xmlns:r="http://schemas.openxmlformats.org/officeDocument/2006/relationships" id="282" r:id="R46ed4bc919e643e4"/>
    <p:sldId xmlns:r="http://schemas.openxmlformats.org/officeDocument/2006/relationships" id="283" r:id="R59afd6864e374196"/>
    <p:sldId xmlns:r="http://schemas.openxmlformats.org/officeDocument/2006/relationships" id="284" r:id="Rf457779fa37c44f4"/>
    <p:sldId xmlns:r="http://schemas.openxmlformats.org/officeDocument/2006/relationships" id="285" r:id="R1ba3ea1f4b774166"/>
    <p:sldId xmlns:r="http://schemas.openxmlformats.org/officeDocument/2006/relationships" id="286" r:id="Ra57030ed61a74bef"/>
    <p:sldId xmlns:r="http://schemas.openxmlformats.org/officeDocument/2006/relationships" id="287" r:id="Rec3ceca538024f09"/>
    <p:sldId xmlns:r="http://schemas.openxmlformats.org/officeDocument/2006/relationships" id="288" r:id="R1a06ecca04f64b26"/>
    <p:sldId xmlns:r="http://schemas.openxmlformats.org/officeDocument/2006/relationships" id="289" r:id="R0be287305bb04be0"/>
    <p:sldId xmlns:r="http://schemas.openxmlformats.org/officeDocument/2006/relationships" id="290" r:id="Rdec13ecca53a4d1c"/>
    <p:sldId xmlns:r="http://schemas.openxmlformats.org/officeDocument/2006/relationships" id="291" r:id="Re37e8377d14644ec"/>
    <p:sldId xmlns:r="http://schemas.openxmlformats.org/officeDocument/2006/relationships" id="292" r:id="Rdc44fb0399d74ac6"/>
    <p:sldId xmlns:r="http://schemas.openxmlformats.org/officeDocument/2006/relationships" id="293" r:id="Rc0fc2ef0cd664a76"/>
    <p:sldId xmlns:r="http://schemas.openxmlformats.org/officeDocument/2006/relationships" id="294" r:id="Rc6895e500f244bb1"/>
    <p:sldId xmlns:r="http://schemas.openxmlformats.org/officeDocument/2006/relationships" id="295" r:id="R2263b729641d421e"/>
    <p:sldId xmlns:r="http://schemas.openxmlformats.org/officeDocument/2006/relationships" id="296" r:id="R166fcf64301e47b9"/>
    <p:sldId xmlns:r="http://schemas.openxmlformats.org/officeDocument/2006/relationships" id="297" r:id="Rc50ffa967e1144ab"/>
    <p:sldId xmlns:r="http://schemas.openxmlformats.org/officeDocument/2006/relationships" id="298" r:id="Rf3bd3da0123d42be"/>
    <p:sldId xmlns:r="http://schemas.openxmlformats.org/officeDocument/2006/relationships" id="299" r:id="Rf8f5d905dca04447"/>
    <p:sldId xmlns:r="http://schemas.openxmlformats.org/officeDocument/2006/relationships" id="300" r:id="Rb264e5c9bfcf48f4"/>
    <p:sldId xmlns:r="http://schemas.openxmlformats.org/officeDocument/2006/relationships" id="301" r:id="Re7af463e061f42f1"/>
    <p:sldId xmlns:r="http://schemas.openxmlformats.org/officeDocument/2006/relationships" id="302" r:id="R64bd48f4300e4a38"/>
    <p:sldId xmlns:r="http://schemas.openxmlformats.org/officeDocument/2006/relationships" id="303" r:id="Rc7e507cb89ae45c5"/>
    <p:sldId xmlns:r="http://schemas.openxmlformats.org/officeDocument/2006/relationships" id="304" r:id="Rcb7fc43f1f1d44b6"/>
    <p:sldId xmlns:r="http://schemas.openxmlformats.org/officeDocument/2006/relationships" id="305" r:id="R4db73102df264727"/>
    <p:sldId xmlns:r="http://schemas.openxmlformats.org/officeDocument/2006/relationships" id="306" r:id="R7ed2c15731c44151"/>
    <p:sldId xmlns:r="http://schemas.openxmlformats.org/officeDocument/2006/relationships" id="307" r:id="Rd24f4a576a3c4b09"/>
    <p:sldId xmlns:r="http://schemas.openxmlformats.org/officeDocument/2006/relationships" id="308" r:id="R07b9c783e8fa4af8"/>
    <p:sldId xmlns:r="http://schemas.openxmlformats.org/officeDocument/2006/relationships" id="309" r:id="R9dd1ccab537444de"/>
    <p:sldId xmlns:r="http://schemas.openxmlformats.org/officeDocument/2006/relationships" id="310" r:id="R05b9ebdaeca249be"/>
    <p:sldId xmlns:r="http://schemas.openxmlformats.org/officeDocument/2006/relationships" id="311" r:id="R891e9eb570104b15"/>
    <p:sldId xmlns:r="http://schemas.openxmlformats.org/officeDocument/2006/relationships" id="312" r:id="Rb2ed024f7c144422"/>
    <p:sldId xmlns:r="http://schemas.openxmlformats.org/officeDocument/2006/relationships" id="313" r:id="R19a1310457964937"/>
    <p:sldId xmlns:r="http://schemas.openxmlformats.org/officeDocument/2006/relationships" id="314" r:id="R9ce55a1ed6b24ac1"/>
    <p:sldId xmlns:r="http://schemas.openxmlformats.org/officeDocument/2006/relationships" id="315" r:id="R00d08b21506d433f"/>
    <p:sldId xmlns:r="http://schemas.openxmlformats.org/officeDocument/2006/relationships" id="316" r:id="R1f42045a36294d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04d007dc94a93" /><Relationship Type="http://schemas.openxmlformats.org/officeDocument/2006/relationships/slideMaster" Target="/ppt/slideMasters/slideMaster1.xml" Id="R17b114eff0094900" /><Relationship Type="http://schemas.openxmlformats.org/officeDocument/2006/relationships/notesMaster" Target="/ppt/notesMasters/notesMaster1.xml" Id="Rdc4345f76bce4e62" /><Relationship Type="http://schemas.openxmlformats.org/officeDocument/2006/relationships/presProps" Target="/ppt/presProps.xml" Id="R3d18d66907db4b7e" /><Relationship Type="http://schemas.openxmlformats.org/officeDocument/2006/relationships/viewProps" Target="/ppt/viewProps.xml" Id="R71f519ff8ff240e7" /><Relationship Type="http://schemas.openxmlformats.org/officeDocument/2006/relationships/tableStyles" Target="/ppt/tableStyles.xml" Id="R33df2456b7c74d04" /><Relationship Type="http://schemas.openxmlformats.org/officeDocument/2006/relationships/slide" Target="/ppt/slides/slide1.xml" Id="R43ce9c84bec54654" /><Relationship Type="http://schemas.openxmlformats.org/officeDocument/2006/relationships/slide" Target="/ppt/slides/slide2.xml" Id="Rc8b58e8c3c184217" /><Relationship Type="http://schemas.openxmlformats.org/officeDocument/2006/relationships/slide" Target="/ppt/slides/slide3.xml" Id="Rb0a5321644bf4e87" /><Relationship Type="http://schemas.openxmlformats.org/officeDocument/2006/relationships/slide" Target="/ppt/slides/slide4.xml" Id="Re97bf0e14d444592" /><Relationship Type="http://schemas.openxmlformats.org/officeDocument/2006/relationships/slide" Target="/ppt/slides/slide5.xml" Id="R41d879c35ef34e42" /><Relationship Type="http://schemas.openxmlformats.org/officeDocument/2006/relationships/slide" Target="/ppt/slides/slide6.xml" Id="R1b46465bb6224643" /><Relationship Type="http://schemas.openxmlformats.org/officeDocument/2006/relationships/slide" Target="/ppt/slides/slide7.xml" Id="R5169c2e946ab44d0" /><Relationship Type="http://schemas.openxmlformats.org/officeDocument/2006/relationships/slide" Target="/ppt/slides/slide8.xml" Id="Rde50af8ecabf4f7d" /><Relationship Type="http://schemas.openxmlformats.org/officeDocument/2006/relationships/slide" Target="/ppt/slides/slide9.xml" Id="Ref8cf98cc1ec4b80" /><Relationship Type="http://schemas.openxmlformats.org/officeDocument/2006/relationships/slide" Target="/ppt/slides/slide10.xml" Id="Rf63557e4cc474a0c" /><Relationship Type="http://schemas.openxmlformats.org/officeDocument/2006/relationships/slide" Target="/ppt/slides/slide11.xml" Id="Rdb6f15ca030a4c43" /><Relationship Type="http://schemas.openxmlformats.org/officeDocument/2006/relationships/slide" Target="/ppt/slides/slide12.xml" Id="R8526c85f5da74a9f" /><Relationship Type="http://schemas.openxmlformats.org/officeDocument/2006/relationships/slide" Target="/ppt/slides/slide13.xml" Id="Rc61e508292804d85" /><Relationship Type="http://schemas.openxmlformats.org/officeDocument/2006/relationships/slide" Target="/ppt/slides/slide14.xml" Id="R47f249664b51458d" /><Relationship Type="http://schemas.openxmlformats.org/officeDocument/2006/relationships/slide" Target="/ppt/slides/slide15.xml" Id="R16b7c3ce65074a27" /><Relationship Type="http://schemas.openxmlformats.org/officeDocument/2006/relationships/slide" Target="/ppt/slides/slide16.xml" Id="R7868fad8d63f4b9f" /><Relationship Type="http://schemas.openxmlformats.org/officeDocument/2006/relationships/slide" Target="/ppt/slides/slide17.xml" Id="R55878d2950d9453a" /><Relationship Type="http://schemas.openxmlformats.org/officeDocument/2006/relationships/slide" Target="/ppt/slides/slide18.xml" Id="R35e4da71a6d842a8" /><Relationship Type="http://schemas.openxmlformats.org/officeDocument/2006/relationships/slide" Target="/ppt/slides/slide19.xml" Id="R9e43c8239c8f4378" /><Relationship Type="http://schemas.openxmlformats.org/officeDocument/2006/relationships/slide" Target="/ppt/slides/slide20.xml" Id="Rba387283d76e44f1" /><Relationship Type="http://schemas.openxmlformats.org/officeDocument/2006/relationships/slide" Target="/ppt/slides/slide21.xml" Id="R074adc3c951447e4" /><Relationship Type="http://schemas.openxmlformats.org/officeDocument/2006/relationships/slide" Target="/ppt/slides/slide22.xml" Id="R9d2672eebf0c4cbe" /><Relationship Type="http://schemas.openxmlformats.org/officeDocument/2006/relationships/slide" Target="/ppt/slides/slide23.xml" Id="R21b9578b1d6b4582" /><Relationship Type="http://schemas.openxmlformats.org/officeDocument/2006/relationships/slide" Target="/ppt/slides/slide24.xml" Id="R38032e27e95840c4" /><Relationship Type="http://schemas.openxmlformats.org/officeDocument/2006/relationships/slide" Target="/ppt/slides/slide25.xml" Id="R8b4ab544c2b2411c" /><Relationship Type="http://schemas.openxmlformats.org/officeDocument/2006/relationships/slide" Target="/ppt/slides/slide26.xml" Id="R4418962ec78c429e" /><Relationship Type="http://schemas.openxmlformats.org/officeDocument/2006/relationships/slide" Target="/ppt/slides/slide27.xml" Id="R46ed4bc919e643e4" /><Relationship Type="http://schemas.openxmlformats.org/officeDocument/2006/relationships/slide" Target="/ppt/slides/slide28.xml" Id="R59afd6864e374196" /><Relationship Type="http://schemas.openxmlformats.org/officeDocument/2006/relationships/slide" Target="/ppt/slides/slide29.xml" Id="Rf457779fa37c44f4" /><Relationship Type="http://schemas.openxmlformats.org/officeDocument/2006/relationships/slide" Target="/ppt/slides/slide30.xml" Id="R1ba3ea1f4b774166" /><Relationship Type="http://schemas.openxmlformats.org/officeDocument/2006/relationships/slide" Target="/ppt/slides/slide31.xml" Id="Ra57030ed61a74bef" /><Relationship Type="http://schemas.openxmlformats.org/officeDocument/2006/relationships/slide" Target="/ppt/slides/slide32.xml" Id="Rec3ceca538024f09" /><Relationship Type="http://schemas.openxmlformats.org/officeDocument/2006/relationships/slide" Target="/ppt/slides/slide33.xml" Id="R1a06ecca04f64b26" /><Relationship Type="http://schemas.openxmlformats.org/officeDocument/2006/relationships/slide" Target="/ppt/slides/slide34.xml" Id="R0be287305bb04be0" /><Relationship Type="http://schemas.openxmlformats.org/officeDocument/2006/relationships/slide" Target="/ppt/slides/slide35.xml" Id="Rdec13ecca53a4d1c" /><Relationship Type="http://schemas.openxmlformats.org/officeDocument/2006/relationships/slide" Target="/ppt/slides/slide36.xml" Id="Re37e8377d14644ec" /><Relationship Type="http://schemas.openxmlformats.org/officeDocument/2006/relationships/slide" Target="/ppt/slides/slide37.xml" Id="Rdc44fb0399d74ac6" /><Relationship Type="http://schemas.openxmlformats.org/officeDocument/2006/relationships/slide" Target="/ppt/slides/slide38.xml" Id="Rc0fc2ef0cd664a76" /><Relationship Type="http://schemas.openxmlformats.org/officeDocument/2006/relationships/slide" Target="/ppt/slides/slide39.xml" Id="Rc6895e500f244bb1" /><Relationship Type="http://schemas.openxmlformats.org/officeDocument/2006/relationships/slide" Target="/ppt/slides/slide40.xml" Id="R2263b729641d421e" /><Relationship Type="http://schemas.openxmlformats.org/officeDocument/2006/relationships/slide" Target="/ppt/slides/slide41.xml" Id="R166fcf64301e47b9" /><Relationship Type="http://schemas.openxmlformats.org/officeDocument/2006/relationships/slide" Target="/ppt/slides/slide42.xml" Id="Rc50ffa967e1144ab" /><Relationship Type="http://schemas.openxmlformats.org/officeDocument/2006/relationships/slide" Target="/ppt/slides/slide43.xml" Id="Rf3bd3da0123d42be" /><Relationship Type="http://schemas.openxmlformats.org/officeDocument/2006/relationships/slide" Target="/ppt/slides/slide44.xml" Id="Rf8f5d905dca04447" /><Relationship Type="http://schemas.openxmlformats.org/officeDocument/2006/relationships/slide" Target="/ppt/slides/slide45.xml" Id="Rb264e5c9bfcf48f4" /><Relationship Type="http://schemas.openxmlformats.org/officeDocument/2006/relationships/slide" Target="/ppt/slides/slide46.xml" Id="Re7af463e061f42f1" /><Relationship Type="http://schemas.openxmlformats.org/officeDocument/2006/relationships/slide" Target="/ppt/slides/slide47.xml" Id="R64bd48f4300e4a38" /><Relationship Type="http://schemas.openxmlformats.org/officeDocument/2006/relationships/slide" Target="/ppt/slides/slide48.xml" Id="Rc7e507cb89ae45c5" /><Relationship Type="http://schemas.openxmlformats.org/officeDocument/2006/relationships/slide" Target="/ppt/slides/slide49.xml" Id="Rcb7fc43f1f1d44b6" /><Relationship Type="http://schemas.openxmlformats.org/officeDocument/2006/relationships/slide" Target="/ppt/slides/slide50.xml" Id="R4db73102df264727" /><Relationship Type="http://schemas.openxmlformats.org/officeDocument/2006/relationships/slide" Target="/ppt/slides/slide51.xml" Id="R7ed2c15731c44151" /><Relationship Type="http://schemas.openxmlformats.org/officeDocument/2006/relationships/slide" Target="/ppt/slides/slide52.xml" Id="Rd24f4a576a3c4b09" /><Relationship Type="http://schemas.openxmlformats.org/officeDocument/2006/relationships/slide" Target="/ppt/slides/slide53.xml" Id="R07b9c783e8fa4af8" /><Relationship Type="http://schemas.openxmlformats.org/officeDocument/2006/relationships/slide" Target="/ppt/slides/slide54.xml" Id="R9dd1ccab537444de" /><Relationship Type="http://schemas.openxmlformats.org/officeDocument/2006/relationships/slide" Target="/ppt/slides/slide55.xml" Id="R05b9ebdaeca249be" /><Relationship Type="http://schemas.openxmlformats.org/officeDocument/2006/relationships/slide" Target="/ppt/slides/slide56.xml" Id="R891e9eb570104b15" /><Relationship Type="http://schemas.openxmlformats.org/officeDocument/2006/relationships/slide" Target="/ppt/slides/slide57.xml" Id="Rb2ed024f7c144422" /><Relationship Type="http://schemas.openxmlformats.org/officeDocument/2006/relationships/slide" Target="/ppt/slides/slide58.xml" Id="R19a1310457964937" /><Relationship Type="http://schemas.openxmlformats.org/officeDocument/2006/relationships/slide" Target="/ppt/slides/slide59.xml" Id="R9ce55a1ed6b24ac1" /><Relationship Type="http://schemas.openxmlformats.org/officeDocument/2006/relationships/slide" Target="/ppt/slides/slide60.xml" Id="R00d08b21506d433f" /><Relationship Type="http://schemas.openxmlformats.org/officeDocument/2006/relationships/slide" Target="/ppt/slides/slide61.xml" Id="R1f42045a3629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aade8541d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14465eeeb474d" /><Relationship Type="http://schemas.openxmlformats.org/officeDocument/2006/relationships/notesMaster" Target="/ppt/notesMasters/notesMaster1.xml" Id="R51db6b2e74b2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2584e189b4809" /><Relationship Type="http://schemas.openxmlformats.org/officeDocument/2006/relationships/notesMaster" Target="/ppt/notesMasters/notesMaster1.xml" Id="Re935316010aa47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819e84501b4216" /><Relationship Type="http://schemas.openxmlformats.org/officeDocument/2006/relationships/notesMaster" Target="/ppt/notesMasters/notesMaster1.xml" Id="R2a9e180ddc35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06ce8f6e34550" /><Relationship Type="http://schemas.openxmlformats.org/officeDocument/2006/relationships/notesMaster" Target="/ppt/notesMasters/notesMaster1.xml" Id="R5f05516f99c547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687cc333374441" /><Relationship Type="http://schemas.openxmlformats.org/officeDocument/2006/relationships/notesMaster" Target="/ppt/notesMasters/notesMaster1.xml" Id="R8e7ca7125853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9b651cf594f6a" /><Relationship Type="http://schemas.openxmlformats.org/officeDocument/2006/relationships/notesMaster" Target="/ppt/notesMasters/notesMaster1.xml" Id="Raca519f01d4245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e65296a3f4385" /><Relationship Type="http://schemas.openxmlformats.org/officeDocument/2006/relationships/notesMaster" Target="/ppt/notesMasters/notesMaster1.xml" Id="R201be1053ddd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336830d0504677" /><Relationship Type="http://schemas.openxmlformats.org/officeDocument/2006/relationships/notesMaster" Target="/ppt/notesMasters/notesMaster1.xml" Id="R618350c7b56c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59668cb564cbf" /><Relationship Type="http://schemas.openxmlformats.org/officeDocument/2006/relationships/notesMaster" Target="/ppt/notesMasters/notesMaster1.xml" Id="R7254b8bef4ea42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9760bf76064d2d" /><Relationship Type="http://schemas.openxmlformats.org/officeDocument/2006/relationships/notesMaster" Target="/ppt/notesMasters/notesMaster1.xml" Id="R0c6691b11c2a42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0c4eb11a3c4c47" /><Relationship Type="http://schemas.openxmlformats.org/officeDocument/2006/relationships/notesMaster" Target="/ppt/notesMasters/notesMaster1.xml" Id="Raea19c9045724e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60806cc4ef44b1" /><Relationship Type="http://schemas.openxmlformats.org/officeDocument/2006/relationships/notesMaster" Target="/ppt/notesMasters/notesMaster1.xml" Id="R3cf6392ddc524e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23c6a2556a4fd3" /><Relationship Type="http://schemas.openxmlformats.org/officeDocument/2006/relationships/notesMaster" Target="/ppt/notesMasters/notesMaster1.xml" Id="Rce81efd94def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fc32df44864921" /><Relationship Type="http://schemas.openxmlformats.org/officeDocument/2006/relationships/notesMaster" Target="/ppt/notesMasters/notesMaster1.xml" Id="R47412262432e44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fd6a9cd4654e1e" /><Relationship Type="http://schemas.openxmlformats.org/officeDocument/2006/relationships/notesMaster" Target="/ppt/notesMasters/notesMaster1.xml" Id="R75cabe60996e4a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858567885c46dd" /><Relationship Type="http://schemas.openxmlformats.org/officeDocument/2006/relationships/notesMaster" Target="/ppt/notesMasters/notesMaster1.xml" Id="Rdbfd14f7c5434d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f195dc769b4f10" /><Relationship Type="http://schemas.openxmlformats.org/officeDocument/2006/relationships/notesMaster" Target="/ppt/notesMasters/notesMaster1.xml" Id="Ra2dd9f35685c4f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25cb46eca545f8" /><Relationship Type="http://schemas.openxmlformats.org/officeDocument/2006/relationships/notesMaster" Target="/ppt/notesMasters/notesMaster1.xml" Id="Rbbe0d6bb29dd47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425cad0d5c4c5b" /><Relationship Type="http://schemas.openxmlformats.org/officeDocument/2006/relationships/notesMaster" Target="/ppt/notesMasters/notesMaster1.xml" Id="R8cb3467e5d564a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202d1c65744b5b" /><Relationship Type="http://schemas.openxmlformats.org/officeDocument/2006/relationships/notesMaster" Target="/ppt/notesMasters/notesMaster1.xml" Id="R3911a6559d0445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3beb63ad074fc2" /><Relationship Type="http://schemas.openxmlformats.org/officeDocument/2006/relationships/notesMaster" Target="/ppt/notesMasters/notesMaster1.xml" Id="R23f082070c1242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26a535cab34fe4" /><Relationship Type="http://schemas.openxmlformats.org/officeDocument/2006/relationships/notesMaster" Target="/ppt/notesMasters/notesMaster1.xml" Id="Rfc0288bf062f4f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d05623d779466c" /><Relationship Type="http://schemas.openxmlformats.org/officeDocument/2006/relationships/notesMaster" Target="/ppt/notesMasters/notesMaster1.xml" Id="R3fc539a517df48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29af2f04c941e4" /><Relationship Type="http://schemas.openxmlformats.org/officeDocument/2006/relationships/notesMaster" Target="/ppt/notesMasters/notesMaster1.xml" Id="R222b9d7e5be845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194c4b330a423d" /><Relationship Type="http://schemas.openxmlformats.org/officeDocument/2006/relationships/notesMaster" Target="/ppt/notesMasters/notesMaster1.xml" Id="R400cfffa948947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cc1499a7764678" /><Relationship Type="http://schemas.openxmlformats.org/officeDocument/2006/relationships/notesMaster" Target="/ppt/notesMasters/notesMaster1.xml" Id="Rd797bf83dcc543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8e443d74754d20" /><Relationship Type="http://schemas.openxmlformats.org/officeDocument/2006/relationships/notesMaster" Target="/ppt/notesMasters/notesMaster1.xml" Id="R40ceaaf74ac34e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fd29a485664105" /><Relationship Type="http://schemas.openxmlformats.org/officeDocument/2006/relationships/notesMaster" Target="/ppt/notesMasters/notesMaster1.xml" Id="R6ed3e278c9c24c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ce937bc81e4754" /><Relationship Type="http://schemas.openxmlformats.org/officeDocument/2006/relationships/notesMaster" Target="/ppt/notesMasters/notesMaster1.xml" Id="Rf990a0d6327d4f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56fc13e4634037" /><Relationship Type="http://schemas.openxmlformats.org/officeDocument/2006/relationships/notesMaster" Target="/ppt/notesMasters/notesMaster1.xml" Id="R2d700f698d134a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8fb70b2f8c4510" /><Relationship Type="http://schemas.openxmlformats.org/officeDocument/2006/relationships/notesMaster" Target="/ppt/notesMasters/notesMaster1.xml" Id="R66ac3f502929429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50589eb8c74fa8" /><Relationship Type="http://schemas.openxmlformats.org/officeDocument/2006/relationships/notesMaster" Target="/ppt/notesMasters/notesMaster1.xml" Id="Rde698b4c920f49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c754da747c4cf6" /><Relationship Type="http://schemas.openxmlformats.org/officeDocument/2006/relationships/notesMaster" Target="/ppt/notesMasters/notesMaster1.xml" Id="R43b377f228e741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d51c7e61674ecf" /><Relationship Type="http://schemas.openxmlformats.org/officeDocument/2006/relationships/notesMaster" Target="/ppt/notesMasters/notesMaster1.xml" Id="R08e5fca99abc45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603a265a7f4d48" /><Relationship Type="http://schemas.openxmlformats.org/officeDocument/2006/relationships/notesMaster" Target="/ppt/notesMasters/notesMaster1.xml" Id="R3d9dc4e3843f4b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09a4f67b314025" /><Relationship Type="http://schemas.openxmlformats.org/officeDocument/2006/relationships/notesMaster" Target="/ppt/notesMasters/notesMaster1.xml" Id="R14d1dd8d7cb449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dca9b4d1f0c4e44" /><Relationship Type="http://schemas.openxmlformats.org/officeDocument/2006/relationships/notesMaster" Target="/ppt/notesMasters/notesMaster1.xml" Id="Rd339c09844fc42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7133e790544386" /><Relationship Type="http://schemas.openxmlformats.org/officeDocument/2006/relationships/notesMaster" Target="/ppt/notesMasters/notesMaster1.xml" Id="Re5b6eb3f585c4f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90402b62c04273" /><Relationship Type="http://schemas.openxmlformats.org/officeDocument/2006/relationships/notesMaster" Target="/ppt/notesMasters/notesMaster1.xml" Id="R468d47a3aae645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1d7405bac341dd" /><Relationship Type="http://schemas.openxmlformats.org/officeDocument/2006/relationships/notesMaster" Target="/ppt/notesMasters/notesMaster1.xml" Id="R5fcccc28bb2e46b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d171f7df0c49a0" /><Relationship Type="http://schemas.openxmlformats.org/officeDocument/2006/relationships/notesMaster" Target="/ppt/notesMasters/notesMaster1.xml" Id="Rcd0bdb3f969c441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d157845e1fa42a3" /><Relationship Type="http://schemas.openxmlformats.org/officeDocument/2006/relationships/notesMaster" Target="/ppt/notesMasters/notesMaster1.xml" Id="R34dd00dba7aa4df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e5b4a012ac8462e" /><Relationship Type="http://schemas.openxmlformats.org/officeDocument/2006/relationships/notesMaster" Target="/ppt/notesMasters/notesMaster1.xml" Id="R8eae6cb20b904d5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5316faba08a4c5b" /><Relationship Type="http://schemas.openxmlformats.org/officeDocument/2006/relationships/notesMaster" Target="/ppt/notesMasters/notesMaster1.xml" Id="R84ad269a4f2343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bf44a07011b457a" /><Relationship Type="http://schemas.openxmlformats.org/officeDocument/2006/relationships/notesMaster" Target="/ppt/notesMasters/notesMaster1.xml" Id="Rd8c1e03bc4734b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4bc736c8e3449a" /><Relationship Type="http://schemas.openxmlformats.org/officeDocument/2006/relationships/notesMaster" Target="/ppt/notesMasters/notesMaster1.xml" Id="Rb4e11b9cb73c4f2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7cb5cb304444edc" /><Relationship Type="http://schemas.openxmlformats.org/officeDocument/2006/relationships/notesMaster" Target="/ppt/notesMasters/notesMaster1.xml" Id="R1d81450870ab462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6f419fc542c4b48" /><Relationship Type="http://schemas.openxmlformats.org/officeDocument/2006/relationships/notesMaster" Target="/ppt/notesMasters/notesMaster1.xml" Id="Ra2d296d6fe1b4aa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16cea53a1924c1f" /><Relationship Type="http://schemas.openxmlformats.org/officeDocument/2006/relationships/notesMaster" Target="/ppt/notesMasters/notesMaster1.xml" Id="Ra319212dc30a46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4dc5e4b967b460c" /><Relationship Type="http://schemas.openxmlformats.org/officeDocument/2006/relationships/notesMaster" Target="/ppt/notesMasters/notesMaster1.xml" Id="Rb737b72d9396432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11e4028ad1d4dc0" /><Relationship Type="http://schemas.openxmlformats.org/officeDocument/2006/relationships/notesMaster" Target="/ppt/notesMasters/notesMaster1.xml" Id="R29e166ce5a0946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19831a6d3c4330" /><Relationship Type="http://schemas.openxmlformats.org/officeDocument/2006/relationships/notesMaster" Target="/ppt/notesMasters/notesMaster1.xml" Id="R43abaadb1bfa4e8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282806641054d5f" /><Relationship Type="http://schemas.openxmlformats.org/officeDocument/2006/relationships/notesMaster" Target="/ppt/notesMasters/notesMaster1.xml" Id="R73880c42137d4f0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2a863b5659d427d" /><Relationship Type="http://schemas.openxmlformats.org/officeDocument/2006/relationships/notesMaster" Target="/ppt/notesMasters/notesMaster1.xml" Id="R9f93b0147186491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3188668bc5943c9" /><Relationship Type="http://schemas.openxmlformats.org/officeDocument/2006/relationships/notesMaster" Target="/ppt/notesMasters/notesMaster1.xml" Id="R94d880173830421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5cca7797dda4021" /><Relationship Type="http://schemas.openxmlformats.org/officeDocument/2006/relationships/notesMaster" Target="/ppt/notesMasters/notesMaster1.xml" Id="R7fe42dd378bd449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d9948403970492e" /><Relationship Type="http://schemas.openxmlformats.org/officeDocument/2006/relationships/notesMaster" Target="/ppt/notesMasters/notesMaster1.xml" Id="Rafa8af5c03bb4ed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8e25c40b6a4b24" /><Relationship Type="http://schemas.openxmlformats.org/officeDocument/2006/relationships/notesMaster" Target="/ppt/notesMasters/notesMaster1.xml" Id="R55ec88adb4c04cc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80647861e5147d5" /><Relationship Type="http://schemas.openxmlformats.org/officeDocument/2006/relationships/notesMaster" Target="/ppt/notesMasters/notesMaster1.xml" Id="Rc01b4bb7e58e440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0e04bbe88d74a06" /><Relationship Type="http://schemas.openxmlformats.org/officeDocument/2006/relationships/notesMaster" Target="/ppt/notesMasters/notesMaster1.xml" Id="Rf9cb88311638438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7aa8b974f86453f" /><Relationship Type="http://schemas.openxmlformats.org/officeDocument/2006/relationships/notesMaster" Target="/ppt/notesMasters/notesMaster1.xml" Id="R49335e53d44f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Current site screenshot: lab2-product-manual-new-ui.png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lab3-add-knowledge-full-ui.png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Current site screenshot: lab4-funnel-attachments-new-ui.png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lab3-add-knowledge-picker-ui.png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  <a:p xmlns:a="http://schemas.openxmlformats.org/drawingml/2006/main">
            <a:r>
              <a:t>- Current site screenshot: preview-create-share.png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meeting-output.png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4980e71df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ab18cc06a463e" /><Relationship Type="http://schemas.openxmlformats.org/officeDocument/2006/relationships/slideLayout" Target="/ppt/slideLayouts/slideLayout1.xml" Id="Rdc69cdd779f5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9cdd779f5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867cf6e34324" /><Relationship Type="http://schemas.openxmlformats.org/officeDocument/2006/relationships/hyperlink" Target="https://aiskillsnavigator.microsoft.com/" TargetMode="External" Id="R733973a6259d4369" /><Relationship Type="http://schemas.openxmlformats.org/officeDocument/2006/relationships/notesSlide" Target="/ppt/notesSlides/notesSlide1.xml" Id="Re209cd2b930f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16a3fdb2945d1" /><Relationship Type="http://schemas.openxmlformats.org/officeDocument/2006/relationships/hyperlink" Target="https://www.aigateway.ai.inside.philips.com/" TargetMode="External" Id="R4734d1283af143bb" /><Relationship Type="http://schemas.openxmlformats.org/officeDocument/2006/relationships/notesSlide" Target="/ppt/notesSlides/notesSlide2.xml" Id="R7377446e5547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46bcce5a642d7" /><Relationship Type="http://schemas.openxmlformats.org/officeDocument/2006/relationships/hyperlink" Target="https://www.aigateway.ai.inside.philips.com/" TargetMode="External" Id="Ref3a0eb150be4667" /><Relationship Type="http://schemas.openxmlformats.org/officeDocument/2006/relationships/notesSlide" Target="/ppt/notesSlides/notesSlide3.xml" Id="R57e804c8bccb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792e24464d87" /><Relationship Type="http://schemas.openxmlformats.org/officeDocument/2006/relationships/hyperlink" Target="https://aiskillsnavigator.microsoft.com/" TargetMode="External" Id="Ra96e34d84b174720" /><Relationship Type="http://schemas.openxmlformats.org/officeDocument/2006/relationships/notesSlide" Target="/ppt/notesSlides/notesSlide4.xml" Id="R411cbca64c354a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e8b8d0594d45" /><Relationship Type="http://schemas.openxmlformats.org/officeDocument/2006/relationships/hyperlink" Target="https://aiskillsnavigator.microsoft.com/" TargetMode="External" Id="Rff766747ae1a4f2d" /><Relationship Type="http://schemas.openxmlformats.org/officeDocument/2006/relationships/notesSlide" Target="/ppt/notesSlides/notesSlide5.xml" Id="Re567bc98bc1a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2d30fe76347c9" /><Relationship Type="http://schemas.openxmlformats.org/officeDocument/2006/relationships/hyperlink" Target="https://www.aigateway.ai.inside.philips.com/" TargetMode="External" Id="Rce97535521694c55" /><Relationship Type="http://schemas.openxmlformats.org/officeDocument/2006/relationships/notesSlide" Target="/ppt/notesSlides/notesSlide6.xml" Id="Reae3c27faa37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4c32ea2c428b" /><Relationship Type="http://schemas.openxmlformats.org/officeDocument/2006/relationships/image" Target="/ppt/media/image.png" Id="R88a919e44fc94857" /><Relationship Type="http://schemas.openxmlformats.org/officeDocument/2006/relationships/hyperlink" Target="https://www.aigateway.ai.inside.philips.com/" TargetMode="External" Id="R9a4eb6c35cb34bd4" /><Relationship Type="http://schemas.openxmlformats.org/officeDocument/2006/relationships/notesSlide" Target="/ppt/notesSlides/notesSlide7.xml" Id="Ra24ca15d25d1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7d6af1dce418f" /><Relationship Type="http://schemas.openxmlformats.org/officeDocument/2006/relationships/image" Target="/ppt/media/image.png" Id="R616ec334483645d4" /><Relationship Type="http://schemas.openxmlformats.org/officeDocument/2006/relationships/hyperlink" Target="https://www.aigateway.ai.inside.philips.com/" TargetMode="External" Id="Rc34cfdaf1a0b41f6" /><Relationship Type="http://schemas.openxmlformats.org/officeDocument/2006/relationships/notesSlide" Target="/ppt/notesSlides/notesSlide8.xml" Id="R9546a2a0169c42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004ad4bda477a" /><Relationship Type="http://schemas.openxmlformats.org/officeDocument/2006/relationships/image" Target="/ppt/media/image.png" Id="Rf06f4eb863ee4910" /><Relationship Type="http://schemas.openxmlformats.org/officeDocument/2006/relationships/hyperlink" Target="https://www.aigateway.ai.inside.philips.com/" TargetMode="External" Id="R843170a3f23d4d93" /><Relationship Type="http://schemas.openxmlformats.org/officeDocument/2006/relationships/notesSlide" Target="/ppt/notesSlides/notesSlide9.xml" Id="Reddcb6547d2040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2e9c77144b12" /><Relationship Type="http://schemas.openxmlformats.org/officeDocument/2006/relationships/hyperlink" Target="https://www.aigateway.ai.inside.philips.com/" TargetMode="External" Id="R9cdac7a92b2e4e89" /><Relationship Type="http://schemas.openxmlformats.org/officeDocument/2006/relationships/notesSlide" Target="/ppt/notesSlides/notesSlide10.xml" Id="Rde4772111edf42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0943dd40c45bc" /><Relationship Type="http://schemas.openxmlformats.org/officeDocument/2006/relationships/hyperlink" Target="https://www.aigateway.ai.inside.philips.com/" TargetMode="External" Id="R3e392483484a4c15" /><Relationship Type="http://schemas.openxmlformats.org/officeDocument/2006/relationships/notesSlide" Target="/ppt/notesSlides/notesSlide11.xml" Id="R40134d3cc2684e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76536cae4c5e" /><Relationship Type="http://schemas.openxmlformats.org/officeDocument/2006/relationships/hyperlink" Target="https://philips.service-now.com/itportal?id=kb_article&amp;sysparm_article=KB1528249&amp;sys_id=24240f5bfb794b54ae1afb576eefdc0f&amp;spa=1" TargetMode="External" Id="R9f636dd532a843da" /><Relationship Type="http://schemas.openxmlformats.org/officeDocument/2006/relationships/notesSlide" Target="/ppt/notesSlides/notesSlide12.xml" Id="R9f3a84c5b4e345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05d9b25a7497a" /><Relationship Type="http://schemas.openxmlformats.org/officeDocument/2006/relationships/hyperlink" Target="https://philips.service-now.com/itportal?id=kb_article&amp;sysparm_article=KB1528249&amp;sys_id=24240f5bfb794b54ae1afb576eefdc0f&amp;spa=1" TargetMode="External" Id="Rdabeec7fd61d4359" /><Relationship Type="http://schemas.openxmlformats.org/officeDocument/2006/relationships/notesSlide" Target="/ppt/notesSlides/notesSlide13.xml" Id="R0be562c727d24b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26f3e67447e8" /><Relationship Type="http://schemas.openxmlformats.org/officeDocument/2006/relationships/image" Target="/ppt/media/image2.png" Id="Rbcb35d223eb145c8" /><Relationship Type="http://schemas.openxmlformats.org/officeDocument/2006/relationships/hyperlink" Target="https://philips.service-now.com/itportal?id=kb_article&amp;sysparm_article=KB1528249&amp;sys_id=24240f5bfb794b54ae1afb576eefdc0f&amp;spa=1" TargetMode="External" Id="R1ac01e8ac1664593" /><Relationship Type="http://schemas.openxmlformats.org/officeDocument/2006/relationships/notesSlide" Target="/ppt/notesSlides/notesSlide14.xml" Id="Rd25c1cb481554a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241b872bf49ae" /><Relationship Type="http://schemas.openxmlformats.org/officeDocument/2006/relationships/hyperlink" Target="https://www.aigateway.ai.inside.philips.com/" TargetMode="External" Id="Rd9d3e8d4b4244f6d" /><Relationship Type="http://schemas.openxmlformats.org/officeDocument/2006/relationships/hyperlink" Target="https://philips.service-now.com/itportal?id=kb_article&amp;sysparm_article=KB1528249&amp;sys_id=24240f5bfb794b54ae1afb576eefdc0f&amp;spa=1" TargetMode="External" Id="R2ebcf067b74f4246" /><Relationship Type="http://schemas.openxmlformats.org/officeDocument/2006/relationships/image" Target="/ppt/media/image3.png" Id="Rbc205e16aaa14e0f" /><Relationship Type="http://schemas.openxmlformats.org/officeDocument/2006/relationships/notesSlide" Target="/ppt/notesSlides/notesSlide15.xml" Id="Rc7af38ac669544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843809d644f71" /><Relationship Type="http://schemas.openxmlformats.org/officeDocument/2006/relationships/hyperlink" Target="https://philips.service-now.com/itportal?id=kb_article&amp;sysparm_article=KB1528249&amp;sys_id=24240f5bfb794b54ae1afb576eefdc0f&amp;spa=1" TargetMode="External" Id="R652996344e0b44b3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cb057e0912cf4163" /><Relationship Type="http://schemas.openxmlformats.org/officeDocument/2006/relationships/image" Target="/ppt/media/image4.png" Id="Re0fc91220ec74037" /><Relationship Type="http://schemas.openxmlformats.org/officeDocument/2006/relationships/notesSlide" Target="/ppt/notesSlides/notesSlide16.xml" Id="Rbec4a56ad82f44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4771aacb2496b" /><Relationship Type="http://schemas.openxmlformats.org/officeDocument/2006/relationships/image" Target="/ppt/media/image5.png" Id="Rb41e417040454832" /><Relationship Type="http://schemas.openxmlformats.org/officeDocument/2006/relationships/hyperlink" Target="https://philips.service-now.com/itportal?id=kb_article&amp;sysparm_article=KB1528249&amp;sys_id=24240f5bfb794b54ae1afb576eefdc0f&amp;spa=1" TargetMode="External" Id="R72f1cf7b1bd44792" /><Relationship Type="http://schemas.openxmlformats.org/officeDocument/2006/relationships/notesSlide" Target="/ppt/notesSlides/notesSlide17.xml" Id="Rb91528db784047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329a79b84ee6" /><Relationship Type="http://schemas.openxmlformats.org/officeDocument/2006/relationships/hyperlink" Target="https://www.aigateway.ai.inside.philips.com/" TargetMode="External" Id="R23c3ed6c92a946e9" /><Relationship Type="http://schemas.openxmlformats.org/officeDocument/2006/relationships/notesSlide" Target="/ppt/notesSlides/notesSlide18.xml" Id="R063361a1629341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68f86ca84eb0" /><Relationship Type="http://schemas.openxmlformats.org/officeDocument/2006/relationships/hyperlink" Target="https://www.aigateway.ai.inside.philips.com/" TargetMode="External" Id="Rd95e380cf8c04e92" /><Relationship Type="http://schemas.openxmlformats.org/officeDocument/2006/relationships/notesSlide" Target="/ppt/notesSlides/notesSlide19.xml" Id="Rc04970d23c9244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babeac51d41b8" /><Relationship Type="http://schemas.openxmlformats.org/officeDocument/2006/relationships/hyperlink" Target="https://www.aigateway.ai.inside.philips.com/" TargetMode="External" Id="R048f985706f6426f" /><Relationship Type="http://schemas.openxmlformats.org/officeDocument/2006/relationships/hyperlink" Target="https://philips-ai-tool-lab.github.io/ai-tool-lab-preview/" TargetMode="External" Id="R6e10747fa7584410" /><Relationship Type="http://schemas.openxmlformats.org/officeDocument/2006/relationships/notesSlide" Target="/ppt/notesSlides/notesSlide20.xml" Id="R637f1b0a174240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307f843a746a2" /><Relationship Type="http://schemas.openxmlformats.org/officeDocument/2006/relationships/hyperlink" Target="https://www.aigateway.ai.inside.philips.com/" TargetMode="External" Id="R26169fe1ff074579" /><Relationship Type="http://schemas.openxmlformats.org/officeDocument/2006/relationships/hyperlink" Target="https://philips-ai-tool-lab.github.io/ai-tool-lab-preview/" TargetMode="External" Id="R4682e9adfb4d46ab" /><Relationship Type="http://schemas.openxmlformats.org/officeDocument/2006/relationships/notesSlide" Target="/ppt/notesSlides/notesSlide21.xml" Id="Ra67c93b24cbc4f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e428e14804b5d" /><Relationship Type="http://schemas.openxmlformats.org/officeDocument/2006/relationships/hyperlink" Target="https://www.aigateway.ai.inside.philips.com/" TargetMode="External" Id="R92adc8ae579c44c2" /><Relationship Type="http://schemas.openxmlformats.org/officeDocument/2006/relationships/notesSlide" Target="/ppt/notesSlides/notesSlide22.xml" Id="R3dfe5e2f796a48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73e8e4575471f" /><Relationship Type="http://schemas.openxmlformats.org/officeDocument/2006/relationships/image" Target="/ppt/media/image6.png" Id="Rae9db0a6318144e2" /><Relationship Type="http://schemas.openxmlformats.org/officeDocument/2006/relationships/hyperlink" Target="https://aiskillsnavigator.microsoft.com/" TargetMode="External" Id="Re493ec952a234e74" /><Relationship Type="http://schemas.openxmlformats.org/officeDocument/2006/relationships/hyperlink" Target="https://m365.cloud.microsoft/chat" TargetMode="External" Id="R8ae0141e77b446e6" /><Relationship Type="http://schemas.openxmlformats.org/officeDocument/2006/relationships/notesSlide" Target="/ppt/notesSlides/notesSlide23.xml" Id="Rf23cbf1e23ba49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ee28fdb284640" /><Relationship Type="http://schemas.openxmlformats.org/officeDocument/2006/relationships/hyperlink" Target="https://aiskillsnavigator.microsoft.com/" TargetMode="External" Id="Rc57d8be15054439c" /><Relationship Type="http://schemas.openxmlformats.org/officeDocument/2006/relationships/hyperlink" Target="https://aiskillsnavigator.microsoft.com/playlists/291ff1ba-c754-44f1-9814-ef8917f8c989" TargetMode="External" Id="Rf07a42d075314104" /><Relationship Type="http://schemas.openxmlformats.org/officeDocument/2006/relationships/hyperlink" Target="https://m365.cloud.microsoft/chat" TargetMode="External" Id="R0b701f497d274b7d" /><Relationship Type="http://schemas.openxmlformats.org/officeDocument/2006/relationships/notesSlide" Target="/ppt/notesSlides/notesSlide24.xml" Id="R5e048003902340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7d40d09b344c0" /><Relationship Type="http://schemas.openxmlformats.org/officeDocument/2006/relationships/image" Target="/ppt/media/image7.png" Id="R0a887a9545c44709" /><Relationship Type="http://schemas.openxmlformats.org/officeDocument/2006/relationships/hyperlink" Target="https://aiskillsnavigator.microsoft.com/" TargetMode="External" Id="R363b1af7d03041ff" /><Relationship Type="http://schemas.openxmlformats.org/officeDocument/2006/relationships/notesSlide" Target="/ppt/notesSlides/notesSlide25.xml" Id="Rdef6b62506d24c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454523c3a4986" /><Relationship Type="http://schemas.openxmlformats.org/officeDocument/2006/relationships/image" Target="/ppt/media/image8.png" Id="R5aae278b22874d22" /><Relationship Type="http://schemas.openxmlformats.org/officeDocument/2006/relationships/hyperlink" Target="https://aiskillsnavigator.microsoft.com/playlists/291ff1ba-c754-44f1-9814-ef8917f8c989" TargetMode="External" Id="Ra3a6ec04d7384491" /><Relationship Type="http://schemas.openxmlformats.org/officeDocument/2006/relationships/notesSlide" Target="/ppt/notesSlides/notesSlide26.xml" Id="R0bb8900c1e7449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aa713cb64237" /><Relationship Type="http://schemas.openxmlformats.org/officeDocument/2006/relationships/image" Target="/ppt/media/image9.png" Id="Re1a0c162ef194e25" /><Relationship Type="http://schemas.openxmlformats.org/officeDocument/2006/relationships/hyperlink" Target="https://aiskillsnavigator.microsoft.com/playlists/291ff1ba-c754-44f1-9814-ef8917f8c989" TargetMode="External" Id="R0ea3ed0ae55143b3" /><Relationship Type="http://schemas.openxmlformats.org/officeDocument/2006/relationships/hyperlink" Target="https://learn.microsoft.com/zh-cn/training/courses/ms-4004" TargetMode="External" Id="Rad1d2984650d4da2" /><Relationship Type="http://schemas.openxmlformats.org/officeDocument/2006/relationships/notesSlide" Target="/ppt/notesSlides/notesSlide27.xml" Id="R31e5e17275554b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784bfc0f4b7f" /><Relationship Type="http://schemas.openxmlformats.org/officeDocument/2006/relationships/hyperlink" Target="https://aiskillsnavigator.microsoft.com/playlists/291ff1ba-c754-44f1-9814-ef8917f8c989" TargetMode="External" Id="Ra5b20b6c18a949f1" /><Relationship Type="http://schemas.openxmlformats.org/officeDocument/2006/relationships/notesSlide" Target="/ppt/notesSlides/notesSlide28.xml" Id="Rd1476ab57e4348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b6539d10429b" /><Relationship Type="http://schemas.openxmlformats.org/officeDocument/2006/relationships/hyperlink" Target="https://aiskillsnavigator.microsoft.com/playlists/291ff1ba-c754-44f1-9814-ef8917f8c989" TargetMode="External" Id="Re2253c3f96984390" /><Relationship Type="http://schemas.openxmlformats.org/officeDocument/2006/relationships/notesSlide" Target="/ppt/notesSlides/notesSlide29.xml" Id="R0fcbba48f4644a4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bc4a9c4a4a50" /><Relationship Type="http://schemas.openxmlformats.org/officeDocument/2006/relationships/hyperlink" Target="https://m365.cloud.microsoft/chat" TargetMode="External" Id="R48eaf1bcede94e7e" /><Relationship Type="http://schemas.openxmlformats.org/officeDocument/2006/relationships/notesSlide" Target="/ppt/notesSlides/notesSlide30.xml" Id="Re41ecc52177348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0f5d37054c7b" /><Relationship Type="http://schemas.openxmlformats.org/officeDocument/2006/relationships/hyperlink" Target="https://m365.cloud.microsoft/chat" TargetMode="External" Id="Rb8bf4c3e8ac34eac" /><Relationship Type="http://schemas.openxmlformats.org/officeDocument/2006/relationships/notesSlide" Target="/ppt/notesSlides/notesSlide31.xml" Id="R8c7ec8441385433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a27ef2d334cc1" /><Relationship Type="http://schemas.openxmlformats.org/officeDocument/2006/relationships/hyperlink" Target="https://m365.cloud.microsoft/chat" TargetMode="External" Id="Rc4896ff5091c483b" /><Relationship Type="http://schemas.openxmlformats.org/officeDocument/2006/relationships/notesSlide" Target="/ppt/notesSlides/notesSlide32.xml" Id="R5a1ae79352854e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cd5685dce46a7" /><Relationship Type="http://schemas.openxmlformats.org/officeDocument/2006/relationships/hyperlink" Target="https://m365.cloud.microsoft/chat" TargetMode="External" Id="R04ed959cf709441a" /><Relationship Type="http://schemas.openxmlformats.org/officeDocument/2006/relationships/notesSlide" Target="/ppt/notesSlides/notesSlide33.xml" Id="R61c2a1f284ec4dc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7d4e2a1804075" /><Relationship Type="http://schemas.openxmlformats.org/officeDocument/2006/relationships/hyperlink" Target="https://m365.cloud.microsoft/chat" TargetMode="External" Id="R8edcd21aaa0d40b3" /><Relationship Type="http://schemas.openxmlformats.org/officeDocument/2006/relationships/notesSlide" Target="/ppt/notesSlides/notesSlide34.xml" Id="R45d7675b003d42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1f37acaa64203" /><Relationship Type="http://schemas.openxmlformats.org/officeDocument/2006/relationships/hyperlink" Target="https://m365.cloud.microsoft/chat" TargetMode="External" Id="Rd0ea93149c4d41e3" /><Relationship Type="http://schemas.openxmlformats.org/officeDocument/2006/relationships/notesSlide" Target="/ppt/notesSlides/notesSlide35.xml" Id="R130779412fdf45d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bd50103b9442e" /><Relationship Type="http://schemas.openxmlformats.org/officeDocument/2006/relationships/hyperlink" Target="https://m365.cloud.microsoft/chat" TargetMode="External" Id="R1954c0c41e764ac8" /><Relationship Type="http://schemas.openxmlformats.org/officeDocument/2006/relationships/notesSlide" Target="/ppt/notesSlides/notesSlide36.xml" Id="Rf0c1556b656741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c2f68b7d4d2e" /><Relationship Type="http://schemas.openxmlformats.org/officeDocument/2006/relationships/hyperlink" Target="https://m365.cloud.microsoft/chat" TargetMode="External" Id="R480630006141487a" /><Relationship Type="http://schemas.openxmlformats.org/officeDocument/2006/relationships/notesSlide" Target="/ppt/notesSlides/notesSlide37.xml" Id="R103e479123714f3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428d86c914a4e" /><Relationship Type="http://schemas.openxmlformats.org/officeDocument/2006/relationships/hyperlink" Target="https://m365.cloud.microsoft/chat" TargetMode="External" Id="Rbd833f3197f04a9e" /><Relationship Type="http://schemas.openxmlformats.org/officeDocument/2006/relationships/notesSlide" Target="/ppt/notesSlides/notesSlide38.xml" Id="R94e824a59fdc48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3dda295645a4" /><Relationship Type="http://schemas.openxmlformats.org/officeDocument/2006/relationships/image" Target="/ppt/media/image10.png" Id="Rff932c9a258c4b82" /><Relationship Type="http://schemas.openxmlformats.org/officeDocument/2006/relationships/hyperlink" Target="https://m365.cloud.microsoft/chat" TargetMode="External" Id="R3778623769374714" /><Relationship Type="http://schemas.openxmlformats.org/officeDocument/2006/relationships/notesSlide" Target="/ppt/notesSlides/notesSlide39.xml" Id="R19175977dc984f9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db589d0dc44f8" /><Relationship Type="http://schemas.openxmlformats.org/officeDocument/2006/relationships/hyperlink" Target="https://m365.cloud.microsoft/chat" TargetMode="External" Id="Re06a29a99c4e435e" /><Relationship Type="http://schemas.openxmlformats.org/officeDocument/2006/relationships/notesSlide" Target="/ppt/notesSlides/notesSlide40.xml" Id="R54edc65a6d5141b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1fd3451b946b5" /><Relationship Type="http://schemas.openxmlformats.org/officeDocument/2006/relationships/hyperlink" Target="https://m365.cloud.microsoft/chat" TargetMode="External" Id="Rb07468e5afb345fd" /><Relationship Type="http://schemas.openxmlformats.org/officeDocument/2006/relationships/notesSlide" Target="/ppt/notesSlides/notesSlide41.xml" Id="Rbb65c279155c438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8f419ab86400a" /><Relationship Type="http://schemas.openxmlformats.org/officeDocument/2006/relationships/hyperlink" Target="https://m365.cloud.microsoft/chat" TargetMode="External" Id="R1bd4a0bb7b744373" /><Relationship Type="http://schemas.openxmlformats.org/officeDocument/2006/relationships/notesSlide" Target="/ppt/notesSlides/notesSlide42.xml" Id="R1bf006e43a04467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b5443edab47d1" /><Relationship Type="http://schemas.openxmlformats.org/officeDocument/2006/relationships/hyperlink" Target="https://m365.cloud.microsoft/chat" TargetMode="External" Id="R6a353577f04042f1" /><Relationship Type="http://schemas.openxmlformats.org/officeDocument/2006/relationships/notesSlide" Target="/ppt/notesSlides/notesSlide43.xml" Id="R25f200a951be408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8751d065b41d4" /><Relationship Type="http://schemas.openxmlformats.org/officeDocument/2006/relationships/hyperlink" Target="https://m365.cloud.microsoft/chat" TargetMode="External" Id="R7ddf77c6e5ee4bca" /><Relationship Type="http://schemas.openxmlformats.org/officeDocument/2006/relationships/notesSlide" Target="/ppt/notesSlides/notesSlide44.xml" Id="R6b7a056c289c48b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93e6640f84813" /><Relationship Type="http://schemas.openxmlformats.org/officeDocument/2006/relationships/hyperlink" Target="https://philips-ai-tool-lab.github.io/ai-tool-lab-preview/" TargetMode="External" Id="R3cff2cec528046c7" /><Relationship Type="http://schemas.openxmlformats.org/officeDocument/2006/relationships/hyperlink" Target="https://philips-ai-tool-lab.github.io/ai-tool-lab-preview/#agent-builder-path" TargetMode="External" Id="R62c1e45ee7df4797" /><Relationship Type="http://schemas.openxmlformats.org/officeDocument/2006/relationships/hyperlink" Target="https://m365.cloud.microsoft/" TargetMode="External" Id="R968380ad729e4337" /><Relationship Type="http://schemas.openxmlformats.org/officeDocument/2006/relationships/notesSlide" Target="/ppt/notesSlides/notesSlide45.xml" Id="R848e8e1327b9447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5fdd7995f46b5" /><Relationship Type="http://schemas.openxmlformats.org/officeDocument/2006/relationships/image" Target="/ppt/media/image11.png" Id="R9e47e38461de4c5d" /><Relationship Type="http://schemas.openxmlformats.org/officeDocument/2006/relationships/hyperlink" Target="https://philips-ai-tool-lab.github.io/ai-tool-lab-preview/" TargetMode="External" Id="R51bee05c1ce74fee" /><Relationship Type="http://schemas.openxmlformats.org/officeDocument/2006/relationships/hyperlink" Target="https://philips-ai-tool-lab.github.io/ai-tool-lab-preview/#agent-builder-path" TargetMode="External" Id="Rd37a437d64074617" /><Relationship Type="http://schemas.openxmlformats.org/officeDocument/2006/relationships/notesSlide" Target="/ppt/notesSlides/notesSlide46.xml" Id="R0584ae4df34d423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e0d425bc467f" /><Relationship Type="http://schemas.openxmlformats.org/officeDocument/2006/relationships/hyperlink" Target="https://philips-ai-tool-lab.github.io/ai-tool-lab-preview/labs/chief-of-staff/" TargetMode="External" Id="R799698c112f64506" /><Relationship Type="http://schemas.openxmlformats.org/officeDocument/2006/relationships/hyperlink" Target="https://philips-ai-tool-lab.github.io/ai-tool-lab-preview/labs/product-manual-faq/" TargetMode="External" Id="R1608d30d5e1e4cd4" /><Relationship Type="http://schemas.openxmlformats.org/officeDocument/2006/relationships/hyperlink" Target="https://philips-ai-tool-lab.github.io/ai-tool-lab-preview/labs/meeting-follow-up/" TargetMode="External" Id="R38bce2ca958f467a" /><Relationship Type="http://schemas.openxmlformats.org/officeDocument/2006/relationships/hyperlink" Target="https://philips-ai-tool-lab.github.io/ai-tool-lab-preview/labs/funnel-data-analyst/" TargetMode="External" Id="R7b978472f66f446f" /><Relationship Type="http://schemas.openxmlformats.org/officeDocument/2006/relationships/notesSlide" Target="/ppt/notesSlides/notesSlide47.xml" Id="R3bfbd828b85145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8c8a079544ea0" /><Relationship Type="http://schemas.openxmlformats.org/officeDocument/2006/relationships/image" Target="/ppt/media/image12.png" Id="Rd6e138da35c84421" /><Relationship Type="http://schemas.openxmlformats.org/officeDocument/2006/relationships/hyperlink" Target="https://philips-ai-tool-lab.github.io/ai-tool-lab-preview/labs/chief-of-staff/" TargetMode="External" Id="R4a7ff746ff304523" /><Relationship Type="http://schemas.openxmlformats.org/officeDocument/2006/relationships/notesSlide" Target="/ppt/notesSlides/notesSlide48.xml" Id="Rf0ad1ed067fa41d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c053797cf45f0" /><Relationship Type="http://schemas.openxmlformats.org/officeDocument/2006/relationships/image" Target="/ppt/media/image13.png" Id="Ra99aba33bde1449c" /><Relationship Type="http://schemas.openxmlformats.org/officeDocument/2006/relationships/hyperlink" Target="https://philips-ai-tool-lab.github.io/ai-tool-lab-preview/labs/product-manual-faq/" TargetMode="External" Id="R1478eec76b0b4413" /><Relationship Type="http://schemas.openxmlformats.org/officeDocument/2006/relationships/notesSlide" Target="/ppt/notesSlides/notesSlide49.xml" Id="R81961a1920bc4ff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b299631d347ac" /><Relationship Type="http://schemas.openxmlformats.org/officeDocument/2006/relationships/image" Target="/ppt/media/image14.png" Id="R5e546392d6754176" /><Relationship Type="http://schemas.openxmlformats.org/officeDocument/2006/relationships/hyperlink" Target="https://philips-ai-tool-lab.github.io/ai-tool-lab-preview/labs/meeting-follow-up/" TargetMode="External" Id="Re6fd211add324b39" /><Relationship Type="http://schemas.openxmlformats.org/officeDocument/2006/relationships/notesSlide" Target="/ppt/notesSlides/notesSlide50.xml" Id="R40ae4d0068f4453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f7b068c10431a" /><Relationship Type="http://schemas.openxmlformats.org/officeDocument/2006/relationships/image" Target="/ppt/media/image15.png" Id="R2f5643bb409e440a" /><Relationship Type="http://schemas.openxmlformats.org/officeDocument/2006/relationships/hyperlink" Target="https://philips-ai-tool-lab.github.io/ai-tool-lab-preview/labs/funnel-data-analyst/" TargetMode="External" Id="Rbf3cff0263f34551" /><Relationship Type="http://schemas.openxmlformats.org/officeDocument/2006/relationships/notesSlide" Target="/ppt/notesSlides/notesSlide51.xml" Id="R50d0fda807d749b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6761d91f6476d" /><Relationship Type="http://schemas.openxmlformats.org/officeDocument/2006/relationships/hyperlink" Target="https://philips-ai-tool-lab.github.io/ai-tool-lab-preview/#agent-builder-path" TargetMode="External" Id="R0a64b80258574438" /><Relationship Type="http://schemas.openxmlformats.org/officeDocument/2006/relationships/notesSlide" Target="/ppt/notesSlides/notesSlide52.xml" Id="Re6fbf580a3c749d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76bcc3bc43e0" /><Relationship Type="http://schemas.openxmlformats.org/officeDocument/2006/relationships/image" Target="/ppt/media/image16.png" Id="R38b8d6723b1c4e65" /><Relationship Type="http://schemas.openxmlformats.org/officeDocument/2006/relationships/hyperlink" Target="https://m365.cloud.microsoft/" TargetMode="External" Id="Rca59a81fe7de4844" /><Relationship Type="http://schemas.openxmlformats.org/officeDocument/2006/relationships/notesSlide" Target="/ppt/notesSlides/notesSlide53.xml" Id="Ra2a15e5f94b647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ed4f7e93437a" /><Relationship Type="http://schemas.openxmlformats.org/officeDocument/2006/relationships/image" Target="/ppt/media/image17.png" Id="R95d1edd537c5448f" /><Relationship Type="http://schemas.openxmlformats.org/officeDocument/2006/relationships/hyperlink" Target="https://philips-ai-tool-lab.github.io/ai-tool-lab-preview/#agent-builder-path" TargetMode="External" Id="Rbcd2aa856d6c4cd4" /><Relationship Type="http://schemas.openxmlformats.org/officeDocument/2006/relationships/notesSlide" Target="/ppt/notesSlides/notesSlide54.xml" Id="R1dc4fe602d444fe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8db3c063b45a8" /><Relationship Type="http://schemas.openxmlformats.org/officeDocument/2006/relationships/image" Target="/ppt/media/image18.png" Id="R72384ed2c05e44f0" /><Relationship Type="http://schemas.openxmlformats.org/officeDocument/2006/relationships/hyperlink" Target="https://philips-ai-tool-lab.github.io/ai-tool-lab-preview/labs/meeting-follow-up/" TargetMode="External" Id="R601fd7f870784d04" /><Relationship Type="http://schemas.openxmlformats.org/officeDocument/2006/relationships/notesSlide" Target="/ppt/notesSlides/notesSlide55.xml" Id="R925698b19998449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d5f11251a4b45" /><Relationship Type="http://schemas.openxmlformats.org/officeDocument/2006/relationships/image" Target="/ppt/media/image19.png" Id="R719f4497009e4f6a" /><Relationship Type="http://schemas.openxmlformats.org/officeDocument/2006/relationships/hyperlink" Target="https://philips-ai-tool-lab.github.io/ai-tool-lab-preview/#agent-builder-path" TargetMode="External" Id="R197bb64ca848475f" /><Relationship Type="http://schemas.openxmlformats.org/officeDocument/2006/relationships/notesSlide" Target="/ppt/notesSlides/notesSlide56.xml" Id="R73c056dad065406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b9255dbc04979" /><Relationship Type="http://schemas.openxmlformats.org/officeDocument/2006/relationships/image" Target="/ppt/media/image20.png" Id="R2687961084a84b57" /><Relationship Type="http://schemas.openxmlformats.org/officeDocument/2006/relationships/hyperlink" Target="https://philips-ai-tool-lab.github.io/ai-tool-lab-preview/labs/meeting-follow-up/" TargetMode="External" Id="R4df6ba6bc23a46e8" /><Relationship Type="http://schemas.openxmlformats.org/officeDocument/2006/relationships/notesSlide" Target="/ppt/notesSlides/notesSlide57.xml" Id="Re74cd526b569485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6332960745bf" /><Relationship Type="http://schemas.openxmlformats.org/officeDocument/2006/relationships/image" Target="/ppt/media/image21.png" Id="R031c396543814649" /><Relationship Type="http://schemas.openxmlformats.org/officeDocument/2006/relationships/hyperlink" Target="https://philips-ai-tool-lab.github.io/ai-tool-lab-preview/#agent-builder-path" TargetMode="External" Id="Rb8430bee99cd4375" /><Relationship Type="http://schemas.openxmlformats.org/officeDocument/2006/relationships/notesSlide" Target="/ppt/notesSlides/notesSlide58.xml" Id="Raf1f401ad90c44d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638555b004f47" /><Relationship Type="http://schemas.openxmlformats.org/officeDocument/2006/relationships/image" Target="/ppt/media/image22.png" Id="Rba6aa71dd30f48c6" /><Relationship Type="http://schemas.openxmlformats.org/officeDocument/2006/relationships/hyperlink" Target="https://m365.cloud.microsoft/" TargetMode="External" Id="Rd2891e14149a416d" /><Relationship Type="http://schemas.openxmlformats.org/officeDocument/2006/relationships/notesSlide" Target="/ppt/notesSlides/notesSlide59.xml" Id="R512adc098b17442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9fd443874b75" /><Relationship Type="http://schemas.openxmlformats.org/officeDocument/2006/relationships/image" Target="/ppt/media/image14.png" Id="Ra36a756c4e4c4ceb" /><Relationship Type="http://schemas.openxmlformats.org/officeDocument/2006/relationships/hyperlink" Target="https://philips-ai-tool-lab.github.io/ai-tool-lab-preview/labs/meeting-follow-up/" TargetMode="External" Id="R0648c5474f4d4443" /><Relationship Type="http://schemas.openxmlformats.org/officeDocument/2006/relationships/notesSlide" Target="/ppt/notesSlides/notesSlide60.xml" Id="R475992df61c3416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af2dfb9840b7" /><Relationship Type="http://schemas.openxmlformats.org/officeDocument/2006/relationships/hyperlink" Target="https://philips-ai-tool-lab.github.io/ai-tool-lab-preview/labs/chief-of-staff/" TargetMode="External" Id="Rc5d392f8fe314041" /><Relationship Type="http://schemas.openxmlformats.org/officeDocument/2006/relationships/hyperlink" Target="https://philips-ai-tool-lab.github.io/ai-tool-lab-preview/labs/product-manual-faq/" TargetMode="External" Id="Rbf76cd62081f41e6" /><Relationship Type="http://schemas.openxmlformats.org/officeDocument/2006/relationships/hyperlink" Target="https://philips-ai-tool-lab.github.io/ai-tool-lab-preview/labs/meeting-follow-up/" TargetMode="External" Id="Rbdfa598896a64116" /><Relationship Type="http://schemas.openxmlformats.org/officeDocument/2006/relationships/hyperlink" Target="https://philips-ai-tool-lab.github.io/ai-tool-lab-preview/labs/funnel-data-analyst/" TargetMode="External" Id="R08698bd27bcd4023" /><Relationship Type="http://schemas.openxmlformats.org/officeDocument/2006/relationships/hyperlink" Target="https://m365.cloud.microsoft/" TargetMode="External" Id="R1b088dbc8ce04ae9" /><Relationship Type="http://schemas.openxmlformats.org/officeDocument/2006/relationships/notesSlide" Target="/ppt/notesSlides/notesSlide61.xml" Id="R21da4de6214945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3973a6259d4369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34d1283af143b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3a0eb150be4667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0243D5F-F9ED-49C3-B3FA-75ADFBC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FE1FCA1-2CD4-4271-9A1B-CA4C7D9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7E58B72-DB8C-4C30-8924-2203213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B5C76F8-DFCD-4844-8D56-2EA0B682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价值场景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6AEE2033-B5CE-46B5-BE7C-8120F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2EB747D-851E-426C-B866-ABEE45A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流程改变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C97791C-0315-4BD9-848F-A3884CB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D067476-66E6-4CDC-AA39-3F1F20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6e34d84b174720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766747ae1a4f2d"/>
              </a:rPr>
              <a:t>微软官方学习网站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1CFF1C0-285E-4457-BBD5-C342429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69428D81-7FDA-467F-9332-E002DC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B8B635EF-6A64-4EE2-B168-2FADE9A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75B192AD-21D0-45A3-B0CA-E7E56A5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78C2B8E0-848C-4EDD-BB1E-741DE40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6666490C-FC26-437E-BB5C-62EBA3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4FBAFA9F-FEC5-432D-B1B5-1F56FEF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6011C5D-DD87-48CB-AC63-C76C9A3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构建 Agent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这一部分先建立 Philips 企业 AI 工具的整体地图，重点回答三个问题：在哪里申请、怎样完成访问准备，以及不同入口分别用于什么。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AI Gateway，它负责 Enterprise ChatGPT 的状态、申请和使用要求；中国用户还需要完成网络服务和本机工具准备。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随后再区分学习与日常操作入口：课程在 AI Skills Navigator，实际使用 Copilot 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97535521694c55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19e44fc94857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4eb6c35cb34b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c334483645d4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4cfdaf1a0b41f6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f4eb863ee4910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3170a3f23d4d9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dac7a92b2e4e8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392483484a4c15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A290A01-99DC-411D-A3B4-D9074D6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8EF2982-16D6-4D0A-BC86-7451448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4671AF4-AA4F-4F20-A315-A259223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023A47B-5283-4EA0-8511-2B8709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5D83B11-5520-4EBB-BB3E-01CD9A5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76F942A-BACC-44CB-BDB4-9B2FC8A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共用底座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BE7300E-0E2F-4AB1-9966-7E9826E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A9CEDE93-AEA4-4AE3-9EAD-1D78E5A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责任治理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636dd532a843da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三个入口如何分工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beec7fd61d4359"/>
              </a:rPr>
              <a:t>查看完整使用手册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0A0F49BE-3377-41E6-9889-4328611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036C578A-F3BF-4DE3-B286-92FBB0D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327BA04-2E18-4127-B5C4-A30372A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5468ADDB-3E27-42DF-BFF3-9BDD053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70795EF-0CAD-475D-AAF6-C060303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8FDBBC1-74A2-4067-B0B0-FCDEC28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邮件确认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613EDD4-B969-4BC4-B616-7575834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C22F471-13C0-456E-9470-ADB903C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安装登录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35d223eb145c8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c01e8ac1664593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d3e8d4b4244f6d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cf067b74f4246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05e16aaa14e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2996344e0b44b3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057e0912cf4163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c91220ec74037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e417040454832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f1cf7b1bd44792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c3ed6c92a946e9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登录后还要注意什么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5e380cf8c04e92"/>
              </a:rPr>
              <a:t>打开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98195B71-82F5-4BCA-BD0F-EB370C4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DA09EC77-9903-4DAA-BF29-98EACAE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49FA6C03-6BC4-4276-9F05-FECA3BD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011D536-ECD3-4F84-8E00-C052FA1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登录检查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851B8E98-C908-4CAA-85C4-EB76016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E709CE6-5C58-4328-8AB5-0D3D719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进入工作区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05B4ECF-C7CE-484C-9760-3A09853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FC621818-D33A-429C-9728-A16D45E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负责使用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这一部分介绍 GCR AI Ambassador 支持网络，以及遇到不同问题时应该找谁。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Champion、Ambassador、Catalyst 和 Guru 的分工：有人负责方向，有人推动学习，有人梳理业务场景，也有人连接技术资源。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随后通过名单找到自己部门、业务单元或市场的联系人。学习和工具问题可以先咨询 Ambassador，业务决定与数据授权仍由本部门负责人确认。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8f985706f6426f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10747fa7584410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169fe1ff074579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82e9adfb4d46ab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adc8ae579c44c2"/>
              </a:rPr>
              <a:t>回到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79AF075F-DC81-42A4-9283-4E27A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385D52D-939C-4BA1-8F77-2BEB38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1FF18-CDCF-4C5E-972B-7FB680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5A22363-82D4-4C3B-B3EF-D390523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确定方向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88FAE31-4C2D-4F3D-8556-341AB61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ABAFCB3-A754-40E0-B25C-F99654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梳理场景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3CF707A8-8422-4850-9043-9ABA4C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6A26D503-EA8F-45AF-8A18-C37DC9D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技术支持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b0a6318144e2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93ec952a234e74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e0141e77b446e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这一部分不只是介绍 Copilot 的按钮，而是练习怎样把真实资料转化为可以行动的结果。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首先从 AI Skills Navigator 找到官方学习内容，再进入 MS-4004，观察不同岗位怎样使用 Copilot。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随后用绿色办公周案例完整练习：加入资料、写清提示词、核对冲突，并把结果整理成项目简报和跟进邮件。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7d8be15054439c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7a42d075314104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701f497d274b7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7a9545c4470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3b1af7d03041ff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e278b22874d2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a6ec04d7384491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0c162ef194e25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a3ed0ae55143b3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1d2984650d4da2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首先，可以从与自己最接近的岗位进入 MS-4004，例如管理、销售、市场、财务、IT 或人力资源。接着，不要停留在岗位名称上，而要观察案例实际解决的是阅读资料、比较来源、整理风险还是起草沟通。这样学习到的方法才能跨越岗位，迁移到自己的日常工作。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b20b6c18a949f1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253c3f96984390"/>
              </a:rPr>
              <a:t>进入 MS-4004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F5018A93-3420-4694-A786-084DA8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83B54DC-2EBC-4AE4-A5D6-98BA6E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B7238-2F16-4221-802F-2066965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91127D8-DBDB-42DD-B38C-AC1DE8A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选择岗位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AEF64F5C-3555-46A1-B8F1-496669A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08565198-A31A-4DF2-9125-666B4B1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2053430-601B-464F-9697-659D22B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1AB83E64-F52C-410B-BC80-2232C02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eaf1bcede94e7e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bf4c3e8ac34eac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25EE2E17-6CB6-4C95-8DF2-0145CC8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4469B722-7040-4BD1-B016-573636B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9E3202DA-711C-4969-8918-32DFD11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E07749E-65B0-4FA7-8A88-1B011A9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阅读资料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331F7068-5311-4582-B796-DCD69D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A459660-8097-4A3B-8855-B3275C3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组织核对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2546C9D-09E6-4678-A40B-9484872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0DDA72D-AC1C-48BE-B5EF-BDA72BD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形成沟通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896ff5091c483b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ed959cf709441a"/>
              </a:rPr>
              <a:t>进入 Copilot 实操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B34B83D-DD13-47F3-9EB7-5923414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53B2322-14F2-4C6F-877E-943E6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81279F3-9555-4DDA-80F6-F2A6DC7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E53397E-CF74-4325-A369-102B100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理解资料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CA641DC-E529-4F9C-BE70-6675709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269B415-BD09-4716-AE33-FC1C09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发现冲突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61D8B54-7B72-440F-8189-5CCA885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858620B-76F3-464E-B327-E45254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形成交付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dcd21aaa0d40b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ea93149c4d41e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54c0c41e764ac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一个可靠的提示词可以按顺序展开：先交代背景，再明确任务和输出，最后用约束限定 Copilot 的判断边界。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首先说明背景：我刚接手绿色办公周项目，需要快速理解三份附件。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接着说明任务：请总结目标、成功指标、已确认决策、行动项、风险和开放问题，并比较不同来源。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然后规定输出：先给出一页项目简报，再起草一封简洁的跟进邮件。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最后说明约束：不要补充资料中没有的事实；发现冲突时列出来源和两个版本，并标记“待确认”。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0630006141487a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833f3197f04a9e"/>
              </a:rPr>
              <a:t>打开 Copilot 并输入提示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AE46DFDF-B1FC-4A20-B5C0-970986A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27DD0425-63BB-46F8-9E51-5FCBF3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0EEF6E0-47EC-4442-AE50-DD1B75D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8751F696-C56C-4CD4-BC3A-9449DB3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说明背景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091A5B1-CFF8-42BB-9429-A2A977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3BFDDFC8-CC22-41B1-87CD-E34673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任务与输出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A1B5382-507B-4363-BEEF-40A525A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9AD6CC2-6EE3-43DF-A902-E7D794F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32c9a258c4b82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7862376937471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6a29a99c4e435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7468e5afb345fd"/>
              </a:rPr>
              <a:t>进入现场演示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30BC9ED8-D186-4CC5-9285-367BBC9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6CFA1FF-DED1-4EA5-B4FA-C3A7375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F681091-36E5-45EE-A4B4-30FB40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3F8A7DF-5595-41E7-B459-300CD4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提交以前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D7441AD-E1D8-434A-8CBC-CF50BFC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560D93C-11E8-4759-9512-2535129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生成以后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151699F6-E6D2-4D6E-AADB-FE601E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0831CED4-0AF5-4753-A1E6-7E9ADF7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改写以前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d4a0bb7b74437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353577f04042f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df77c6e5ee4bca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信息完整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来源清楚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沟通可执行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业务案例与最佳实践：AI Tool Lab × Agent Builder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目前包含两条工具路线和 10 个 Lab。本课程第五部分聚焦 Microsoft 365 Copilot 路线中的前四个 Agent Builder Lab，并以第 3 个“会议跟进助手”作为讲师示范。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ff2cec528046c7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c1e45ee7df4797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8380ad729e433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Lab：两条路线、十个 Lab，本课程聚焦前四个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网站当前包含 6 个 Microsoft 365 Copilot Lab 和 4 个 Enterprise ChatGPT Lab。第五部分只展开站内 Lab 01–04，其余六个可在课后继续探索。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e38461de4c5d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bee05c1ce74fee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7a437d64074617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课堂动手范围：站内 Lab 01–04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是网站 Microsoft 365 Copilot 路线中的前四个 Agent Builder 场景，分别练习事务协调、产品资料问答、会议跟进和销售数据分析。讲师演示 Lab 03，实践时可任选一个，并以所选页面的当前检查清单为准。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9698c112f64506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08d30d5e1e4cd4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bce2ca958f467a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978472f66f446f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读取本人真实的 Microsoft 365 日历、会议、邮件和任务，整理优先级、冲突和后续准备。当前网页配置的三个快捷入口是今日日程、紧急事项和明日提醒；预览图中的 Top priorities 可作为扩展入口。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138da35c84421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7ff746ff30452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02｜产品手册问答：验证权限、引用与拒答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Lab 不只检查答案是否正确，还要确认 SharePoint 权限、知识源连接和拒答机制。成功标准是：资料内问题带可打开引用，资料外问题明确拒答。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ba33bde144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67658" y="1762125"/>
            <a:ext cx="6122833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78eec76b0b4413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03｜会议跟进：开启 Outlook、Teams 并添加模板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当前页面要求先在 Work content 中开启 Outlook 和 Teams，再通过 Add knowledge 或 Message Agent Builder 添加 Mail Template CN 或 EN。模板只选与输出语言一致的一份。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46392d67541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778668"/>
            <a:ext cx="6686550" cy="3681663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fd211add324b39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04｜销售漏斗分析：准备附件、能力与测试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Lab 先用自然语言生成草稿，再添加 Funnel Sample Data.xlsx 和 Chart Sample.pptx，并开启创建文档和创建图片能力。必做测试包括分类汇总和金额达成率，PPT 图表更新为选做挑战。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643bb409e44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26301" y="1762125"/>
            <a:ext cx="6205548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3cff0263f34551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 Agent 的八步流程，可以归纳成六组动作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网站把通用路线更新为八步：进入 Builder、新建 Agent、选择方式、填写字段、添加并验证知识源、设置能力、添加提示，最后测试、创建和分享。下图将相邻步骤合并为六组，便于记忆。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7–8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因此，构建不止是把字段填完：定义任务以后，还要验证知识源是否真的可用、只开启必要能力，并通过试运行确认结果可靠。创建完成后再按需要分享，同时检查接收者是否拥有底层资料权限。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64b80258574438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1–2｜进入 Agent Builder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 Microsoft 365 Copilot 左侧进入 Agents，再点击 Create agent。网站把“进入 Agent Builder”和“新建 Agent”分为两个步骤，本页合并展示入口与动作。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8d6723b1c4e65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59a81fe7de484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　步骤 3｜选择构建方式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1edd537c5448f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d2aa856d6c4c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4｜填写核心字段与工作规则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4ed2c05e44f0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1fd7f870784d0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　步骤 5–6｜验证知识源，并设置所需能力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知识源名称出现在页面上并不代表已经连接成功。添加最少必要的资料后，还要用一条能够命中的问题和一条没有答案的问题，验证检索、引用和拒答行为。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f4497009e4f6a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7bb64ca848475f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 补充｜用新版 Add knowledge 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Configure 页面点击 Add knowledge，可以按 Files、Sites、Chats 或 Meetings 筛选，也可以通过左侧 Message Agent Builder 要求添加 Mail Template。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961084a84b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45394" y="1714500"/>
            <a:ext cx="5872163" cy="3905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f6ba6bc23a46e8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　步骤 7｜添加 Starter prompts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 Starter prompt 包括一个简短标题（Title）和一段可以直接执行的任务（Message）。它不是关键词，而是用户点击后会完整发送的工作请求。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c396543814649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430bee99cd4375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8｜测试、创建并按需要分享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先在 Preview 中测试，再返回 Configure 调整；确认稳定后点击 Create。创建成功以后才进入 Share，并根据培训要求选择仅自己、特定用户或组织范围。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a71dd30f48c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817819"/>
            <a:ext cx="6991350" cy="3698613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891e14149a416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a756c4e4c4c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742381"/>
            <a:ext cx="6991350" cy="3849488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48c5474f4d444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从站内 Lab 01–04 中选择一个，按该页面的当前步骤和检查清单完成。不同场景的知识源、能力和测试方式不同。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首先完成可运行版本：Chief of Staff 使用本人 M365 数据；Product Manual FAQ 验证权限、引用与拒答；Meeting Follow-up 开启 Outlook、Teams 并加入一份模板；Funnel Lab 检查附件、能力和数据口径。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接着按照该 Lab 的检查清单，运行一条正常任务，再运行一条资料缺失、来源不可用或范围不完整的任务。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 Agent 是否引用正确来源、指出信息缺口，并且没有自行补充事实；满足这些条件后再创建和分享。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先按场景完成正确配置，再用正常与异常条件验证它是否可靠。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d392f8fe314041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76cd62081f41e6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fa598896a64116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698bd27bcd4023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088dbc8ce04ae9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2026-09-03T02:11:13.5120000Z</dcterms:created>
  <dcterms:modified xsi:type="dcterms:W3CDTF">2026-09-03T02:11:13.5120000Z</dcterms:modified>
</coreProperties>
</file>