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fc74f87f9d4fce" /><Relationship Type="http://schemas.openxmlformats.org/officeDocument/2006/relationships/extended-properties" Target="/docProps/app.xml" Id="Rb58577cd4a894eef" /><Relationship Type="http://schemas.openxmlformats.org/officeDocument/2006/relationships/officeDocument" Target="/ppt/presentation.xml" Id="R242f8729329948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4cd3bd18542c9"/>
  </p:sldMasterIdLst>
  <p:notesMasterIdLst>
    <p:notesMasterId xmlns:r="http://schemas.openxmlformats.org/officeDocument/2006/relationships" r:id="Rfc30e9fc3b424a4a"/>
  </p:notesMasterIdLst>
  <p:sldIdLst>
    <p:sldId xmlns:r="http://schemas.openxmlformats.org/officeDocument/2006/relationships" id="256" r:id="R9f82ac13c10a4b33"/>
    <p:sldId xmlns:r="http://schemas.openxmlformats.org/officeDocument/2006/relationships" id="257" r:id="Re6aedbbcb6944100"/>
    <p:sldId xmlns:r="http://schemas.openxmlformats.org/officeDocument/2006/relationships" id="258" r:id="R980eadb5410e43f6"/>
    <p:sldId xmlns:r="http://schemas.openxmlformats.org/officeDocument/2006/relationships" id="259" r:id="Rf23d3bfdb0be49c9"/>
    <p:sldId xmlns:r="http://schemas.openxmlformats.org/officeDocument/2006/relationships" id="260" r:id="R4df503d723f44abe"/>
    <p:sldId xmlns:r="http://schemas.openxmlformats.org/officeDocument/2006/relationships" id="261" r:id="Rde9f9f0bb5a84b5d"/>
    <p:sldId xmlns:r="http://schemas.openxmlformats.org/officeDocument/2006/relationships" id="262" r:id="R90f34c5fbb19441f"/>
    <p:sldId xmlns:r="http://schemas.openxmlformats.org/officeDocument/2006/relationships" id="263" r:id="R029d7e3c0afb463a"/>
    <p:sldId xmlns:r="http://schemas.openxmlformats.org/officeDocument/2006/relationships" id="264" r:id="R28ab78f34bdc4d53"/>
    <p:sldId xmlns:r="http://schemas.openxmlformats.org/officeDocument/2006/relationships" id="265" r:id="R90fd986f48264bb3"/>
    <p:sldId xmlns:r="http://schemas.openxmlformats.org/officeDocument/2006/relationships" id="266" r:id="Re6b10d4a03c34d53"/>
    <p:sldId xmlns:r="http://schemas.openxmlformats.org/officeDocument/2006/relationships" id="267" r:id="Rf1939fdba9af448d"/>
    <p:sldId xmlns:r="http://schemas.openxmlformats.org/officeDocument/2006/relationships" id="268" r:id="Rd160f957cf8d44d0"/>
    <p:sldId xmlns:r="http://schemas.openxmlformats.org/officeDocument/2006/relationships" id="269" r:id="R3b273fda5da54a99"/>
    <p:sldId xmlns:r="http://schemas.openxmlformats.org/officeDocument/2006/relationships" id="270" r:id="R5b9d1f56893d48c8"/>
    <p:sldId xmlns:r="http://schemas.openxmlformats.org/officeDocument/2006/relationships" id="271" r:id="R8f09e54e927e4531"/>
    <p:sldId xmlns:r="http://schemas.openxmlformats.org/officeDocument/2006/relationships" id="272" r:id="R65d6314864884da7"/>
    <p:sldId xmlns:r="http://schemas.openxmlformats.org/officeDocument/2006/relationships" id="273" r:id="R0b97082443694890"/>
    <p:sldId xmlns:r="http://schemas.openxmlformats.org/officeDocument/2006/relationships" id="274" r:id="Rb607c77504c74675"/>
    <p:sldId xmlns:r="http://schemas.openxmlformats.org/officeDocument/2006/relationships" id="275" r:id="R531def7fff864923"/>
    <p:sldId xmlns:r="http://schemas.openxmlformats.org/officeDocument/2006/relationships" id="276" r:id="R60743cfa0cdb4ee3"/>
    <p:sldId xmlns:r="http://schemas.openxmlformats.org/officeDocument/2006/relationships" id="277" r:id="R9711d723a5ce40ba"/>
    <p:sldId xmlns:r="http://schemas.openxmlformats.org/officeDocument/2006/relationships" id="278" r:id="R11e25a7118f64a23"/>
    <p:sldId xmlns:r="http://schemas.openxmlformats.org/officeDocument/2006/relationships" id="279" r:id="R85086af43b804bc0"/>
    <p:sldId xmlns:r="http://schemas.openxmlformats.org/officeDocument/2006/relationships" id="280" r:id="R18cf37e0ccca48f3"/>
    <p:sldId xmlns:r="http://schemas.openxmlformats.org/officeDocument/2006/relationships" id="281" r:id="R02a96f5b49054167"/>
    <p:sldId xmlns:r="http://schemas.openxmlformats.org/officeDocument/2006/relationships" id="282" r:id="Rc2b0b5c721a046cb"/>
    <p:sldId xmlns:r="http://schemas.openxmlformats.org/officeDocument/2006/relationships" id="283" r:id="R5ed084350ff8400a"/>
    <p:sldId xmlns:r="http://schemas.openxmlformats.org/officeDocument/2006/relationships" id="284" r:id="R9abc54884d9249c2"/>
    <p:sldId xmlns:r="http://schemas.openxmlformats.org/officeDocument/2006/relationships" id="285" r:id="R837b66f85f3544c1"/>
    <p:sldId xmlns:r="http://schemas.openxmlformats.org/officeDocument/2006/relationships" id="286" r:id="Re9d161956ced4938"/>
    <p:sldId xmlns:r="http://schemas.openxmlformats.org/officeDocument/2006/relationships" id="287" r:id="R83ca48bf55694cc4"/>
    <p:sldId xmlns:r="http://schemas.openxmlformats.org/officeDocument/2006/relationships" id="288" r:id="Rfa902d2733b445c1"/>
    <p:sldId xmlns:r="http://schemas.openxmlformats.org/officeDocument/2006/relationships" id="289" r:id="Ra90bab3b72bf4b80"/>
    <p:sldId xmlns:r="http://schemas.openxmlformats.org/officeDocument/2006/relationships" id="290" r:id="R189e70b25fc74767"/>
    <p:sldId xmlns:r="http://schemas.openxmlformats.org/officeDocument/2006/relationships" id="291" r:id="R55ddac0db79f423a"/>
    <p:sldId xmlns:r="http://schemas.openxmlformats.org/officeDocument/2006/relationships" id="292" r:id="R44cfa175ddcc4be7"/>
    <p:sldId xmlns:r="http://schemas.openxmlformats.org/officeDocument/2006/relationships" id="293" r:id="R4f78be591a154e1b"/>
    <p:sldId xmlns:r="http://schemas.openxmlformats.org/officeDocument/2006/relationships" id="294" r:id="R7b311b40f4314f50"/>
    <p:sldId xmlns:r="http://schemas.openxmlformats.org/officeDocument/2006/relationships" id="295" r:id="R7ca9ce1701774dcf"/>
    <p:sldId xmlns:r="http://schemas.openxmlformats.org/officeDocument/2006/relationships" id="296" r:id="R9a8aefb1675b43ff"/>
    <p:sldId xmlns:r="http://schemas.openxmlformats.org/officeDocument/2006/relationships" id="297" r:id="R7067f09e623d43b4"/>
    <p:sldId xmlns:r="http://schemas.openxmlformats.org/officeDocument/2006/relationships" id="298" r:id="R25665c8ac93b43bd"/>
    <p:sldId xmlns:r="http://schemas.openxmlformats.org/officeDocument/2006/relationships" id="299" r:id="R9e5e56a648d14d09"/>
    <p:sldId xmlns:r="http://schemas.openxmlformats.org/officeDocument/2006/relationships" id="300" r:id="R43db18f28dd34fcb"/>
    <p:sldId xmlns:r="http://schemas.openxmlformats.org/officeDocument/2006/relationships" id="301" r:id="R7c4b2b24e00a4787"/>
    <p:sldId xmlns:r="http://schemas.openxmlformats.org/officeDocument/2006/relationships" id="302" r:id="R48d085fa99e2427b"/>
    <p:sldId xmlns:r="http://schemas.openxmlformats.org/officeDocument/2006/relationships" id="303" r:id="R5a1b75cd0de34a5a"/>
    <p:sldId xmlns:r="http://schemas.openxmlformats.org/officeDocument/2006/relationships" id="304" r:id="R5fbe8e1b28ab47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fc03b4e0e34991" /><Relationship Type="http://schemas.openxmlformats.org/officeDocument/2006/relationships/slideMaster" Target="/ppt/slideMasters/slideMaster1.xml" Id="Rd154cd3bd18542c9" /><Relationship Type="http://schemas.openxmlformats.org/officeDocument/2006/relationships/notesMaster" Target="/ppt/notesMasters/notesMaster1.xml" Id="Rfc30e9fc3b424a4a" /><Relationship Type="http://schemas.openxmlformats.org/officeDocument/2006/relationships/presProps" Target="/ppt/presProps.xml" Id="R68d6d7eae2d94556" /><Relationship Type="http://schemas.openxmlformats.org/officeDocument/2006/relationships/viewProps" Target="/ppt/viewProps.xml" Id="Rc7f0ac785db142ab" /><Relationship Type="http://schemas.openxmlformats.org/officeDocument/2006/relationships/tableStyles" Target="/ppt/tableStyles.xml" Id="Rd4cdd634c59949be" /><Relationship Type="http://schemas.openxmlformats.org/officeDocument/2006/relationships/slide" Target="/ppt/slides/slide1.xml" Id="R9f82ac13c10a4b33" /><Relationship Type="http://schemas.openxmlformats.org/officeDocument/2006/relationships/slide" Target="/ppt/slides/slide2.xml" Id="Re6aedbbcb6944100" /><Relationship Type="http://schemas.openxmlformats.org/officeDocument/2006/relationships/slide" Target="/ppt/slides/slide3.xml" Id="R980eadb5410e43f6" /><Relationship Type="http://schemas.openxmlformats.org/officeDocument/2006/relationships/slide" Target="/ppt/slides/slide4.xml" Id="Rf23d3bfdb0be49c9" /><Relationship Type="http://schemas.openxmlformats.org/officeDocument/2006/relationships/slide" Target="/ppt/slides/slide5.xml" Id="R4df503d723f44abe" /><Relationship Type="http://schemas.openxmlformats.org/officeDocument/2006/relationships/slide" Target="/ppt/slides/slide6.xml" Id="Rde9f9f0bb5a84b5d" /><Relationship Type="http://schemas.openxmlformats.org/officeDocument/2006/relationships/slide" Target="/ppt/slides/slide7.xml" Id="R90f34c5fbb19441f" /><Relationship Type="http://schemas.openxmlformats.org/officeDocument/2006/relationships/slide" Target="/ppt/slides/slide8.xml" Id="R029d7e3c0afb463a" /><Relationship Type="http://schemas.openxmlformats.org/officeDocument/2006/relationships/slide" Target="/ppt/slides/slide9.xml" Id="R28ab78f34bdc4d53" /><Relationship Type="http://schemas.openxmlformats.org/officeDocument/2006/relationships/slide" Target="/ppt/slides/slide10.xml" Id="R90fd986f48264bb3" /><Relationship Type="http://schemas.openxmlformats.org/officeDocument/2006/relationships/slide" Target="/ppt/slides/slide11.xml" Id="Re6b10d4a03c34d53" /><Relationship Type="http://schemas.openxmlformats.org/officeDocument/2006/relationships/slide" Target="/ppt/slides/slide12.xml" Id="Rf1939fdba9af448d" /><Relationship Type="http://schemas.openxmlformats.org/officeDocument/2006/relationships/slide" Target="/ppt/slides/slide13.xml" Id="Rd160f957cf8d44d0" /><Relationship Type="http://schemas.openxmlformats.org/officeDocument/2006/relationships/slide" Target="/ppt/slides/slide14.xml" Id="R3b273fda5da54a99" /><Relationship Type="http://schemas.openxmlformats.org/officeDocument/2006/relationships/slide" Target="/ppt/slides/slide15.xml" Id="R5b9d1f56893d48c8" /><Relationship Type="http://schemas.openxmlformats.org/officeDocument/2006/relationships/slide" Target="/ppt/slides/slide16.xml" Id="R8f09e54e927e4531" /><Relationship Type="http://schemas.openxmlformats.org/officeDocument/2006/relationships/slide" Target="/ppt/slides/slide17.xml" Id="R65d6314864884da7" /><Relationship Type="http://schemas.openxmlformats.org/officeDocument/2006/relationships/slide" Target="/ppt/slides/slide18.xml" Id="R0b97082443694890" /><Relationship Type="http://schemas.openxmlformats.org/officeDocument/2006/relationships/slide" Target="/ppt/slides/slide19.xml" Id="Rb607c77504c74675" /><Relationship Type="http://schemas.openxmlformats.org/officeDocument/2006/relationships/slide" Target="/ppt/slides/slide20.xml" Id="R531def7fff864923" /><Relationship Type="http://schemas.openxmlformats.org/officeDocument/2006/relationships/slide" Target="/ppt/slides/slide21.xml" Id="R60743cfa0cdb4ee3" /><Relationship Type="http://schemas.openxmlformats.org/officeDocument/2006/relationships/slide" Target="/ppt/slides/slide22.xml" Id="R9711d723a5ce40ba" /><Relationship Type="http://schemas.openxmlformats.org/officeDocument/2006/relationships/slide" Target="/ppt/slides/slide23.xml" Id="R11e25a7118f64a23" /><Relationship Type="http://schemas.openxmlformats.org/officeDocument/2006/relationships/slide" Target="/ppt/slides/slide24.xml" Id="R85086af43b804bc0" /><Relationship Type="http://schemas.openxmlformats.org/officeDocument/2006/relationships/slide" Target="/ppt/slides/slide25.xml" Id="R18cf37e0ccca48f3" /><Relationship Type="http://schemas.openxmlformats.org/officeDocument/2006/relationships/slide" Target="/ppt/slides/slide26.xml" Id="R02a96f5b49054167" /><Relationship Type="http://schemas.openxmlformats.org/officeDocument/2006/relationships/slide" Target="/ppt/slides/slide27.xml" Id="Rc2b0b5c721a046cb" /><Relationship Type="http://schemas.openxmlformats.org/officeDocument/2006/relationships/slide" Target="/ppt/slides/slide28.xml" Id="R5ed084350ff8400a" /><Relationship Type="http://schemas.openxmlformats.org/officeDocument/2006/relationships/slide" Target="/ppt/slides/slide29.xml" Id="R9abc54884d9249c2" /><Relationship Type="http://schemas.openxmlformats.org/officeDocument/2006/relationships/slide" Target="/ppt/slides/slide30.xml" Id="R837b66f85f3544c1" /><Relationship Type="http://schemas.openxmlformats.org/officeDocument/2006/relationships/slide" Target="/ppt/slides/slide31.xml" Id="Re9d161956ced4938" /><Relationship Type="http://schemas.openxmlformats.org/officeDocument/2006/relationships/slide" Target="/ppt/slides/slide32.xml" Id="R83ca48bf55694cc4" /><Relationship Type="http://schemas.openxmlformats.org/officeDocument/2006/relationships/slide" Target="/ppt/slides/slide33.xml" Id="Rfa902d2733b445c1" /><Relationship Type="http://schemas.openxmlformats.org/officeDocument/2006/relationships/slide" Target="/ppt/slides/slide34.xml" Id="Ra90bab3b72bf4b80" /><Relationship Type="http://schemas.openxmlformats.org/officeDocument/2006/relationships/slide" Target="/ppt/slides/slide35.xml" Id="R189e70b25fc74767" /><Relationship Type="http://schemas.openxmlformats.org/officeDocument/2006/relationships/slide" Target="/ppt/slides/slide36.xml" Id="R55ddac0db79f423a" /><Relationship Type="http://schemas.openxmlformats.org/officeDocument/2006/relationships/slide" Target="/ppt/slides/slide37.xml" Id="R44cfa175ddcc4be7" /><Relationship Type="http://schemas.openxmlformats.org/officeDocument/2006/relationships/slide" Target="/ppt/slides/slide38.xml" Id="R4f78be591a154e1b" /><Relationship Type="http://schemas.openxmlformats.org/officeDocument/2006/relationships/slide" Target="/ppt/slides/slide39.xml" Id="R7b311b40f4314f50" /><Relationship Type="http://schemas.openxmlformats.org/officeDocument/2006/relationships/slide" Target="/ppt/slides/slide40.xml" Id="R7ca9ce1701774dcf" /><Relationship Type="http://schemas.openxmlformats.org/officeDocument/2006/relationships/slide" Target="/ppt/slides/slide41.xml" Id="R9a8aefb1675b43ff" /><Relationship Type="http://schemas.openxmlformats.org/officeDocument/2006/relationships/slide" Target="/ppt/slides/slide42.xml" Id="R7067f09e623d43b4" /><Relationship Type="http://schemas.openxmlformats.org/officeDocument/2006/relationships/slide" Target="/ppt/slides/slide43.xml" Id="R25665c8ac93b43bd" /><Relationship Type="http://schemas.openxmlformats.org/officeDocument/2006/relationships/slide" Target="/ppt/slides/slide44.xml" Id="R9e5e56a648d14d09" /><Relationship Type="http://schemas.openxmlformats.org/officeDocument/2006/relationships/slide" Target="/ppt/slides/slide45.xml" Id="R43db18f28dd34fcb" /><Relationship Type="http://schemas.openxmlformats.org/officeDocument/2006/relationships/slide" Target="/ppt/slides/slide46.xml" Id="R7c4b2b24e00a4787" /><Relationship Type="http://schemas.openxmlformats.org/officeDocument/2006/relationships/slide" Target="/ppt/slides/slide47.xml" Id="R48d085fa99e2427b" /><Relationship Type="http://schemas.openxmlformats.org/officeDocument/2006/relationships/slide" Target="/ppt/slides/slide48.xml" Id="R5a1b75cd0de34a5a" /><Relationship Type="http://schemas.openxmlformats.org/officeDocument/2006/relationships/slide" Target="/ppt/slides/slide49.xml" Id="R5fbe8e1b28ab47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6803009eb04e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b62b9cf9f4ba9" /><Relationship Type="http://schemas.openxmlformats.org/officeDocument/2006/relationships/notesMaster" Target="/ppt/notesMasters/notesMaster1.xml" Id="R7ce21447ef444a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c52a344a7f4777" /><Relationship Type="http://schemas.openxmlformats.org/officeDocument/2006/relationships/notesMaster" Target="/ppt/notesMasters/notesMaster1.xml" Id="R6cbbfc5ef72547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7b05fe3f654bc5" /><Relationship Type="http://schemas.openxmlformats.org/officeDocument/2006/relationships/notesMaster" Target="/ppt/notesMasters/notesMaster1.xml" Id="Rb26272b713fc4d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7f64a5924d4a45" /><Relationship Type="http://schemas.openxmlformats.org/officeDocument/2006/relationships/notesMaster" Target="/ppt/notesMasters/notesMaster1.xml" Id="R53dd4e2f3dab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c70dee3534287" /><Relationship Type="http://schemas.openxmlformats.org/officeDocument/2006/relationships/notesMaster" Target="/ppt/notesMasters/notesMaster1.xml" Id="R1fe9d256728742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ac1da0d88243e0" /><Relationship Type="http://schemas.openxmlformats.org/officeDocument/2006/relationships/notesMaster" Target="/ppt/notesMasters/notesMaster1.xml" Id="R3137d11e018c4e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f934aab2754c80" /><Relationship Type="http://schemas.openxmlformats.org/officeDocument/2006/relationships/notesMaster" Target="/ppt/notesMasters/notesMaster1.xml" Id="R3e3288b292ef45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6559cb9d0e490f" /><Relationship Type="http://schemas.openxmlformats.org/officeDocument/2006/relationships/notesMaster" Target="/ppt/notesMasters/notesMaster1.xml" Id="Rbd0e5a45cbef49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f8680d55294b98" /><Relationship Type="http://schemas.openxmlformats.org/officeDocument/2006/relationships/notesMaster" Target="/ppt/notesMasters/notesMaster1.xml" Id="R34b400f5b2844e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b25591259f48d1" /><Relationship Type="http://schemas.openxmlformats.org/officeDocument/2006/relationships/notesMaster" Target="/ppt/notesMasters/notesMaster1.xml" Id="Rf052c1c2634d40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7e9934321b42b4" /><Relationship Type="http://schemas.openxmlformats.org/officeDocument/2006/relationships/notesMaster" Target="/ppt/notesMasters/notesMaster1.xml" Id="R5a05a64a36dd41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c43ca7590843cc" /><Relationship Type="http://schemas.openxmlformats.org/officeDocument/2006/relationships/notesMaster" Target="/ppt/notesMasters/notesMaster1.xml" Id="R9e58b69d47aa4a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e38e21449d4a8d" /><Relationship Type="http://schemas.openxmlformats.org/officeDocument/2006/relationships/notesMaster" Target="/ppt/notesMasters/notesMaster1.xml" Id="Rd1fdeac431a048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7339cffbd14b68" /><Relationship Type="http://schemas.openxmlformats.org/officeDocument/2006/relationships/notesMaster" Target="/ppt/notesMasters/notesMaster1.xml" Id="Rc95f69e01f4541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9fb5b2483f403a" /><Relationship Type="http://schemas.openxmlformats.org/officeDocument/2006/relationships/notesMaster" Target="/ppt/notesMasters/notesMaster1.xml" Id="R9ce9503900224c2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c593b4384c45a4" /><Relationship Type="http://schemas.openxmlformats.org/officeDocument/2006/relationships/notesMaster" Target="/ppt/notesMasters/notesMaster1.xml" Id="Rba0f0d4983bd49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afaed41b7143f2" /><Relationship Type="http://schemas.openxmlformats.org/officeDocument/2006/relationships/notesMaster" Target="/ppt/notesMasters/notesMaster1.xml" Id="R90ffa302f08442f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616c0e800c404d" /><Relationship Type="http://schemas.openxmlformats.org/officeDocument/2006/relationships/notesMaster" Target="/ppt/notesMasters/notesMaster1.xml" Id="R4047b5a628aa48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9d54559c3b488c" /><Relationship Type="http://schemas.openxmlformats.org/officeDocument/2006/relationships/notesMaster" Target="/ppt/notesMasters/notesMaster1.xml" Id="R8671c495401e41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0a228505fa845d9" /><Relationship Type="http://schemas.openxmlformats.org/officeDocument/2006/relationships/notesMaster" Target="/ppt/notesMasters/notesMaster1.xml" Id="Rb480d170ddda4b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310b247a6e4d7c" /><Relationship Type="http://schemas.openxmlformats.org/officeDocument/2006/relationships/notesMaster" Target="/ppt/notesMasters/notesMaster1.xml" Id="Ra922860243ac47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9eeac575b84dfd" /><Relationship Type="http://schemas.openxmlformats.org/officeDocument/2006/relationships/notesMaster" Target="/ppt/notesMasters/notesMaster1.xml" Id="R6427dbfae90a46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6a2b2dd9f24252" /><Relationship Type="http://schemas.openxmlformats.org/officeDocument/2006/relationships/notesMaster" Target="/ppt/notesMasters/notesMaster1.xml" Id="R787a30e0a3f94b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2a4e09ecaa4cf3" /><Relationship Type="http://schemas.openxmlformats.org/officeDocument/2006/relationships/notesMaster" Target="/ppt/notesMasters/notesMaster1.xml" Id="R8423388525b448e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a9728fa69c34ee2" /><Relationship Type="http://schemas.openxmlformats.org/officeDocument/2006/relationships/notesMaster" Target="/ppt/notesMasters/notesMaster1.xml" Id="R25281292cc15433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bb97f6ec22c43f1" /><Relationship Type="http://schemas.openxmlformats.org/officeDocument/2006/relationships/notesMaster" Target="/ppt/notesMasters/notesMaster1.xml" Id="R0f3554ad929147b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7404b955ff241d4" /><Relationship Type="http://schemas.openxmlformats.org/officeDocument/2006/relationships/notesMaster" Target="/ppt/notesMasters/notesMaster1.xml" Id="R740e1e1ea38a44d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14602d4901f4aa5" /><Relationship Type="http://schemas.openxmlformats.org/officeDocument/2006/relationships/notesMaster" Target="/ppt/notesMasters/notesMaster1.xml" Id="Ra0114e6cc2cc444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22b086cb9c640ec" /><Relationship Type="http://schemas.openxmlformats.org/officeDocument/2006/relationships/notesMaster" Target="/ppt/notesMasters/notesMaster1.xml" Id="R6ca726cd75da455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f881586131348fd" /><Relationship Type="http://schemas.openxmlformats.org/officeDocument/2006/relationships/notesMaster" Target="/ppt/notesMasters/notesMaster1.xml" Id="R797556caae1e42e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379e27c1aa14875" /><Relationship Type="http://schemas.openxmlformats.org/officeDocument/2006/relationships/notesMaster" Target="/ppt/notesMasters/notesMaster1.xml" Id="R3f70fc4e2eb5421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bf73f16f96d4a84" /><Relationship Type="http://schemas.openxmlformats.org/officeDocument/2006/relationships/notesMaster" Target="/ppt/notesMasters/notesMaster1.xml" Id="R5364b1a395b0489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e5e19ff043f442f" /><Relationship Type="http://schemas.openxmlformats.org/officeDocument/2006/relationships/notesMaster" Target="/ppt/notesMasters/notesMaster1.xml" Id="Rf7aaddadfe9a4dd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4c92a779cbc4130" /><Relationship Type="http://schemas.openxmlformats.org/officeDocument/2006/relationships/notesMaster" Target="/ppt/notesMasters/notesMaster1.xml" Id="Ra45faa42f41948b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e05e43858f846d0" /><Relationship Type="http://schemas.openxmlformats.org/officeDocument/2006/relationships/notesMaster" Target="/ppt/notesMasters/notesMaster1.xml" Id="R63b692803ec64d5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b2df2dc678482e" /><Relationship Type="http://schemas.openxmlformats.org/officeDocument/2006/relationships/notesMaster" Target="/ppt/notesMasters/notesMaster1.xml" Id="R368bc730e094425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d9ceaa62454f2b" /><Relationship Type="http://schemas.openxmlformats.org/officeDocument/2006/relationships/notesMaster" Target="/ppt/notesMasters/notesMaster1.xml" Id="R3e6de21529b04d1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ec4d1ea5a7a445b" /><Relationship Type="http://schemas.openxmlformats.org/officeDocument/2006/relationships/notesMaster" Target="/ppt/notesMasters/notesMaster1.xml" Id="R39c2e6e7a11f4ab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4d94ba273014061" /><Relationship Type="http://schemas.openxmlformats.org/officeDocument/2006/relationships/notesMaster" Target="/ppt/notesMasters/notesMaster1.xml" Id="R43b23cec99c04b4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f465aa286cf41b7" /><Relationship Type="http://schemas.openxmlformats.org/officeDocument/2006/relationships/notesMaster" Target="/ppt/notesMasters/notesMaster1.xml" Id="R5b2e718728ad42d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8582e493aeb4f0d" /><Relationship Type="http://schemas.openxmlformats.org/officeDocument/2006/relationships/notesMaster" Target="/ppt/notesMasters/notesMaster1.xml" Id="R7a38d4bf6ca5445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906463c6d224e72" /><Relationship Type="http://schemas.openxmlformats.org/officeDocument/2006/relationships/notesMaster" Target="/ppt/notesMasters/notesMaster1.xml" Id="Rf549aa102e79433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031591264da4865" /><Relationship Type="http://schemas.openxmlformats.org/officeDocument/2006/relationships/notesMaster" Target="/ppt/notesMasters/notesMaster1.xml" Id="R99a87c03bb194c0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4da3295ea024803" /><Relationship Type="http://schemas.openxmlformats.org/officeDocument/2006/relationships/notesMaster" Target="/ppt/notesMasters/notesMaster1.xml" Id="R69d54cacbc76485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131b782c8924c8b" /><Relationship Type="http://schemas.openxmlformats.org/officeDocument/2006/relationships/notesMaster" Target="/ppt/notesMasters/notesMaster1.xml" Id="R12132739758c444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ddaac845f6e488b" /><Relationship Type="http://schemas.openxmlformats.org/officeDocument/2006/relationships/notesMaster" Target="/ppt/notesMasters/notesMaster1.xml" Id="R24a9b1fbabff47a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3443666def3433f" /><Relationship Type="http://schemas.openxmlformats.org/officeDocument/2006/relationships/notesMaster" Target="/ppt/notesMasters/notesMaster1.xml" Id="R2c9bb9a3288a40f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8cc764b436d43fe" /><Relationship Type="http://schemas.openxmlformats.org/officeDocument/2006/relationships/notesMaster" Target="/ppt/notesMasters/notesMaster1.xml" Id="Rc815a2f2058a470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281f846dcb74207" /><Relationship Type="http://schemas.openxmlformats.org/officeDocument/2006/relationships/notesMaster" Target="/ppt/notesMasters/notesMaster1.xml" Id="R2318ca0ab518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https://philips.service-now.com/itportal?id=sc_cat_item&amp;table=sc_cat_item&amp;sys_id=1ca637e9c3213950b95c74c4e401318d&amp;searchTerm=china%20internet%20premium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3</a:t>
            </a:r>
          </a:p>
          <a:p xmlns:a="http://schemas.openxmlformats.org/drawingml/2006/main">
            <a:r>
              <a:t>- https://philips.service-now.com/softwareportal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8b1146ca0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7d7e45df0a402e" /><Relationship Type="http://schemas.openxmlformats.org/officeDocument/2006/relationships/slideLayout" Target="/ppt/slideLayouts/slideLayout1.xml" Id="Rf0d35320b4d94e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35320b4d94e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261378f1848f4" /><Relationship Type="http://schemas.openxmlformats.org/officeDocument/2006/relationships/hyperlink" Target="https://aiskillsnavigator.microsoft.com/" TargetMode="External" Id="R34dcd343b149440e" /><Relationship Type="http://schemas.openxmlformats.org/officeDocument/2006/relationships/notesSlide" Target="/ppt/notesSlides/notesSlide1.xml" Id="Rf7bed15183e1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601963e804435" /><Relationship Type="http://schemas.openxmlformats.org/officeDocument/2006/relationships/hyperlink" Target="https://www.aigateway.ai.inside.philips.com/" TargetMode="External" Id="Rdcd0083368aa4a16" /><Relationship Type="http://schemas.openxmlformats.org/officeDocument/2006/relationships/notesSlide" Target="/ppt/notesSlides/notesSlide2.xml" Id="R51338dcb8e2942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c0dc859841b8" /><Relationship Type="http://schemas.openxmlformats.org/officeDocument/2006/relationships/hyperlink" Target="https://aiskillsnavigator.microsoft.com/" TargetMode="External" Id="Raf96055e1f5646e1" /><Relationship Type="http://schemas.openxmlformats.org/officeDocument/2006/relationships/notesSlide" Target="/ppt/notesSlides/notesSlide3.xml" Id="Re12b290716da41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2a2cf7725447d" /><Relationship Type="http://schemas.openxmlformats.org/officeDocument/2006/relationships/hyperlink" Target="https://www.aigateway.ai.inside.philips.com/" TargetMode="External" Id="Re5e2b43282974d18" /><Relationship Type="http://schemas.openxmlformats.org/officeDocument/2006/relationships/notesSlide" Target="/ppt/notesSlides/notesSlide4.xml" Id="R164cde569f7245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637bd61a04c1e" /><Relationship Type="http://schemas.openxmlformats.org/officeDocument/2006/relationships/image" Target="/ppt/media/image.png" Id="R37cf06100cd64b29" /><Relationship Type="http://schemas.openxmlformats.org/officeDocument/2006/relationships/hyperlink" Target="https://www.aigateway.ai.inside.philips.com/" TargetMode="External" Id="Rf41e0a2f7fbc4ab0" /><Relationship Type="http://schemas.openxmlformats.org/officeDocument/2006/relationships/notesSlide" Target="/ppt/notesSlides/notesSlide5.xml" Id="R75e22c3f81b34f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42a6e76f04f7c" /><Relationship Type="http://schemas.openxmlformats.org/officeDocument/2006/relationships/image" Target="/ppt/media/image.png" Id="R048c34abf49c4a52" /><Relationship Type="http://schemas.openxmlformats.org/officeDocument/2006/relationships/hyperlink" Target="https://www.aigateway.ai.inside.philips.com/" TargetMode="External" Id="R2cb0569234704e29" /><Relationship Type="http://schemas.openxmlformats.org/officeDocument/2006/relationships/notesSlide" Target="/ppt/notesSlides/notesSlide6.xml" Id="R9241194b78f14e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6b4a34c0c4f6a" /><Relationship Type="http://schemas.openxmlformats.org/officeDocument/2006/relationships/image" Target="/ppt/media/image.png" Id="R908438595e8944dc" /><Relationship Type="http://schemas.openxmlformats.org/officeDocument/2006/relationships/hyperlink" Target="https://www.aigateway.ai.inside.philips.com/" TargetMode="External" Id="R6f82db5460e64822" /><Relationship Type="http://schemas.openxmlformats.org/officeDocument/2006/relationships/notesSlide" Target="/ppt/notesSlides/notesSlide7.xml" Id="Rc963d7d78f6b4a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5c9328ead4c5b" /><Relationship Type="http://schemas.openxmlformats.org/officeDocument/2006/relationships/hyperlink" Target="https://www.aigateway.ai.inside.philips.com/" TargetMode="External" Id="Rdea353c3391745a5" /><Relationship Type="http://schemas.openxmlformats.org/officeDocument/2006/relationships/notesSlide" Target="/ppt/notesSlides/notesSlide8.xml" Id="R9faaf654d15a44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eaa7389924584" /><Relationship Type="http://schemas.openxmlformats.org/officeDocument/2006/relationships/hyperlink" Target="https://www.aigateway.ai.inside.philips.com/" TargetMode="External" Id="R2615384b6e714a2f" /><Relationship Type="http://schemas.openxmlformats.org/officeDocument/2006/relationships/notesSlide" Target="/ppt/notesSlides/notesSlide9.xml" Id="R9302bfdb31394c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f230da2034483" /><Relationship Type="http://schemas.openxmlformats.org/officeDocument/2006/relationships/image" Target="/ppt/media/image2.png" Id="R11383bfddfbf4c86" /><Relationship Type="http://schemas.openxmlformats.org/officeDocument/2006/relationships/hyperlink" Target="https://www.aigateway.ai.inside.philips.com/" TargetMode="External" Id="R8729496b306f45a4" /><Relationship Type="http://schemas.openxmlformats.org/officeDocument/2006/relationships/notesSlide" Target="/ppt/notesSlides/notesSlide10.xml" Id="R17dab27a286a45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4914159004e01" /><Relationship Type="http://schemas.openxmlformats.org/officeDocument/2006/relationships/image" Target="/ppt/media/image3.png" Id="Rac742b9721b245bf" /><Relationship Type="http://schemas.openxmlformats.org/officeDocument/2006/relationships/hyperlink" Target="https://www.aigateway.ai.inside.philips.com/" TargetMode="External" Id="R27eca5eac97d4d97" /><Relationship Type="http://schemas.openxmlformats.org/officeDocument/2006/relationships/hyperlink" Target="https://philips.service-now.com/itportal?id=kb_article&amp;sysparm_article=KB1528249&amp;sys_id=24240f5bfb794b54ae1afb576eefdc0f&amp;spa=1" TargetMode="External" Id="Raba29e131e174df6" /><Relationship Type="http://schemas.openxmlformats.org/officeDocument/2006/relationships/notesSlide" Target="/ppt/notesSlides/notesSlide11.xml" Id="R54dcd53004ed4c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bfe71138244d0" /><Relationship Type="http://schemas.openxmlformats.org/officeDocument/2006/relationships/image" Target="/ppt/media/image3.png" Id="R58ed71922a964d59" /><Relationship Type="http://schemas.openxmlformats.org/officeDocument/2006/relationships/hyperlink" Target="https://www.aigateway.ai.inside.philips.com/" TargetMode="External" Id="R82929e25aa294138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72705896162c4a89" /><Relationship Type="http://schemas.openxmlformats.org/officeDocument/2006/relationships/notesSlide" Target="/ppt/notesSlides/notesSlide12.xml" Id="Rd1492d0aeaf549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859dd3357418c" /><Relationship Type="http://schemas.openxmlformats.org/officeDocument/2006/relationships/image" Target="/ppt/media/image4.png" Id="R3ce7f1f26c6b42fb" /><Relationship Type="http://schemas.openxmlformats.org/officeDocument/2006/relationships/hyperlink" Target="https://philips.service-now.com/softwareportal" TargetMode="External" Id="R0b33255d5f47469d" /><Relationship Type="http://schemas.openxmlformats.org/officeDocument/2006/relationships/hyperlink" Target="https://philips.service-now.com/itportal?id=kb_article&amp;sysparm_article=KB1528249&amp;sys_id=24240f5bfb794b54ae1afb576eefdc0f&amp;spa=1" TargetMode="External" Id="R162c275a0ab24e7e" /><Relationship Type="http://schemas.openxmlformats.org/officeDocument/2006/relationships/notesSlide" Target="/ppt/notesSlides/notesSlide13.xml" Id="R4e85a101fb0e44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31a01ecab48cf" /><Relationship Type="http://schemas.openxmlformats.org/officeDocument/2006/relationships/image" Target="/ppt/media/image5.png" Id="R7cd433f9d5f748cf" /><Relationship Type="http://schemas.openxmlformats.org/officeDocument/2006/relationships/hyperlink" Target="https://www.aigateway.ai.inside.philips.com/" TargetMode="External" Id="R1ec4748c246c4def" /><Relationship Type="http://schemas.openxmlformats.org/officeDocument/2006/relationships/notesSlide" Target="/ppt/notesSlides/notesSlide14.xml" Id="R5c662312c1db4b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e1bcc1c38467a" /><Relationship Type="http://schemas.openxmlformats.org/officeDocument/2006/relationships/hyperlink" Target="https://www.aigateway.ai.inside.philips.com/" TargetMode="External" Id="R685672a57d9a4476" /><Relationship Type="http://schemas.openxmlformats.org/officeDocument/2006/relationships/hyperlink" Target="https://philips-ai-tool-lab.github.io/ai-tool-lab-preview/" TargetMode="External" Id="R0439e310978d43b5" /><Relationship Type="http://schemas.openxmlformats.org/officeDocument/2006/relationships/notesSlide" Target="/ppt/notesSlides/notesSlide15.xml" Id="R8c90717697e74a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063663023400e" /><Relationship Type="http://schemas.openxmlformats.org/officeDocument/2006/relationships/hyperlink" Target="https://www.aigateway.ai.inside.philips.com/" TargetMode="External" Id="Rf227f12360364266" /><Relationship Type="http://schemas.openxmlformats.org/officeDocument/2006/relationships/hyperlink" Target="https://philips-ai-tool-lab.github.io/ai-tool-lab-preview/" TargetMode="External" Id="Rfe6b6f8aa2d3447d" /><Relationship Type="http://schemas.openxmlformats.org/officeDocument/2006/relationships/notesSlide" Target="/ppt/notesSlides/notesSlide16.xml" Id="R40d42a081e4840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806a0a124b49" /><Relationship Type="http://schemas.openxmlformats.org/officeDocument/2006/relationships/image" Target="/ppt/media/image6.png" Id="Rb191249096964d15" /><Relationship Type="http://schemas.openxmlformats.org/officeDocument/2006/relationships/hyperlink" Target="https://aiskillsnavigator.microsoft.com/" TargetMode="External" Id="R6cef61df9f6440b1" /><Relationship Type="http://schemas.openxmlformats.org/officeDocument/2006/relationships/hyperlink" Target="https://m365.cloud.microsoft/chat" TargetMode="External" Id="R0280b87b342941ef" /><Relationship Type="http://schemas.openxmlformats.org/officeDocument/2006/relationships/notesSlide" Target="/ppt/notesSlides/notesSlide17.xml" Id="R72241b4f566b40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17501b95e4159" /><Relationship Type="http://schemas.openxmlformats.org/officeDocument/2006/relationships/hyperlink" Target="https://aiskillsnavigator.microsoft.com/" TargetMode="External" Id="R83d11c8078054bef" /><Relationship Type="http://schemas.openxmlformats.org/officeDocument/2006/relationships/hyperlink" Target="https://aiskillsnavigator.microsoft.com/playlists/291ff1ba-c754-44f1-9814-ef8917f8c989" TargetMode="External" Id="Reb884f69bf124681" /><Relationship Type="http://schemas.openxmlformats.org/officeDocument/2006/relationships/hyperlink" Target="https://m365.cloud.microsoft/chat" TargetMode="External" Id="R4dd0c6773c3141d4" /><Relationship Type="http://schemas.openxmlformats.org/officeDocument/2006/relationships/notesSlide" Target="/ppt/notesSlides/notesSlide18.xml" Id="R4eee35f2575e43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ec315fae24560" /><Relationship Type="http://schemas.openxmlformats.org/officeDocument/2006/relationships/image" Target="/ppt/media/image7.png" Id="R2cd40b3f6e2b4d15" /><Relationship Type="http://schemas.openxmlformats.org/officeDocument/2006/relationships/hyperlink" Target="https://aiskillsnavigator.microsoft.com/" TargetMode="External" Id="R330f879471e24e24" /><Relationship Type="http://schemas.openxmlformats.org/officeDocument/2006/relationships/notesSlide" Target="/ppt/notesSlides/notesSlide19.xml" Id="R603d5f774d334b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e1c0cd9b541ff" /><Relationship Type="http://schemas.openxmlformats.org/officeDocument/2006/relationships/image" Target="/ppt/media/image8.png" Id="R7d3a5ca3cc3542ee" /><Relationship Type="http://schemas.openxmlformats.org/officeDocument/2006/relationships/hyperlink" Target="https://aiskillsnavigator.microsoft.com/playlists/291ff1ba-c754-44f1-9814-ef8917f8c989" TargetMode="External" Id="R8e4eb04f66de4613" /><Relationship Type="http://schemas.openxmlformats.org/officeDocument/2006/relationships/notesSlide" Target="/ppt/notesSlides/notesSlide20.xml" Id="R4543c1289da940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aabb967ea648e9" /><Relationship Type="http://schemas.openxmlformats.org/officeDocument/2006/relationships/image" Target="/ppt/media/image9.png" Id="Rec374a9035414d24" /><Relationship Type="http://schemas.openxmlformats.org/officeDocument/2006/relationships/hyperlink" Target="https://aiskillsnavigator.microsoft.com/playlists/291ff1ba-c754-44f1-9814-ef8917f8c989" TargetMode="External" Id="Rd1d118e347f64581" /><Relationship Type="http://schemas.openxmlformats.org/officeDocument/2006/relationships/hyperlink" Target="https://learn.microsoft.com/zh-cn/training/courses/ms-4004" TargetMode="External" Id="R849642ec99384aa4" /><Relationship Type="http://schemas.openxmlformats.org/officeDocument/2006/relationships/notesSlide" Target="/ppt/notesSlides/notesSlide21.xml" Id="R5183156bc57f4b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36639da664186" /><Relationship Type="http://schemas.openxmlformats.org/officeDocument/2006/relationships/hyperlink" Target="https://aiskillsnavigator.microsoft.com/playlists/291ff1ba-c754-44f1-9814-ef8917f8c989" TargetMode="External" Id="R31a0647a312a4a34" /><Relationship Type="http://schemas.openxmlformats.org/officeDocument/2006/relationships/notesSlide" Target="/ppt/notesSlides/notesSlide22.xml" Id="R3bd205d9840a4c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fbcdafb7846e9" /><Relationship Type="http://schemas.openxmlformats.org/officeDocument/2006/relationships/hyperlink" Target="https://m365.cloud.microsoft/chat" TargetMode="External" Id="R89108493f7fb41a2" /><Relationship Type="http://schemas.openxmlformats.org/officeDocument/2006/relationships/notesSlide" Target="/ppt/notesSlides/notesSlide23.xml" Id="R7c07f49d6bdb4a8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f3c4f43524c28" /><Relationship Type="http://schemas.openxmlformats.org/officeDocument/2006/relationships/hyperlink" Target="https://m365.cloud.microsoft/chat" TargetMode="External" Id="Rc0e92c07f3cb43f4" /><Relationship Type="http://schemas.openxmlformats.org/officeDocument/2006/relationships/notesSlide" Target="/ppt/notesSlides/notesSlide24.xml" Id="R2e44899ec35e40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77f13ddeb4257" /><Relationship Type="http://schemas.openxmlformats.org/officeDocument/2006/relationships/hyperlink" Target="https://m365.cloud.microsoft/chat" TargetMode="External" Id="R549e789023f7445d" /><Relationship Type="http://schemas.openxmlformats.org/officeDocument/2006/relationships/notesSlide" Target="/ppt/notesSlides/notesSlide25.xml" Id="Ra9b9f91ec31045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b45eddf76445c" /><Relationship Type="http://schemas.openxmlformats.org/officeDocument/2006/relationships/hyperlink" Target="https://m365.cloud.microsoft/chat" TargetMode="External" Id="Rdbd0c1aa92af4281" /><Relationship Type="http://schemas.openxmlformats.org/officeDocument/2006/relationships/notesSlide" Target="/ppt/notesSlides/notesSlide26.xml" Id="R7da89a04629349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96eed546646d2" /><Relationship Type="http://schemas.openxmlformats.org/officeDocument/2006/relationships/hyperlink" Target="https://m365.cloud.microsoft/chat" TargetMode="External" Id="R03378f69a8f44c06" /><Relationship Type="http://schemas.openxmlformats.org/officeDocument/2006/relationships/notesSlide" Target="/ppt/notesSlides/notesSlide27.xml" Id="Rbb12e9bb9f8d48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56b6e90814eb9" /><Relationship Type="http://schemas.openxmlformats.org/officeDocument/2006/relationships/hyperlink" Target="https://m365.cloud.microsoft/chat" TargetMode="External" Id="R3ff56c5923f04053" /><Relationship Type="http://schemas.openxmlformats.org/officeDocument/2006/relationships/notesSlide" Target="/ppt/notesSlides/notesSlide28.xml" Id="R08253cd74605497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d80e6ea3c4e1f" /><Relationship Type="http://schemas.openxmlformats.org/officeDocument/2006/relationships/image" Target="/ppt/media/image10.png" Id="Raab9be8029ba4b5e" /><Relationship Type="http://schemas.openxmlformats.org/officeDocument/2006/relationships/hyperlink" Target="https://m365.cloud.microsoft/chat" TargetMode="External" Id="R19808646b8f94392" /><Relationship Type="http://schemas.openxmlformats.org/officeDocument/2006/relationships/notesSlide" Target="/ppt/notesSlides/notesSlide29.xml" Id="Rbbe22f77f5444fd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229ed54e84188" /><Relationship Type="http://schemas.openxmlformats.org/officeDocument/2006/relationships/hyperlink" Target="https://m365.cloud.microsoft/chat" TargetMode="External" Id="R9a8cd703cdcb44d0" /><Relationship Type="http://schemas.openxmlformats.org/officeDocument/2006/relationships/notesSlide" Target="/ppt/notesSlides/notesSlide30.xml" Id="Rc784c73120d948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12baa92cf487e" /><Relationship Type="http://schemas.openxmlformats.org/officeDocument/2006/relationships/hyperlink" Target="https://m365.cloud.microsoft/chat" TargetMode="External" Id="R31e16667a0414057" /><Relationship Type="http://schemas.openxmlformats.org/officeDocument/2006/relationships/notesSlide" Target="/ppt/notesSlides/notesSlide31.xml" Id="R7270db5c008f464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7f8a0de264894" /><Relationship Type="http://schemas.openxmlformats.org/officeDocument/2006/relationships/hyperlink" Target="https://m365.cloud.microsoft/chat" TargetMode="External" Id="R830f05e0fde440ab" /><Relationship Type="http://schemas.openxmlformats.org/officeDocument/2006/relationships/notesSlide" Target="/ppt/notesSlides/notesSlide32.xml" Id="Rf73805ba95e74c5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59fbfc4a34b87" /><Relationship Type="http://schemas.openxmlformats.org/officeDocument/2006/relationships/hyperlink" Target="https://philips-ai-tool-lab.github.io/ai-tool-lab-preview/" TargetMode="External" Id="Rd156659903124482" /><Relationship Type="http://schemas.openxmlformats.org/officeDocument/2006/relationships/hyperlink" Target="https://philips-ai-tool-lab.github.io/ai-tool-lab-preview/#agent-builder-path" TargetMode="External" Id="Re3042264daed44f5" /><Relationship Type="http://schemas.openxmlformats.org/officeDocument/2006/relationships/hyperlink" Target="https://m365.cloud.microsoft/chat" TargetMode="External" Id="Rf08bec069998491c" /><Relationship Type="http://schemas.openxmlformats.org/officeDocument/2006/relationships/notesSlide" Target="/ppt/notesSlides/notesSlide33.xml" Id="Rb64745e51fe3453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e43bcc6194ea9" /><Relationship Type="http://schemas.openxmlformats.org/officeDocument/2006/relationships/image" Target="/ppt/media/image11.png" Id="Re5ca66f408ec4d14" /><Relationship Type="http://schemas.openxmlformats.org/officeDocument/2006/relationships/hyperlink" Target="https://philips-ai-tool-lab.github.io/ai-tool-lab-preview/" TargetMode="External" Id="R01e63e5816dc4f31" /><Relationship Type="http://schemas.openxmlformats.org/officeDocument/2006/relationships/hyperlink" Target="https://philips-ai-tool-lab.github.io/ai-tool-lab-preview/#agent-builder-path" TargetMode="External" Id="R6064575d3b3347f2" /><Relationship Type="http://schemas.openxmlformats.org/officeDocument/2006/relationships/notesSlide" Target="/ppt/notesSlides/notesSlide34.xml" Id="R05460acc34264a0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cf8a44d8a4952" /><Relationship Type="http://schemas.openxmlformats.org/officeDocument/2006/relationships/hyperlink" Target="https://philips-ai-tool-lab.github.io/ai-tool-lab-preview/labs/chief-of-staff/" TargetMode="External" Id="R8c451cd3b447459f" /><Relationship Type="http://schemas.openxmlformats.org/officeDocument/2006/relationships/hyperlink" Target="https://philips-ai-tool-lab.github.io/ai-tool-lab-preview/labs/product-manual-faq/" TargetMode="External" Id="R5546cd123a604571" /><Relationship Type="http://schemas.openxmlformats.org/officeDocument/2006/relationships/hyperlink" Target="https://philips-ai-tool-lab.github.io/ai-tool-lab-preview/labs/meeting-follow-up/" TargetMode="External" Id="R6bf81af7b37b4bc0" /><Relationship Type="http://schemas.openxmlformats.org/officeDocument/2006/relationships/hyperlink" Target="https://philips-ai-tool-lab.github.io/ai-tool-lab-preview/labs/funnel-data-analyst/" TargetMode="External" Id="R186aac9953f941d3" /><Relationship Type="http://schemas.openxmlformats.org/officeDocument/2006/relationships/notesSlide" Target="/ppt/notesSlides/notesSlide35.xml" Id="Rf51fc9a2a7dc4ad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cfb564ec446d3" /><Relationship Type="http://schemas.openxmlformats.org/officeDocument/2006/relationships/image" Target="/ppt/media/image12.png" Id="R5e61b0840b984a2a" /><Relationship Type="http://schemas.openxmlformats.org/officeDocument/2006/relationships/hyperlink" Target="https://philips-ai-tool-lab.github.io/ai-tool-lab-preview/labs/chief-of-staff/" TargetMode="External" Id="Rfa135c72450a4c83" /><Relationship Type="http://schemas.openxmlformats.org/officeDocument/2006/relationships/notesSlide" Target="/ppt/notesSlides/notesSlide36.xml" Id="Rb0b2f85b2c1c4de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8c9ecbe2a4bc1" /><Relationship Type="http://schemas.openxmlformats.org/officeDocument/2006/relationships/image" Target="/ppt/media/image13.png" Id="Re56c63cd6d544630" /><Relationship Type="http://schemas.openxmlformats.org/officeDocument/2006/relationships/hyperlink" Target="https://philips-ai-tool-lab.github.io/ai-tool-lab-preview/labs/product-manual-faq/" TargetMode="External" Id="Rea2174310a4c4d11" /><Relationship Type="http://schemas.openxmlformats.org/officeDocument/2006/relationships/notesSlide" Target="/ppt/notesSlides/notesSlide37.xml" Id="R6c3d8c8d2ddd488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1f798500e42f3" /><Relationship Type="http://schemas.openxmlformats.org/officeDocument/2006/relationships/image" Target="/ppt/media/image14.png" Id="R34a7d91e06a14136" /><Relationship Type="http://schemas.openxmlformats.org/officeDocument/2006/relationships/hyperlink" Target="https://philips-ai-tool-lab.github.io/ai-tool-lab-preview/labs/meeting-follow-up/" TargetMode="External" Id="R4e9d130a30d84baa" /><Relationship Type="http://schemas.openxmlformats.org/officeDocument/2006/relationships/notesSlide" Target="/ppt/notesSlides/notesSlide38.xml" Id="R3e6656d73dc6444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1bbfda5d34e67" /><Relationship Type="http://schemas.openxmlformats.org/officeDocument/2006/relationships/image" Target="/ppt/media/image15.png" Id="Rec600e33412c4d51" /><Relationship Type="http://schemas.openxmlformats.org/officeDocument/2006/relationships/hyperlink" Target="https://philips-ai-tool-lab.github.io/ai-tool-lab-preview/labs/funnel-data-analyst/" TargetMode="External" Id="R07f33da80f1c4b57" /><Relationship Type="http://schemas.openxmlformats.org/officeDocument/2006/relationships/notesSlide" Target="/ppt/notesSlides/notesSlide39.xml" Id="R9e692827b2af430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98630ebd64feb" /><Relationship Type="http://schemas.openxmlformats.org/officeDocument/2006/relationships/hyperlink" Target="https://philips-ai-tool-lab.github.io/ai-tool-lab-preview/#agent-builder-path" TargetMode="External" Id="R9369f322dbae432b" /><Relationship Type="http://schemas.openxmlformats.org/officeDocument/2006/relationships/notesSlide" Target="/ppt/notesSlides/notesSlide40.xml" Id="Rd2106c309bda483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cb1f388ad424f" /><Relationship Type="http://schemas.openxmlformats.org/officeDocument/2006/relationships/image" Target="/ppt/media/image16.png" Id="Rdc0dfc5979124c00" /><Relationship Type="http://schemas.openxmlformats.org/officeDocument/2006/relationships/hyperlink" Target="https://m365.cloud.microsoft/chat" TargetMode="External" Id="R2d56e246d0ae4ff8" /><Relationship Type="http://schemas.openxmlformats.org/officeDocument/2006/relationships/notesSlide" Target="/ppt/notesSlides/notesSlide41.xml" Id="Rf4de02a468074a2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33a6894c949a5" /><Relationship Type="http://schemas.openxmlformats.org/officeDocument/2006/relationships/image" Target="/ppt/media/image17.png" Id="R704a1126bef745a3" /><Relationship Type="http://schemas.openxmlformats.org/officeDocument/2006/relationships/hyperlink" Target="https://philips-ai-tool-lab.github.io/ai-tool-lab-preview/#agent-builder-path" TargetMode="External" Id="Rc918b0fda11e41de" /><Relationship Type="http://schemas.openxmlformats.org/officeDocument/2006/relationships/notesSlide" Target="/ppt/notesSlides/notesSlide42.xml" Id="R117f0d465342402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70d57cc7741e5" /><Relationship Type="http://schemas.openxmlformats.org/officeDocument/2006/relationships/image" Target="/ppt/media/image18.png" Id="Rcc384b59c55b4009" /><Relationship Type="http://schemas.openxmlformats.org/officeDocument/2006/relationships/hyperlink" Target="https://philips-ai-tool-lab.github.io/ai-tool-lab-preview/labs/meeting-follow-up/" TargetMode="External" Id="Rdcfbdabe322c4e35" /><Relationship Type="http://schemas.openxmlformats.org/officeDocument/2006/relationships/notesSlide" Target="/ppt/notesSlides/notesSlide43.xml" Id="R0ead69640341476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cb90fee06451d" /><Relationship Type="http://schemas.openxmlformats.org/officeDocument/2006/relationships/image" Target="/ppt/media/image19.png" Id="R49a0e62da4a342e4" /><Relationship Type="http://schemas.openxmlformats.org/officeDocument/2006/relationships/hyperlink" Target="https://philips-ai-tool-lab.github.io/ai-tool-lab-preview/#agent-builder-path" TargetMode="External" Id="Rc6207be80ca94b14" /><Relationship Type="http://schemas.openxmlformats.org/officeDocument/2006/relationships/notesSlide" Target="/ppt/notesSlides/notesSlide44.xml" Id="R18b01240819d499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828679b4d457b" /><Relationship Type="http://schemas.openxmlformats.org/officeDocument/2006/relationships/image" Target="/ppt/media/image20.png" Id="Ra989e87e6f1848f4" /><Relationship Type="http://schemas.openxmlformats.org/officeDocument/2006/relationships/hyperlink" Target="https://philips-ai-tool-lab.github.io/ai-tool-lab-preview/labs/meeting-follow-up/" TargetMode="External" Id="R4b7e8888c338412d" /><Relationship Type="http://schemas.openxmlformats.org/officeDocument/2006/relationships/notesSlide" Target="/ppt/notesSlides/notesSlide45.xml" Id="Rf8615adbc8894a8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5e18224674290" /><Relationship Type="http://schemas.openxmlformats.org/officeDocument/2006/relationships/image" Target="/ppt/media/image21.png" Id="R8f9242b757a64d64" /><Relationship Type="http://schemas.openxmlformats.org/officeDocument/2006/relationships/hyperlink" Target="https://philips-ai-tool-lab.github.io/ai-tool-lab-preview/#agent-builder-path" TargetMode="External" Id="R84f7251c07e74e55" /><Relationship Type="http://schemas.openxmlformats.org/officeDocument/2006/relationships/notesSlide" Target="/ppt/notesSlides/notesSlide46.xml" Id="Raf1fc765784c4849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b4a30ad744b70" /><Relationship Type="http://schemas.openxmlformats.org/officeDocument/2006/relationships/image" Target="/ppt/media/image22.png" Id="R6f10cabce29b4171" /><Relationship Type="http://schemas.openxmlformats.org/officeDocument/2006/relationships/hyperlink" Target="https://m365.cloud.microsoft/chat" TargetMode="External" Id="R5407fa5020214f18" /><Relationship Type="http://schemas.openxmlformats.org/officeDocument/2006/relationships/notesSlide" Target="/ppt/notesSlides/notesSlide47.xml" Id="Ra422f01db0fe439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89faf41584893" /><Relationship Type="http://schemas.openxmlformats.org/officeDocument/2006/relationships/image" Target="/ppt/media/image14.png" Id="R6800c507e7824ef4" /><Relationship Type="http://schemas.openxmlformats.org/officeDocument/2006/relationships/hyperlink" Target="https://philips-ai-tool-lab.github.io/ai-tool-lab-preview/labs/meeting-follow-up/" TargetMode="External" Id="Rc664e208b18c4dff" /><Relationship Type="http://schemas.openxmlformats.org/officeDocument/2006/relationships/notesSlide" Target="/ppt/notesSlides/notesSlide48.xml" Id="R0222e97ee7ed444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5ef148910418e" /><Relationship Type="http://schemas.openxmlformats.org/officeDocument/2006/relationships/hyperlink" Target="https://philips-ai-tool-lab.github.io/ai-tool-lab-preview/labs/chief-of-staff/" TargetMode="External" Id="R218e113421ec4c87" /><Relationship Type="http://schemas.openxmlformats.org/officeDocument/2006/relationships/hyperlink" Target="https://philips-ai-tool-lab.github.io/ai-tool-lab-preview/labs/product-manual-faq/" TargetMode="External" Id="Rf3b5067d751b4bc3" /><Relationship Type="http://schemas.openxmlformats.org/officeDocument/2006/relationships/hyperlink" Target="https://philips-ai-tool-lab.github.io/ai-tool-lab-preview/labs/meeting-follow-up/" TargetMode="External" Id="R8c20b75ac913457a" /><Relationship Type="http://schemas.openxmlformats.org/officeDocument/2006/relationships/hyperlink" Target="https://philips-ai-tool-lab.github.io/ai-tool-lab-preview/labs/funnel-data-analyst/" TargetMode="External" Id="Rfeffa449f70d4485" /><Relationship Type="http://schemas.openxmlformats.org/officeDocument/2006/relationships/hyperlink" Target="https://m365.cloud.microsoft/chat" TargetMode="External" Id="R68a0faf2518346a3" /><Relationship Type="http://schemas.openxmlformats.org/officeDocument/2006/relationships/notesSlide" Target="/ppt/notesSlides/notesSlide49.xml" Id="Rfbfafc87d68c4b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4dcd343b149440e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cd0083368aa4a16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f96055e1f5646e1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e2b43282974d18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f06100cd64b29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1e0a2f7fbc4ab0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c34abf49c4a52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cb0569234704e29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438595e8944dc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f82db5460e64822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a353c3391745a5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查看 Enterprise ChatGPT 是否已经开通、从哪里申请，以及遇到问题时怎样获得入门支持。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使用要求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了解哪些工作场景可以使用、哪些数据不能输入，以及生成内容为什么仍需人工检查。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用量与状态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页面还会显示申请状态、使用情况和部分费用或配额信息，便于个人和平台团队查看。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15384b6e714a2f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页面上可以找到哪些信息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首页可以查看 Enterprise ChatGPT 的申请入口和当前访问状态；下方内容说明费用与配额、使用情况以及标准申请流程。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83bfddfbf4c86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首先看申请入口：主卡提供“Request access”按钮，引导助手会说明申请方法、开通后的使用方式和企业要求。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接着看访问状态：右侧卡片显示当前可用的引导助手；ChatGPT 权限和开通进度仍以账户状态为准。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最后看页面下方：三张卡片分别说明费用与配额、使用状态和统一申请方式。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29496b306f45a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Enterprise ChatGPT：申请前先获得部门批准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 主要用于明确的部门级、企业级或产品研发场景。申请账号和中国网络服务前，需要先获得本部门管理团队（GCMT）的批准。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42b9721b245bf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申请条件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首先确认适用场景：部门或企业级应用、系统和 Agent 的设计开发，也包括 Philips 产品相关的科研与研发工作。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接着由部门根据预算和业务需求统筹申请范围；原文件建议人数不超过部门总人数的 3%。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最后取得批准：个人可获得 GCMT 邮件批准，也可由部门统一确认名单，之后按月复核调整。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eca5eac97d4d97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a29e131e174df6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获得部门批准后，还要完成两项申请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第一项是 Enterprise ChatGPT 账号，第二项是中国网络访问服务（China Internet Acceleration Service）。两项申请完成后会分别收到邮件。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d71922a964d59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两条申请路径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首先申请账号：进入 AI Gateway，在 AI Assistant 对话框输入“Access”，提交 Enterprise ChatGPT 申请；开通后会收到 OpenAI 邮件。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接着申请网络：在 ServiceNow 申请中国网络访问服务，并上传个人承诺书和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最后确认完成：收到 OpenAI 邮件和 ServiceNow（SNOW）关单邮件后，再安装登录工具。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2929e25aa294138"/>
              </a:rPr>
              <a:t>申请 Enterprise ChatGPT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705896162c4a89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两项申请完成后：安装工具并登录企业工作区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Software Portal 安装 ChatGPT Proxy Doctor 登录工具，再用 Philips 账号单点登录（Single Sign-On）进入企业版 ChatGPT 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7f1f26c6b42fb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登录与使用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首先安装并登录：从 Software Portal 下载 ChatGPT Proxy Doctor，通过它打开网页版或桌面应用，再用 Philips 账号登录。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使用时要注意：只使用批准的企业账号和网络，不输入机密、患者或敏感个人数据；生成内容先作为草稿，重要事实仍由员工确认。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如果无法使用，先确认两封审批邮件都已收到，再重启并等待权限更新；仍有问题时记录报错、时间、网络和设备，再联系 ServiceNow 或本地 IT。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9E7A1CB-5FB1-4E59-80B9-30FF90B4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33255d5f47469d"/>
              </a:rPr>
              <a:t>打开 Software Portal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2c275a0ab24e7e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左侧说明起草、总结、研究和流程自动化等常见用途；右侧说明企业使用、Responsible AI、审批和开通流程。理解用途和边界后，下一部分会介绍遇到问题时可以向谁寻求支持。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433f9d5f748cf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首先看可以做什么：起草文档与沟通、总结报告与会议、研究与知识发现，以及生产力与流程自动化；每类用途都要明确输入、输出和人工责任。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接着看怎样负责任地做：只在批准的 Philips 环境中使用，不输入禁止处理的敏感信息，并在使用前检查结果。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最后看怎样获得权限：从 AI Gateway 开始申请，取得部门批准后再按步骤开通账号。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ec4748c246c4def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85672a57d9a4476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39e310978d43b5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227f12360364266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6b6f8aa2d3447d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1249096964d15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cef61df9f6440b1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80b87b342941ef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d11c8078054bef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884f69bf124681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d0c6773c3141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40b3f6e2b4d15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0f879471e24e24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a5ca3cc3542ee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4eb04f66de4613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74a9035414d24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1d118e347f64581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49642ec99384aa4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1a0647a312a4a34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108493f7fb41a2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e92c07f3cb43f4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9e789023f7445d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d0c1aa92af4281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3378f69a8f44c06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ff56c5923f04053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9be8029ba4b5e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808646b8f94392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8cd703cdcb44d0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</a:t>
            </a: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1e16667a0414057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0f05e0fde440ab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156659903124482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042264daed44f5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8bec069998491c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a66f408ec4d14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1e63e5816dc4f31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64575d3b3347f2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c451cd3b447459f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546cd123a604571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f81af7b37b4bc0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6aac9953f941d3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1b0840b984a2a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135c72450a4c83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c63cd6d544630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a2174310a4c4d11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7d91e06a14136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9d130a30d84baa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00e33412c4d51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f33da80f1c4b57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369f322dbae432b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0dfc5979124c00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d56e246d0ae4ff8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a1126bef745a3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18b0fda11e41de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84b59c55b4009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cfbdabe322c4e35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0e62da4a342e4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6207be80ca94b1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9e87e6f1848f4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b7e8888c338412d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242b757a64d64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4f7251c07e74e55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0cabce29b4171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407fa5020214f18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0c507e7824ef4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664e208b18c4dff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18e113421ec4c87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b5067d751b4bc3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c20b75ac913457a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ffa449f70d4485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8a0faf2518346a3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2026-09-01T07:24:59.9560000Z</dcterms:created>
  <dcterms:modified xsi:type="dcterms:W3CDTF">2026-09-01T07:24:59.9570000Z</dcterms:modified>
</coreProperties>
</file>