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4b94aeb234ed0" /><Relationship Type="http://schemas.openxmlformats.org/officeDocument/2006/relationships/extended-properties" Target="/docProps/app.xml" Id="R22b8fb7233d34619" /><Relationship Type="http://schemas.openxmlformats.org/officeDocument/2006/relationships/officeDocument" Target="/ppt/presentation.xml" Id="Rdcfb0d2724d7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c1924556d494d"/>
  </p:sldMasterIdLst>
  <p:notesMasterIdLst>
    <p:notesMasterId xmlns:r="http://schemas.openxmlformats.org/officeDocument/2006/relationships" r:id="R8ba7e39967274fbc"/>
  </p:notesMasterIdLst>
  <p:sldIdLst>
    <p:sldId xmlns:r="http://schemas.openxmlformats.org/officeDocument/2006/relationships" id="256" r:id="R0936184047af414e"/>
    <p:sldId xmlns:r="http://schemas.openxmlformats.org/officeDocument/2006/relationships" id="257" r:id="R25c1b5c0bb704c28"/>
    <p:sldId xmlns:r="http://schemas.openxmlformats.org/officeDocument/2006/relationships" id="258" r:id="R16a61155ff9e4bae"/>
    <p:sldId xmlns:r="http://schemas.openxmlformats.org/officeDocument/2006/relationships" id="259" r:id="R36f543f980eb4147"/>
    <p:sldId xmlns:r="http://schemas.openxmlformats.org/officeDocument/2006/relationships" id="260" r:id="R81979ccbae6f48ed"/>
    <p:sldId xmlns:r="http://schemas.openxmlformats.org/officeDocument/2006/relationships" id="261" r:id="Reffeb435f131498c"/>
    <p:sldId xmlns:r="http://schemas.openxmlformats.org/officeDocument/2006/relationships" id="262" r:id="Re8f5f45f3ecb43a9"/>
    <p:sldId xmlns:r="http://schemas.openxmlformats.org/officeDocument/2006/relationships" id="263" r:id="R39832a77c28b44c5"/>
    <p:sldId xmlns:r="http://schemas.openxmlformats.org/officeDocument/2006/relationships" id="264" r:id="Rc32115d61d57445f"/>
    <p:sldId xmlns:r="http://schemas.openxmlformats.org/officeDocument/2006/relationships" id="265" r:id="Rdb869d6a3f4c40a2"/>
    <p:sldId xmlns:r="http://schemas.openxmlformats.org/officeDocument/2006/relationships" id="266" r:id="Rf0a2e89b74fa4e1c"/>
    <p:sldId xmlns:r="http://schemas.openxmlformats.org/officeDocument/2006/relationships" id="267" r:id="Re11f4145c52a434b"/>
    <p:sldId xmlns:r="http://schemas.openxmlformats.org/officeDocument/2006/relationships" id="268" r:id="Rae2f4614cf464d0f"/>
    <p:sldId xmlns:r="http://schemas.openxmlformats.org/officeDocument/2006/relationships" id="269" r:id="Rfc751f7bf6e24abb"/>
    <p:sldId xmlns:r="http://schemas.openxmlformats.org/officeDocument/2006/relationships" id="270" r:id="R8dd2e06ac1564e03"/>
    <p:sldId xmlns:r="http://schemas.openxmlformats.org/officeDocument/2006/relationships" id="271" r:id="Rf5dc438fc24a4e3f"/>
    <p:sldId xmlns:r="http://schemas.openxmlformats.org/officeDocument/2006/relationships" id="272" r:id="R906a97d321a24c3e"/>
    <p:sldId xmlns:r="http://schemas.openxmlformats.org/officeDocument/2006/relationships" id="273" r:id="Rc599319e721b4d13"/>
    <p:sldId xmlns:r="http://schemas.openxmlformats.org/officeDocument/2006/relationships" id="274" r:id="R92049e343a8a4f7a"/>
    <p:sldId xmlns:r="http://schemas.openxmlformats.org/officeDocument/2006/relationships" id="275" r:id="R77f766815858479a"/>
    <p:sldId xmlns:r="http://schemas.openxmlformats.org/officeDocument/2006/relationships" id="276" r:id="R59c7f002fb2b449a"/>
    <p:sldId xmlns:r="http://schemas.openxmlformats.org/officeDocument/2006/relationships" id="277" r:id="Rf212c561f1354133"/>
    <p:sldId xmlns:r="http://schemas.openxmlformats.org/officeDocument/2006/relationships" id="278" r:id="R207dcae20ce948e1"/>
    <p:sldId xmlns:r="http://schemas.openxmlformats.org/officeDocument/2006/relationships" id="279" r:id="R56f6ac88d5fb46f6"/>
    <p:sldId xmlns:r="http://schemas.openxmlformats.org/officeDocument/2006/relationships" id="280" r:id="R5cd5a33102e64458"/>
    <p:sldId xmlns:r="http://schemas.openxmlformats.org/officeDocument/2006/relationships" id="281" r:id="Re87f793b17e34b65"/>
    <p:sldId xmlns:r="http://schemas.openxmlformats.org/officeDocument/2006/relationships" id="282" r:id="Reb811285e86e4c44"/>
    <p:sldId xmlns:r="http://schemas.openxmlformats.org/officeDocument/2006/relationships" id="283" r:id="R5cb1bd67f76648b0"/>
    <p:sldId xmlns:r="http://schemas.openxmlformats.org/officeDocument/2006/relationships" id="284" r:id="Rc3d29a3069fc49e1"/>
    <p:sldId xmlns:r="http://schemas.openxmlformats.org/officeDocument/2006/relationships" id="285" r:id="R118c2f8258e0497a"/>
    <p:sldId xmlns:r="http://schemas.openxmlformats.org/officeDocument/2006/relationships" id="286" r:id="R9199ee0fd7194919"/>
    <p:sldId xmlns:r="http://schemas.openxmlformats.org/officeDocument/2006/relationships" id="287" r:id="R41d875c876e24bb7"/>
    <p:sldId xmlns:r="http://schemas.openxmlformats.org/officeDocument/2006/relationships" id="288" r:id="R2b9a6cf5c4014942"/>
    <p:sldId xmlns:r="http://schemas.openxmlformats.org/officeDocument/2006/relationships" id="289" r:id="R91caf002c2a44028"/>
    <p:sldId xmlns:r="http://schemas.openxmlformats.org/officeDocument/2006/relationships" id="290" r:id="R8d5d305f78874604"/>
    <p:sldId xmlns:r="http://schemas.openxmlformats.org/officeDocument/2006/relationships" id="291" r:id="Rbc2e159a90e546d6"/>
    <p:sldId xmlns:r="http://schemas.openxmlformats.org/officeDocument/2006/relationships" id="292" r:id="Rb3cc73f7aa6c49f5"/>
    <p:sldId xmlns:r="http://schemas.openxmlformats.org/officeDocument/2006/relationships" id="293" r:id="R884d29524ff546b7"/>
    <p:sldId xmlns:r="http://schemas.openxmlformats.org/officeDocument/2006/relationships" id="294" r:id="Rf580ea4b8aeb41ca"/>
    <p:sldId xmlns:r="http://schemas.openxmlformats.org/officeDocument/2006/relationships" id="295" r:id="Rb3e9d99caf8a444b"/>
    <p:sldId xmlns:r="http://schemas.openxmlformats.org/officeDocument/2006/relationships" id="296" r:id="R771b14b5601444aa"/>
    <p:sldId xmlns:r="http://schemas.openxmlformats.org/officeDocument/2006/relationships" id="297" r:id="R8d72a50241d6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886ee0ba84e18" /><Relationship Type="http://schemas.openxmlformats.org/officeDocument/2006/relationships/slideMaster" Target="/ppt/slideMasters/slideMaster1.xml" Id="Raa5c1924556d494d" /><Relationship Type="http://schemas.openxmlformats.org/officeDocument/2006/relationships/notesMaster" Target="/ppt/notesMasters/notesMaster1.xml" Id="R8ba7e39967274fbc" /><Relationship Type="http://schemas.openxmlformats.org/officeDocument/2006/relationships/presProps" Target="/ppt/presProps.xml" Id="Re2243d7afe0043af" /><Relationship Type="http://schemas.openxmlformats.org/officeDocument/2006/relationships/tableStyles" Target="/ppt/tableStyles.xml" Id="Rd8b5b69cba6f4c93" /><Relationship Type="http://schemas.openxmlformats.org/officeDocument/2006/relationships/slide" Target="/ppt/slides/slide1.xml" Id="R0936184047af414e" /><Relationship Type="http://schemas.openxmlformats.org/officeDocument/2006/relationships/slide" Target="/ppt/slides/slide2.xml" Id="R25c1b5c0bb704c28" /><Relationship Type="http://schemas.openxmlformats.org/officeDocument/2006/relationships/slide" Target="/ppt/slides/slide3.xml" Id="R16a61155ff9e4bae" /><Relationship Type="http://schemas.openxmlformats.org/officeDocument/2006/relationships/slide" Target="/ppt/slides/slide4.xml" Id="R36f543f980eb4147" /><Relationship Type="http://schemas.openxmlformats.org/officeDocument/2006/relationships/slide" Target="/ppt/slides/slide5.xml" Id="R81979ccbae6f48ed" /><Relationship Type="http://schemas.openxmlformats.org/officeDocument/2006/relationships/slide" Target="/ppt/slides/slide6.xml" Id="Reffeb435f131498c" /><Relationship Type="http://schemas.openxmlformats.org/officeDocument/2006/relationships/slide" Target="/ppt/slides/slide7.xml" Id="Re8f5f45f3ecb43a9" /><Relationship Type="http://schemas.openxmlformats.org/officeDocument/2006/relationships/slide" Target="/ppt/slides/slide8.xml" Id="R39832a77c28b44c5" /><Relationship Type="http://schemas.openxmlformats.org/officeDocument/2006/relationships/slide" Target="/ppt/slides/slide9.xml" Id="Rc32115d61d57445f" /><Relationship Type="http://schemas.openxmlformats.org/officeDocument/2006/relationships/slide" Target="/ppt/slides/slide10.xml" Id="Rdb869d6a3f4c40a2" /><Relationship Type="http://schemas.openxmlformats.org/officeDocument/2006/relationships/slide" Target="/ppt/slides/slide11.xml" Id="Rf0a2e89b74fa4e1c" /><Relationship Type="http://schemas.openxmlformats.org/officeDocument/2006/relationships/slide" Target="/ppt/slides/slide12.xml" Id="Re11f4145c52a434b" /><Relationship Type="http://schemas.openxmlformats.org/officeDocument/2006/relationships/slide" Target="/ppt/slides/slide13.xml" Id="Rae2f4614cf464d0f" /><Relationship Type="http://schemas.openxmlformats.org/officeDocument/2006/relationships/slide" Target="/ppt/slides/slide14.xml" Id="Rfc751f7bf6e24abb" /><Relationship Type="http://schemas.openxmlformats.org/officeDocument/2006/relationships/slide" Target="/ppt/slides/slide15.xml" Id="R8dd2e06ac1564e03" /><Relationship Type="http://schemas.openxmlformats.org/officeDocument/2006/relationships/slide" Target="/ppt/slides/slide16.xml" Id="Rf5dc438fc24a4e3f" /><Relationship Type="http://schemas.openxmlformats.org/officeDocument/2006/relationships/slide" Target="/ppt/slides/slide17.xml" Id="R906a97d321a24c3e" /><Relationship Type="http://schemas.openxmlformats.org/officeDocument/2006/relationships/slide" Target="/ppt/slides/slide18.xml" Id="Rc599319e721b4d13" /><Relationship Type="http://schemas.openxmlformats.org/officeDocument/2006/relationships/slide" Target="/ppt/slides/slide19.xml" Id="R92049e343a8a4f7a" /><Relationship Type="http://schemas.openxmlformats.org/officeDocument/2006/relationships/slide" Target="/ppt/slides/slide20.xml" Id="R77f766815858479a" /><Relationship Type="http://schemas.openxmlformats.org/officeDocument/2006/relationships/slide" Target="/ppt/slides/slide21.xml" Id="R59c7f002fb2b449a" /><Relationship Type="http://schemas.openxmlformats.org/officeDocument/2006/relationships/slide" Target="/ppt/slides/slide22.xml" Id="Rf212c561f1354133" /><Relationship Type="http://schemas.openxmlformats.org/officeDocument/2006/relationships/slide" Target="/ppt/slides/slide23.xml" Id="R207dcae20ce948e1" /><Relationship Type="http://schemas.openxmlformats.org/officeDocument/2006/relationships/slide" Target="/ppt/slides/slide24.xml" Id="R56f6ac88d5fb46f6" /><Relationship Type="http://schemas.openxmlformats.org/officeDocument/2006/relationships/slide" Target="/ppt/slides/slide25.xml" Id="R5cd5a33102e64458" /><Relationship Type="http://schemas.openxmlformats.org/officeDocument/2006/relationships/slide" Target="/ppt/slides/slide26.xml" Id="Re87f793b17e34b65" /><Relationship Type="http://schemas.openxmlformats.org/officeDocument/2006/relationships/slide" Target="/ppt/slides/slide27.xml" Id="Reb811285e86e4c44" /><Relationship Type="http://schemas.openxmlformats.org/officeDocument/2006/relationships/slide" Target="/ppt/slides/slide28.xml" Id="R5cb1bd67f76648b0" /><Relationship Type="http://schemas.openxmlformats.org/officeDocument/2006/relationships/slide" Target="/ppt/slides/slide29.xml" Id="Rc3d29a3069fc49e1" /><Relationship Type="http://schemas.openxmlformats.org/officeDocument/2006/relationships/slide" Target="/ppt/slides/slide30.xml" Id="R118c2f8258e0497a" /><Relationship Type="http://schemas.openxmlformats.org/officeDocument/2006/relationships/slide" Target="/ppt/slides/slide31.xml" Id="R9199ee0fd7194919" /><Relationship Type="http://schemas.openxmlformats.org/officeDocument/2006/relationships/slide" Target="/ppt/slides/slide32.xml" Id="R41d875c876e24bb7" /><Relationship Type="http://schemas.openxmlformats.org/officeDocument/2006/relationships/slide" Target="/ppt/slides/slide33.xml" Id="R2b9a6cf5c4014942" /><Relationship Type="http://schemas.openxmlformats.org/officeDocument/2006/relationships/slide" Target="/ppt/slides/slide34.xml" Id="R91caf002c2a44028" /><Relationship Type="http://schemas.openxmlformats.org/officeDocument/2006/relationships/slide" Target="/ppt/slides/slide35.xml" Id="R8d5d305f78874604" /><Relationship Type="http://schemas.openxmlformats.org/officeDocument/2006/relationships/slide" Target="/ppt/slides/slide36.xml" Id="Rbc2e159a90e546d6" /><Relationship Type="http://schemas.openxmlformats.org/officeDocument/2006/relationships/slide" Target="/ppt/slides/slide37.xml" Id="Rb3cc73f7aa6c49f5" /><Relationship Type="http://schemas.openxmlformats.org/officeDocument/2006/relationships/slide" Target="/ppt/slides/slide38.xml" Id="R884d29524ff546b7" /><Relationship Type="http://schemas.openxmlformats.org/officeDocument/2006/relationships/slide" Target="/ppt/slides/slide39.xml" Id="Rf580ea4b8aeb41ca" /><Relationship Type="http://schemas.openxmlformats.org/officeDocument/2006/relationships/slide" Target="/ppt/slides/slide40.xml" Id="Rb3e9d99caf8a444b" /><Relationship Type="http://schemas.openxmlformats.org/officeDocument/2006/relationships/slide" Target="/ppt/slides/slide41.xml" Id="R771b14b5601444aa" /><Relationship Type="http://schemas.openxmlformats.org/officeDocument/2006/relationships/slide" Target="/ppt/slides/slide42.xml" Id="R8d72a50241d641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980fb8c40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92668d6a64b66" /><Relationship Type="http://schemas.openxmlformats.org/officeDocument/2006/relationships/notesMaster" Target="/ppt/notesMasters/notesMaster1.xml" Id="Rfd40459f033d43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e4ead079bb4d61" /><Relationship Type="http://schemas.openxmlformats.org/officeDocument/2006/relationships/notesMaster" Target="/ppt/notesMasters/notesMaster1.xml" Id="R3203d5015c92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d35816127643c0" /><Relationship Type="http://schemas.openxmlformats.org/officeDocument/2006/relationships/notesMaster" Target="/ppt/notesMasters/notesMaster1.xml" Id="R9c9d0b80227442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6c76c160f4fd7" /><Relationship Type="http://schemas.openxmlformats.org/officeDocument/2006/relationships/notesMaster" Target="/ppt/notesMasters/notesMaster1.xml" Id="R1b1ffe74543f42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9bf01d527460e" /><Relationship Type="http://schemas.openxmlformats.org/officeDocument/2006/relationships/notesMaster" Target="/ppt/notesMasters/notesMaster1.xml" Id="R0ee1c105424d49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585c16820c46ec" /><Relationship Type="http://schemas.openxmlformats.org/officeDocument/2006/relationships/notesMaster" Target="/ppt/notesMasters/notesMaster1.xml" Id="R2ad02387e7ce42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5ba4db8951402a" /><Relationship Type="http://schemas.openxmlformats.org/officeDocument/2006/relationships/notesMaster" Target="/ppt/notesMasters/notesMaster1.xml" Id="Rf194d74d203842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5c8e402504e90" /><Relationship Type="http://schemas.openxmlformats.org/officeDocument/2006/relationships/notesMaster" Target="/ppt/notesMasters/notesMaster1.xml" Id="R0e03a974986d4f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478cdf4bf34f7e" /><Relationship Type="http://schemas.openxmlformats.org/officeDocument/2006/relationships/notesMaster" Target="/ppt/notesMasters/notesMaster1.xml" Id="Rb6902554341e48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5b32ab2d0f487e" /><Relationship Type="http://schemas.openxmlformats.org/officeDocument/2006/relationships/notesMaster" Target="/ppt/notesMasters/notesMaster1.xml" Id="Ra574b50a793b42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b425a2a3ba4a05" /><Relationship Type="http://schemas.openxmlformats.org/officeDocument/2006/relationships/notesMaster" Target="/ppt/notesMasters/notesMaster1.xml" Id="R0ad3ab0002a94e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5bf5fa5ec04443" /><Relationship Type="http://schemas.openxmlformats.org/officeDocument/2006/relationships/notesMaster" Target="/ppt/notesMasters/notesMaster1.xml" Id="Rb94674b80a234f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be2c78866e456e" /><Relationship Type="http://schemas.openxmlformats.org/officeDocument/2006/relationships/notesMaster" Target="/ppt/notesMasters/notesMaster1.xml" Id="R9b8fd8ef7dc445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69d821ba5d467c" /><Relationship Type="http://schemas.openxmlformats.org/officeDocument/2006/relationships/notesMaster" Target="/ppt/notesMasters/notesMaster1.xml" Id="Rc797d43e0e9b4c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e0a2720db84e33" /><Relationship Type="http://schemas.openxmlformats.org/officeDocument/2006/relationships/notesMaster" Target="/ppt/notesMasters/notesMaster1.xml" Id="Raac1708edec64f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69be01bcc6421e" /><Relationship Type="http://schemas.openxmlformats.org/officeDocument/2006/relationships/notesMaster" Target="/ppt/notesMasters/notesMaster1.xml" Id="R675719d59c254d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679e7e3e714286" /><Relationship Type="http://schemas.openxmlformats.org/officeDocument/2006/relationships/notesMaster" Target="/ppt/notesMasters/notesMaster1.xml" Id="R2f8fbc10dd7945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d0bc26895349ae" /><Relationship Type="http://schemas.openxmlformats.org/officeDocument/2006/relationships/notesMaster" Target="/ppt/notesMasters/notesMaster1.xml" Id="Rd13eedf62f9646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aef5211a77461a" /><Relationship Type="http://schemas.openxmlformats.org/officeDocument/2006/relationships/notesMaster" Target="/ppt/notesMasters/notesMaster1.xml" Id="Rc53f57a4d08940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18362d1d424f33" /><Relationship Type="http://schemas.openxmlformats.org/officeDocument/2006/relationships/notesMaster" Target="/ppt/notesMasters/notesMaster1.xml" Id="R9316f790e3214c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c103072da4459d" /><Relationship Type="http://schemas.openxmlformats.org/officeDocument/2006/relationships/notesMaster" Target="/ppt/notesMasters/notesMaster1.xml" Id="R79b07c71017f4a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4037bd42e14a39" /><Relationship Type="http://schemas.openxmlformats.org/officeDocument/2006/relationships/notesMaster" Target="/ppt/notesMasters/notesMaster1.xml" Id="R5dd16fb1d0e849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866abc05804886" /><Relationship Type="http://schemas.openxmlformats.org/officeDocument/2006/relationships/notesMaster" Target="/ppt/notesMasters/notesMaster1.xml" Id="R8619174d820b4f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63beb5aaa74c50" /><Relationship Type="http://schemas.openxmlformats.org/officeDocument/2006/relationships/notesMaster" Target="/ppt/notesMasters/notesMaster1.xml" Id="R6ba3da39dad24f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fea1adc6804840" /><Relationship Type="http://schemas.openxmlformats.org/officeDocument/2006/relationships/notesMaster" Target="/ppt/notesMasters/notesMaster1.xml" Id="R244ab8d7d4c4499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147127fdf0482f" /><Relationship Type="http://schemas.openxmlformats.org/officeDocument/2006/relationships/notesMaster" Target="/ppt/notesMasters/notesMaster1.xml" Id="R705de624e3eb4b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6b697bf8e4a4bfa" /><Relationship Type="http://schemas.openxmlformats.org/officeDocument/2006/relationships/notesMaster" Target="/ppt/notesMasters/notesMaster1.xml" Id="R8d98a46fb98047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5d49a4fbf02441e" /><Relationship Type="http://schemas.openxmlformats.org/officeDocument/2006/relationships/notesMaster" Target="/ppt/notesMasters/notesMaster1.xml" Id="R9282eca2c6d14ca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bfef4b7c34d4dc7" /><Relationship Type="http://schemas.openxmlformats.org/officeDocument/2006/relationships/notesMaster" Target="/ppt/notesMasters/notesMaster1.xml" Id="R715a88e4830f44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f9e1bbea9a4c72" /><Relationship Type="http://schemas.openxmlformats.org/officeDocument/2006/relationships/notesMaster" Target="/ppt/notesMasters/notesMaster1.xml" Id="Rd6eb82714a6e4ad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e028ab8ba8a40a8" /><Relationship Type="http://schemas.openxmlformats.org/officeDocument/2006/relationships/notesMaster" Target="/ppt/notesMasters/notesMaster1.xml" Id="R0cea9e78f60148e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5b50ffc0d654c80" /><Relationship Type="http://schemas.openxmlformats.org/officeDocument/2006/relationships/notesMaster" Target="/ppt/notesMasters/notesMaster1.xml" Id="R0f0409b63f0840f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38c7e44670842ef" /><Relationship Type="http://schemas.openxmlformats.org/officeDocument/2006/relationships/notesMaster" Target="/ppt/notesMasters/notesMaster1.xml" Id="Rf6d20fe7c3954fd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a79242df23b43ba" /><Relationship Type="http://schemas.openxmlformats.org/officeDocument/2006/relationships/notesMaster" Target="/ppt/notesMasters/notesMaster1.xml" Id="R64b4191fd4784b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cee213857a463c" /><Relationship Type="http://schemas.openxmlformats.org/officeDocument/2006/relationships/notesMaster" Target="/ppt/notesMasters/notesMaster1.xml" Id="R391f5d8a545e4fd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ea561f94764869" /><Relationship Type="http://schemas.openxmlformats.org/officeDocument/2006/relationships/notesMaster" Target="/ppt/notesMasters/notesMaster1.xml" Id="Rb2989f248af743e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56ea31e3bac4af6" /><Relationship Type="http://schemas.openxmlformats.org/officeDocument/2006/relationships/notesMaster" Target="/ppt/notesMasters/notesMaster1.xml" Id="R37d88978783f456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ca294889d9940ba" /><Relationship Type="http://schemas.openxmlformats.org/officeDocument/2006/relationships/notesMaster" Target="/ppt/notesMasters/notesMaster1.xml" Id="R3d5ab2d4fe10406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19c0efad3c94986" /><Relationship Type="http://schemas.openxmlformats.org/officeDocument/2006/relationships/notesMaster" Target="/ppt/notesMasters/notesMaster1.xml" Id="R3c1b9139de254f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5c0206363074e45" /><Relationship Type="http://schemas.openxmlformats.org/officeDocument/2006/relationships/notesMaster" Target="/ppt/notesMasters/notesMaster1.xml" Id="R5cb6be12095641f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9e06c0e25724d86" /><Relationship Type="http://schemas.openxmlformats.org/officeDocument/2006/relationships/notesMaster" Target="/ppt/notesMasters/notesMaster1.xml" Id="Rd691df85c9cd4c4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69e8cca72f743e1" /><Relationship Type="http://schemas.openxmlformats.org/officeDocument/2006/relationships/notesMaster" Target="/ppt/notesMasters/notesMaster1.xml" Id="R4262980ac940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792f8ad1d48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c6e3dc3ff4277" /><Relationship Type="http://schemas.openxmlformats.org/officeDocument/2006/relationships/slideLayout" Target="/ppt/slideLayouts/slideLayout1.xml" Id="R4c6ad6206e3646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6ad6206e3646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89357881846e9" /><Relationship Type="http://schemas.openxmlformats.org/officeDocument/2006/relationships/hyperlink" Target="https://aiskillsnavigator.microsoft.com/" TargetMode="External" Id="R94f114e5a26d4f33" /><Relationship Type="http://schemas.openxmlformats.org/officeDocument/2006/relationships/notesSlide" Target="/ppt/notesSlides/notesSlide1.xml" Id="Rae461c6fbb3444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09146f474cab" /><Relationship Type="http://schemas.openxmlformats.org/officeDocument/2006/relationships/hyperlink" Target="https://aiskillsnavigator.microsoft.com/" TargetMode="External" Id="Rd4039e88ab554bff" /><Relationship Type="http://schemas.openxmlformats.org/officeDocument/2006/relationships/notesSlide" Target="/ppt/notesSlides/notesSlide2.xml" Id="R879f799f2f5145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4a03ffcb04fdc" /><Relationship Type="http://schemas.openxmlformats.org/officeDocument/2006/relationships/hyperlink" Target="https://aiskillsnavigator.microsoft.com/" TargetMode="External" Id="Ra410ff371c174539" /><Relationship Type="http://schemas.openxmlformats.org/officeDocument/2006/relationships/notesSlide" Target="/ppt/notesSlides/notesSlide3.xml" Id="Rfa6c6035d68e47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9a0f41dc64681" /><Relationship Type="http://schemas.openxmlformats.org/officeDocument/2006/relationships/hyperlink" Target="https://www.aigateway.ai.inside.philips.com/" TargetMode="External" Id="Rc0a1f54b2d264f4f" /><Relationship Type="http://schemas.openxmlformats.org/officeDocument/2006/relationships/notesSlide" Target="/ppt/notesSlides/notesSlide4.xml" Id="Rce49f791a09c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fec4b598541b1" /><Relationship Type="http://schemas.openxmlformats.org/officeDocument/2006/relationships/image" Target="/ppt/media/image.png" Id="R7e7d3a1bc4ad473e" /><Relationship Type="http://schemas.openxmlformats.org/officeDocument/2006/relationships/hyperlink" Target="https://www.aigateway.ai.inside.philips.com/" TargetMode="External" Id="Rf274a43bb8b4494b" /><Relationship Type="http://schemas.openxmlformats.org/officeDocument/2006/relationships/notesSlide" Target="/ppt/notesSlides/notesSlide5.xml" Id="Rff349f1f2e874d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a3fb99a084dfa" /><Relationship Type="http://schemas.openxmlformats.org/officeDocument/2006/relationships/image" Target="/ppt/media/image2.png" Id="Rbc968ccd03ee4c39" /><Relationship Type="http://schemas.openxmlformats.org/officeDocument/2006/relationships/hyperlink" Target="https://www.aigateway.ai.inside.philips.com/" TargetMode="External" Id="R99aeebecb5c4459b" /><Relationship Type="http://schemas.openxmlformats.org/officeDocument/2006/relationships/notesSlide" Target="/ppt/notesSlides/notesSlide6.xml" Id="Rd15bd55773af40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f5296eb8f49b5" /><Relationship Type="http://schemas.openxmlformats.org/officeDocument/2006/relationships/image" Target="/ppt/media/image3.png" Id="Rd9c4093e9289448e" /><Relationship Type="http://schemas.openxmlformats.org/officeDocument/2006/relationships/hyperlink" Target="https://www.aigateway.ai.inside.philips.com/" TargetMode="External" Id="R06fc1093b24a452a" /><Relationship Type="http://schemas.openxmlformats.org/officeDocument/2006/relationships/notesSlide" Target="/ppt/notesSlides/notesSlide7.xml" Id="R1a1983cebe6c40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e7eae31d4b10" /><Relationship Type="http://schemas.openxmlformats.org/officeDocument/2006/relationships/hyperlink" Target="https://www.aigateway.ai.inside.philips.com/" TargetMode="External" Id="Ra81c79a556614747" /><Relationship Type="http://schemas.openxmlformats.org/officeDocument/2006/relationships/notesSlide" Target="/ppt/notesSlides/notesSlide8.xml" Id="R03730474d3bf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719834a4248ae" /><Relationship Type="http://schemas.openxmlformats.org/officeDocument/2006/relationships/image" Target="/ppt/media/image4.png" Id="Rc30ed9d7aaed4178" /><Relationship Type="http://schemas.openxmlformats.org/officeDocument/2006/relationships/hyperlink" Target="https://www.aigateway.ai.inside.philips.com/" TargetMode="External" Id="R750c50ad62a049d3" /><Relationship Type="http://schemas.openxmlformats.org/officeDocument/2006/relationships/notesSlide" Target="/ppt/notesSlides/notesSlide9.xml" Id="R462f848e270a4e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b60b57238426f" /><Relationship Type="http://schemas.openxmlformats.org/officeDocument/2006/relationships/image" Target="/ppt/media/image5.png" Id="R1980ff051bec4785" /><Relationship Type="http://schemas.openxmlformats.org/officeDocument/2006/relationships/hyperlink" Target="https://www.aigateway.ai.inside.philips.com/" TargetMode="External" Id="Rf48a2643d75d4cc1" /><Relationship Type="http://schemas.openxmlformats.org/officeDocument/2006/relationships/notesSlide" Target="/ppt/notesSlides/notesSlide10.xml" Id="R9a7b3b84f5f346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06135919e472d" /><Relationship Type="http://schemas.openxmlformats.org/officeDocument/2006/relationships/hyperlink" Target="https://aiskillsnavigator.microsoft.com/" TargetMode="External" Id="Rde311d6bea374d5f" /><Relationship Type="http://schemas.openxmlformats.org/officeDocument/2006/relationships/hyperlink" Target="https://aiskillsnavigator.microsoft.com/playlists/291ff1ba-c754-44f1-9814-ef8917f8c989" TargetMode="External" Id="Rb1ac4c3ddfc44a9f" /><Relationship Type="http://schemas.openxmlformats.org/officeDocument/2006/relationships/hyperlink" Target="https://m365.cloud.microsoft/chat" TargetMode="External" Id="Rd677e620caf648b7" /><Relationship Type="http://schemas.openxmlformats.org/officeDocument/2006/relationships/notesSlide" Target="/ppt/notesSlides/notesSlide11.xml" Id="R956a7486de6a41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1443185fa49f5" /><Relationship Type="http://schemas.openxmlformats.org/officeDocument/2006/relationships/image" Target="/ppt/media/image6.png" Id="Re191c88101a84a80" /><Relationship Type="http://schemas.openxmlformats.org/officeDocument/2006/relationships/hyperlink" Target="https://aiskillsnavigator.microsoft.com/" TargetMode="External" Id="Rde7ad3e4f61e4705" /><Relationship Type="http://schemas.openxmlformats.org/officeDocument/2006/relationships/notesSlide" Target="/ppt/notesSlides/notesSlide12.xml" Id="R5f1afa38b7864a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e23da60574a60" /><Relationship Type="http://schemas.openxmlformats.org/officeDocument/2006/relationships/image" Target="/ppt/media/image7.png" Id="R57fe43ec2479499a" /><Relationship Type="http://schemas.openxmlformats.org/officeDocument/2006/relationships/hyperlink" Target="https://aiskillsnavigator.microsoft.com/playlists/291ff1ba-c754-44f1-9814-ef8917f8c989" TargetMode="External" Id="R44d739eeb98246bb" /><Relationship Type="http://schemas.openxmlformats.org/officeDocument/2006/relationships/notesSlide" Target="/ppt/notesSlides/notesSlide13.xml" Id="R00546e35bcfe43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7fbedcccd4339" /><Relationship Type="http://schemas.openxmlformats.org/officeDocument/2006/relationships/image" Target="/ppt/media/image8.png" Id="R547aa2147a634cfb" /><Relationship Type="http://schemas.openxmlformats.org/officeDocument/2006/relationships/hyperlink" Target="https://aiskillsnavigator.microsoft.com/playlists/291ff1ba-c754-44f1-9814-ef8917f8c989" TargetMode="External" Id="R808dee8701eb4bb5" /><Relationship Type="http://schemas.openxmlformats.org/officeDocument/2006/relationships/hyperlink" Target="https://learn.microsoft.com/zh-cn/training/courses/ms-4004" TargetMode="External" Id="R10494f205b1d4b4f" /><Relationship Type="http://schemas.openxmlformats.org/officeDocument/2006/relationships/notesSlide" Target="/ppt/notesSlides/notesSlide14.xml" Id="Rf07543f03be144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74b2b539648e5" /><Relationship Type="http://schemas.openxmlformats.org/officeDocument/2006/relationships/hyperlink" Target="https://aiskillsnavigator.microsoft.com/playlists/291ff1ba-c754-44f1-9814-ef8917f8c989" TargetMode="External" Id="Re67d6da7761d4e52" /><Relationship Type="http://schemas.openxmlformats.org/officeDocument/2006/relationships/notesSlide" Target="/ppt/notesSlides/notesSlide15.xml" Id="R03473eb2de9143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72b2ffeca447d" /><Relationship Type="http://schemas.openxmlformats.org/officeDocument/2006/relationships/hyperlink" Target="https://m365.cloud.microsoft/chat" TargetMode="External" Id="R4331039773a84a9d" /><Relationship Type="http://schemas.openxmlformats.org/officeDocument/2006/relationships/notesSlide" Target="/ppt/notesSlides/notesSlide16.xml" Id="R192b44f37ac842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e0e52bfc84ae2" /><Relationship Type="http://schemas.openxmlformats.org/officeDocument/2006/relationships/hyperlink" Target="https://m365.cloud.microsoft/chat" TargetMode="External" Id="R38c04912b0944ba9" /><Relationship Type="http://schemas.openxmlformats.org/officeDocument/2006/relationships/notesSlide" Target="/ppt/notesSlides/notesSlide17.xml" Id="R13c9ee4751e442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7ebe55a084bfe" /><Relationship Type="http://schemas.openxmlformats.org/officeDocument/2006/relationships/hyperlink" Target="https://m365.cloud.microsoft/chat" TargetMode="External" Id="R62e151da4a194e6d" /><Relationship Type="http://schemas.openxmlformats.org/officeDocument/2006/relationships/notesSlide" Target="/ppt/notesSlides/notesSlide18.xml" Id="R4e7e0fa61fa748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614f5d634424" /><Relationship Type="http://schemas.openxmlformats.org/officeDocument/2006/relationships/hyperlink" Target="https://m365.cloud.microsoft/chat" TargetMode="External" Id="Rfc0e6d814f4546be" /><Relationship Type="http://schemas.openxmlformats.org/officeDocument/2006/relationships/notesSlide" Target="/ppt/notesSlides/notesSlide19.xml" Id="Rd1c1e9e195f446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a3a09b8684afb" /><Relationship Type="http://schemas.openxmlformats.org/officeDocument/2006/relationships/hyperlink" Target="https://m365.cloud.microsoft/chat" TargetMode="External" Id="R42f0eed4432849dc" /><Relationship Type="http://schemas.openxmlformats.org/officeDocument/2006/relationships/notesSlide" Target="/ppt/notesSlides/notesSlide20.xml" Id="R979f15b5fedd47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c83a8f4404223" /><Relationship Type="http://schemas.openxmlformats.org/officeDocument/2006/relationships/hyperlink" Target="https://m365.cloud.microsoft/chat" TargetMode="External" Id="Rbb8ce9c6ca874e17" /><Relationship Type="http://schemas.openxmlformats.org/officeDocument/2006/relationships/notesSlide" Target="/ppt/notesSlides/notesSlide21.xml" Id="Rd827177f116745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695f743984d16" /><Relationship Type="http://schemas.openxmlformats.org/officeDocument/2006/relationships/image" Target="/ppt/media/image9.png" Id="R05dc194d5b754c60" /><Relationship Type="http://schemas.openxmlformats.org/officeDocument/2006/relationships/hyperlink" Target="https://m365.cloud.microsoft/chat" TargetMode="External" Id="R471a75cd65c2424b" /><Relationship Type="http://schemas.openxmlformats.org/officeDocument/2006/relationships/notesSlide" Target="/ppt/notesSlides/notesSlide22.xml" Id="R44f1a1c1974044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cd1ccc17c462d" /><Relationship Type="http://schemas.openxmlformats.org/officeDocument/2006/relationships/hyperlink" Target="https://m365.cloud.microsoft/chat" TargetMode="External" Id="R0bcfdde6c739424d" /><Relationship Type="http://schemas.openxmlformats.org/officeDocument/2006/relationships/notesSlide" Target="/ppt/notesSlides/notesSlide23.xml" Id="Rf749d0841c7149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c8ebc80df4ec7" /><Relationship Type="http://schemas.openxmlformats.org/officeDocument/2006/relationships/hyperlink" Target="https://m365.cloud.microsoft/chat" TargetMode="External" Id="Rbec2e3f43a934b34" /><Relationship Type="http://schemas.openxmlformats.org/officeDocument/2006/relationships/notesSlide" Target="/ppt/notesSlides/notesSlide24.xml" Id="Rba6fa2deda3a43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8eeb70f24be8" /><Relationship Type="http://schemas.openxmlformats.org/officeDocument/2006/relationships/hyperlink" Target="https://philips-ai-tool-lab.github.io/ai-tool-lab-preview/" TargetMode="External" Id="R182fcc51723e488e" /><Relationship Type="http://schemas.openxmlformats.org/officeDocument/2006/relationships/hyperlink" Target="https://philips-ai-tool-lab.github.io/ai-tool-lab-preview/#agent-builder-path" TargetMode="External" Id="R258dc7029edc4cd5" /><Relationship Type="http://schemas.openxmlformats.org/officeDocument/2006/relationships/hyperlink" Target="https://m365.cloud.microsoft/chat" TargetMode="External" Id="R98d0faeb597a42e8" /><Relationship Type="http://schemas.openxmlformats.org/officeDocument/2006/relationships/notesSlide" Target="/ppt/notesSlides/notesSlide25.xml" Id="Ra38a6cfa7aee48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823bfd93344e9" /><Relationship Type="http://schemas.openxmlformats.org/officeDocument/2006/relationships/image" Target="/ppt/media/image10.png" Id="R7e0e0e46541d473a" /><Relationship Type="http://schemas.openxmlformats.org/officeDocument/2006/relationships/hyperlink" Target="https://philips-ai-tool-lab.github.io/ai-tool-lab-preview/" TargetMode="External" Id="Rce8e9f0736b540e1" /><Relationship Type="http://schemas.openxmlformats.org/officeDocument/2006/relationships/hyperlink" Target="https://philips-ai-tool-lab.github.io/ai-tool-lab-preview/#agent-builder-path" TargetMode="External" Id="Re5462a889f314f01" /><Relationship Type="http://schemas.openxmlformats.org/officeDocument/2006/relationships/notesSlide" Target="/ppt/notesSlides/notesSlide26.xml" Id="R297e9055fd3f41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1b7f1187e4765" /><Relationship Type="http://schemas.openxmlformats.org/officeDocument/2006/relationships/hyperlink" Target="https://philips-ai-tool-lab.github.io/ai-tool-lab-preview/labs/chief-of-staff/" TargetMode="External" Id="R413601c5ab1746a3" /><Relationship Type="http://schemas.openxmlformats.org/officeDocument/2006/relationships/hyperlink" Target="https://philips-ai-tool-lab.github.io/ai-tool-lab-preview/labs/product-manual-faq/" TargetMode="External" Id="R3590ae47d57c48ea" /><Relationship Type="http://schemas.openxmlformats.org/officeDocument/2006/relationships/hyperlink" Target="https://philips-ai-tool-lab.github.io/ai-tool-lab-preview/labs/meeting-follow-up/" TargetMode="External" Id="R71a06ab910e04103" /><Relationship Type="http://schemas.openxmlformats.org/officeDocument/2006/relationships/hyperlink" Target="https://philips-ai-tool-lab.github.io/ai-tool-lab-preview/labs/funnel-data-analyst/" TargetMode="External" Id="R98d1ca39ae574f25" /><Relationship Type="http://schemas.openxmlformats.org/officeDocument/2006/relationships/notesSlide" Target="/ppt/notesSlides/notesSlide27.xml" Id="R007cda2ce38f45d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4ccce55894847" /><Relationship Type="http://schemas.openxmlformats.org/officeDocument/2006/relationships/image" Target="/ppt/media/image11.png" Id="Rf192a84e65714206" /><Relationship Type="http://schemas.openxmlformats.org/officeDocument/2006/relationships/hyperlink" Target="https://philips-ai-tool-lab.github.io/ai-tool-lab-preview/labs/chief-of-staff/" TargetMode="External" Id="R959effd917ce45a3" /><Relationship Type="http://schemas.openxmlformats.org/officeDocument/2006/relationships/notesSlide" Target="/ppt/notesSlides/notesSlide28.xml" Id="Ref96e41f38dd446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8d96e5604d2f" /><Relationship Type="http://schemas.openxmlformats.org/officeDocument/2006/relationships/image" Target="/ppt/media/image12.png" Id="Rd4081c4c243b4254" /><Relationship Type="http://schemas.openxmlformats.org/officeDocument/2006/relationships/hyperlink" Target="https://philips-ai-tool-lab.github.io/ai-tool-lab-preview/labs/product-manual-faq/" TargetMode="External" Id="Rf006042e3587450c" /><Relationship Type="http://schemas.openxmlformats.org/officeDocument/2006/relationships/notesSlide" Target="/ppt/notesSlides/notesSlide29.xml" Id="Rbe64328fcdcb4b4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e999387554e61" /><Relationship Type="http://schemas.openxmlformats.org/officeDocument/2006/relationships/image" Target="/ppt/media/image13.png" Id="Ra98eeea0e9f24491" /><Relationship Type="http://schemas.openxmlformats.org/officeDocument/2006/relationships/hyperlink" Target="https://philips-ai-tool-lab.github.io/ai-tool-lab-preview/labs/meeting-follow-up/" TargetMode="External" Id="Rf0ddf14de9564102" /><Relationship Type="http://schemas.openxmlformats.org/officeDocument/2006/relationships/notesSlide" Target="/ppt/notesSlides/notesSlide30.xml" Id="R34441e8330ac444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609597a424c25" /><Relationship Type="http://schemas.openxmlformats.org/officeDocument/2006/relationships/image" Target="/ppt/media/image14.png" Id="R47baab6386f14a20" /><Relationship Type="http://schemas.openxmlformats.org/officeDocument/2006/relationships/hyperlink" Target="https://philips-ai-tool-lab.github.io/ai-tool-lab-preview/labs/funnel-data-analyst/" TargetMode="External" Id="R8b089895071e47b1" /><Relationship Type="http://schemas.openxmlformats.org/officeDocument/2006/relationships/notesSlide" Target="/ppt/notesSlides/notesSlide31.xml" Id="Rb452edcc5d3540f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f51043e046a9" /><Relationship Type="http://schemas.openxmlformats.org/officeDocument/2006/relationships/hyperlink" Target="https://philips-ai-tool-lab.github.io/ai-tool-lab-preview/#agent-builder-path" TargetMode="External" Id="R3692d90b1de44770" /><Relationship Type="http://schemas.openxmlformats.org/officeDocument/2006/relationships/notesSlide" Target="/ppt/notesSlides/notesSlide32.xml" Id="Rd455fc7ad36c438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449aa7d584c93" /><Relationship Type="http://schemas.openxmlformats.org/officeDocument/2006/relationships/image" Target="/ppt/media/image15.png" Id="R29860e63447a4c18" /><Relationship Type="http://schemas.openxmlformats.org/officeDocument/2006/relationships/hyperlink" Target="https://m365.cloud.microsoft/chat" TargetMode="External" Id="R0f0c74b352324312" /><Relationship Type="http://schemas.openxmlformats.org/officeDocument/2006/relationships/notesSlide" Target="/ppt/notesSlides/notesSlide33.xml" Id="Rde70d4b3baa8482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22a05f1b540e1" /><Relationship Type="http://schemas.openxmlformats.org/officeDocument/2006/relationships/image" Target="/ppt/media/image16.png" Id="Rab5cbe64a0c645e2" /><Relationship Type="http://schemas.openxmlformats.org/officeDocument/2006/relationships/hyperlink" Target="https://philips-ai-tool-lab.github.io/ai-tool-lab-preview/#agent-builder-path" TargetMode="External" Id="Re05b9ad9856b42a1" /><Relationship Type="http://schemas.openxmlformats.org/officeDocument/2006/relationships/notesSlide" Target="/ppt/notesSlides/notesSlide34.xml" Id="Rc116fa5494584c8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0b80e562940a4" /><Relationship Type="http://schemas.openxmlformats.org/officeDocument/2006/relationships/image" Target="/ppt/media/image17.png" Id="Rc461fe725a4247b7" /><Relationship Type="http://schemas.openxmlformats.org/officeDocument/2006/relationships/hyperlink" Target="https://philips-ai-tool-lab.github.io/ai-tool-lab-preview/labs/meeting-follow-up/" TargetMode="External" Id="R72d9441066ac4919" /><Relationship Type="http://schemas.openxmlformats.org/officeDocument/2006/relationships/notesSlide" Target="/ppt/notesSlides/notesSlide35.xml" Id="R648f57001d104aa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01c5637004c53" /><Relationship Type="http://schemas.openxmlformats.org/officeDocument/2006/relationships/image" Target="/ppt/media/image18.png" Id="Rbd8109bd52754497" /><Relationship Type="http://schemas.openxmlformats.org/officeDocument/2006/relationships/hyperlink" Target="https://philips-ai-tool-lab.github.io/ai-tool-lab-preview/#agent-builder-path" TargetMode="External" Id="Rea69f2df249446a4" /><Relationship Type="http://schemas.openxmlformats.org/officeDocument/2006/relationships/notesSlide" Target="/ppt/notesSlides/notesSlide36.xml" Id="Rd754bf01b67242c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8f64e92204009" /><Relationship Type="http://schemas.openxmlformats.org/officeDocument/2006/relationships/image" Target="/ppt/media/image19.png" Id="R700bb185e9764353" /><Relationship Type="http://schemas.openxmlformats.org/officeDocument/2006/relationships/hyperlink" Target="https://philips-ai-tool-lab.github.io/ai-tool-lab-preview/labs/meeting-follow-up/" TargetMode="External" Id="R0e7daafc6df14c4e" /><Relationship Type="http://schemas.openxmlformats.org/officeDocument/2006/relationships/notesSlide" Target="/ppt/notesSlides/notesSlide37.xml" Id="Re51b5ad7afb44f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640237b7844ec" /><Relationship Type="http://schemas.openxmlformats.org/officeDocument/2006/relationships/image" Target="/ppt/media/image20.png" Id="Rc9b06c84f7424467" /><Relationship Type="http://schemas.openxmlformats.org/officeDocument/2006/relationships/hyperlink" Target="https://philips-ai-tool-lab.github.io/ai-tool-lab-preview/#agent-builder-path" TargetMode="External" Id="Rf8514342a43a4a43" /><Relationship Type="http://schemas.openxmlformats.org/officeDocument/2006/relationships/notesSlide" Target="/ppt/notesSlides/notesSlide38.xml" Id="Re291f8fd386c42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8e498dc5b40f6" /><Relationship Type="http://schemas.openxmlformats.org/officeDocument/2006/relationships/image" Target="/ppt/media/image21.png" Id="R8598fa4323c04d1d" /><Relationship Type="http://schemas.openxmlformats.org/officeDocument/2006/relationships/hyperlink" Target="https://m365.cloud.microsoft/chat" TargetMode="External" Id="R29939f97277544f4" /><Relationship Type="http://schemas.openxmlformats.org/officeDocument/2006/relationships/notesSlide" Target="/ppt/notesSlides/notesSlide39.xml" Id="Rfd2e06f7e8974b9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f934eee2e4ca9" /><Relationship Type="http://schemas.openxmlformats.org/officeDocument/2006/relationships/image" Target="/ppt/media/image22.png" Id="Refa9f3fd7d754411" /><Relationship Type="http://schemas.openxmlformats.org/officeDocument/2006/relationships/hyperlink" Target="https://philips-ai-tool-lab.github.io/ai-tool-lab-preview/labs/meeting-follow-up/" TargetMode="External" Id="R6e9c8987eaba4987" /><Relationship Type="http://schemas.openxmlformats.org/officeDocument/2006/relationships/notesSlide" Target="/ppt/notesSlides/notesSlide40.xml" Id="R1a95cfd0d31047c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27ea0150b4d34" /><Relationship Type="http://schemas.openxmlformats.org/officeDocument/2006/relationships/hyperlink" Target="https://philips-ai-tool-lab.github.io/ai-tool-lab-preview/labs/chief-of-staff/" TargetMode="External" Id="R691fc86d02ee4575" /><Relationship Type="http://schemas.openxmlformats.org/officeDocument/2006/relationships/hyperlink" Target="https://philips-ai-tool-lab.github.io/ai-tool-lab-preview/labs/product-manual-faq/" TargetMode="External" Id="R7acc670bcfe247e3" /><Relationship Type="http://schemas.openxmlformats.org/officeDocument/2006/relationships/hyperlink" Target="https://philips-ai-tool-lab.github.io/ai-tool-lab-preview/labs/meeting-follow-up/" TargetMode="External" Id="Rcade769bd1d347e6" /><Relationship Type="http://schemas.openxmlformats.org/officeDocument/2006/relationships/hyperlink" Target="https://philips-ai-tool-lab.github.io/ai-tool-lab-preview/labs/funnel-data-analyst/" TargetMode="External" Id="Rdd618b7978c54b58" /><Relationship Type="http://schemas.openxmlformats.org/officeDocument/2006/relationships/hyperlink" Target="https://m365.cloud.microsoft/chat" TargetMode="External" Id="R3a976a3df6b941f6" /><Relationship Type="http://schemas.openxmlformats.org/officeDocument/2006/relationships/notesSlide" Target="/ppt/notesSlides/notesSlide41.xml" Id="Rd913cd51735f43c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4b1f9ce674dd8" /><Relationship Type="http://schemas.openxmlformats.org/officeDocument/2006/relationships/image" Target="/ppt/media/image23.png" Id="R29b0a4d7f7504ffb" /><Relationship Type="http://schemas.openxmlformats.org/officeDocument/2006/relationships/hyperlink" Target="https://www.aigateway.ai.inside.philips.com/" TargetMode="External" Id="R12fc1e5ae98b4eee" /><Relationship Type="http://schemas.openxmlformats.org/officeDocument/2006/relationships/hyperlink" Target="https://philips-ai-tool-lab.github.io/ai-tool-lab-preview/" TargetMode="External" Id="Rf53114db35a44ff2" /><Relationship Type="http://schemas.openxmlformats.org/officeDocument/2006/relationships/notesSlide" Target="/ppt/notesSlides/notesSlide42.xml" Id="R247ef31c047b4e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A158E-4D93-4FD0-9778-2940525A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672C7-CD66-4456-B220-CBD5C3F5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EDA2E-12FF-47E3-B163-9B171D2C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9E7E0-91B0-4942-B5E0-4C223DAD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Microsoft 365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3C24-85E1-4ECC-A2F8-861CCD50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536E1-CAD1-4F39-B0CE-7A87FD38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f114e5a26d4f3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993564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18457-F33E-44D8-9A2C-5719B79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2D2BD-9790-45C2-9C3B-0A1761B3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CA846-9851-4582-9E4B-30ED68F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今天，我们先把 AI 用进一项真实工作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87656-F57E-412C-8CB5-D3685750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这次 Bootcamp 从三个常见问题开始：在哪里使用企业 AI、怎样让 Copilot 帮我们处理资料，以及怎样把重复任务做成可复用的 Agent。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9D964-5FB0-4791-8CCB-118B9A3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5D1E1-AC43-409A-B8F7-7109413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1A532-D43F-498C-B654-D43B9DE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096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从“会问”开始。 AI 可以帮助我们整理信息、加速初稿并形成结构，但前提是把背景、任务、输出格式和限制条件说清楚。一个清楚的问题，往往比反复修改模糊答案更节省时间。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从“能用”进阶。 当同类任务反复出现时，可以把资料、规则和常用提示固化为 Agent，让一次性对话变成可复用的工作方式。这样做的重点不是追求复杂功能，而是让团队获得更稳定的处理步骤。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始终保持判断。 生成结果需要核对来源、事实、敏感信息和业务语境，人仍然对最终决定与交付负责。AI 可以帮助我们更快形成选项，但不能替代责任主体作出最终判断。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17A89-B4CF-4EDC-BC16-95C4B7D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039e88ab554bff"/>
              </a:rPr>
              <a:t>课程学习入口  ↗</a:t>
            </a:r>
          </a:p>
        </p:txBody>
      </p:sp>
    </p:spTree>
    <p:extLst>
      <p:ext uri="{BB962C8B-B14F-4D97-AF65-F5344CB8AC3E}">
        <p14:creationId xmlns:p14="http://schemas.microsoft.com/office/powerpoint/2010/main" val="50037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5D152-A80E-4804-B8FC-0873CCD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B6B1D-3882-488B-826F-5B2C4FE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43652-F95A-49A9-BA0B-6386685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C6307-FB2D-4063-A66E-C63D9F5A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C7F8E-326B-4917-8872-D01BBD16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49AC4-9EC5-49D4-B0D9-539C29C3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D3E8B-77D6-4AB3-9990-07913D2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9568D-60AB-4C3C-A4ED-FFA09755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B135B-4DF2-4DBA-92F3-CADD62BE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A31BA-C9F7-4AB2-B52A-300AD54A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E78A2-F092-4B75-83FC-5A64D26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733C6-8ABA-4132-9728-07A2EA4B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D20AB-0A0D-4FAC-9675-DA0B5D0F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F450B-A04D-4388-B8E9-14EDA60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82315-A931-4B0F-A983-2C3E2246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B107A-EBE6-458D-96CF-996FD3E0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D572C-0BEE-4594-A390-FA3CA25E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F4FCF-44F7-44C2-AE5F-B01C26B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6E690-DD11-464B-A6B9-9190F40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133F8-CE7F-4FC4-9361-C6E9D2F6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D561F-36C8-4D11-BA98-DA1BB71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ABE46-C2EC-4BCE-A585-DF2C2E80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DD7E2-EE0B-48F5-BE39-39D9FD50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5DE52-0376-41E9-BCAB-DA99D50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7CACC-5EF8-4914-BF62-8F78FC2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4B869-B8F3-4F23-8AB7-DA0024FF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279B5-EDC9-46C3-8D78-CA2FC249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41CE4-79F3-4285-B363-19734AE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410ff371c174539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82406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AF1F2-870D-4FC1-8BD6-90062F3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C675F-D5BB-4A4B-A997-4B65806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5818E-57E8-4A62-BA9F-A8F8F993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8D12-EB22-4760-94AA-6FE117DA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C1528-BB2B-483D-8FEA-1AF8C8DF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a1f54b2d264f4f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934185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89BFE-6688-4AE6-A06D-211E833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C72CC-1576-4593-8406-FEC9744A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79EF2-754C-44EF-93CC-CBDCF35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战略：从零散尝试走向规模化组合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E93B-6C70-459D-9722-A217265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这份战略一页纸的核心不是罗列工具，而是说明 Group Sustainability 正从孤立的 AI 用例转向有明确负责人、实际业务价值和扩展优先级的重点项目组合。绿色 Now 表示已经在运行或部署，橙色 Next 表示下一阶段准备规模化的能力。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F047-99C4-40E6-BFBC-949F5F4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DA0B7-D81D-4A9E-85C9-4D92B74D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d3a1bc4ad473e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ECD6D-753B-4493-A753-D8CA867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B867F-3042-4905-9BB1-11763DE4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056FB-A49F-4FFC-B682-685946DF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77688-D403-4BDC-95A4-DD814F7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069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组合管理：顶部说明 Group Sustainability 正从孤立用例转向重点项目组合，每个方向都需要清楚的 ownership、实际价值和扩展优先级。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成熟度路线：每一列都按 Now 与 Next 展开。Now 是已投入使用或正在部署的能力，Next 是准备扩展、标准化或连接到正式流程的下一步。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共同目标：提升合规工作效率、加强商业支持并减少报告工作量；AI 的价值最终要体现在可复制流程和可衡量影响上。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DC36F-E549-416F-BD0E-8AE0323D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274a43bb8b4494b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335971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B2EB1-E898-4E65-A306-67ECE80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E764D-50E2-4D2D-B4D9-C11F158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3FD5-6062-4D58-B417-477B07E7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战略主线：能力、供应商与合规三条基础工作流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D65EB-E6B0-4E42-83A9-7EFA3CD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前三条工作流共同解决规模化的基础问题：员工是否具备能力、供应链数据是否能够转化为风险洞察，以及法规变化是否能够被及时、稳定地处理。它们把 AI 从个人效率工具提升为可重复运行的组织能力。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370FF-D6C3-4C62-8106-3E39671C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63BBC-D9EA-4D97-BD6D-AFBB66B5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68ccd03ee4c39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A399E-B07E-4E53-8547-95E9CA99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19B69-7894-4EF2-847C-79399EE3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1023B-18E0-4F7D-871D-86359C2A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13F9A-5994-4BA5-B13A-357B7D22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9EED9-299F-4317-AAED-8E5E365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aeebecb5c4459b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691569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5BEF5-079F-4CC3-B602-F988464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88E5E-BD20-4F01-A320-2ED1269C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06F78-282C-4632-97D4-64F0BC9E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战略落地：商业支持、报告分析与 2026 规模化重点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2BA31-7CD8-43B5-96F9-E16AFA0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后两条工作流把基础能力转化为直接业务价值：一条面向投标与市场支持，另一条面向双重重要性评估、数据采集和披露流程。底部横条进一步给出 2026 年的统一方向。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6E924-3CE7-4E8E-A3CD-7B2E04E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A055D-7E8C-4ADB-B8A8-B30520FD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4093e9289448e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96052-484F-4C47-8938-683C11A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E3AF-B3F0-4338-8F47-4C0035A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479C7-58CD-4464-80FF-23AD6E93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816AB-8687-4397-A18E-804036A6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91485-C4DA-4EBD-9420-602F912E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fc1093b24a452a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28343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335E7-2E52-44CD-918F-25C5AF2B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18FBB-421A-4F5D-B2FF-F5E4D2E1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17D76-889B-4841-A129-B27DE1DA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11234-3007-4CA8-9A5B-B4A0BF9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E4D7B-B30E-44F6-BAF5-3B74621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45EC7-2326-4EF6-9827-D3B2B0D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E3C1-9C40-4893-8AED-78DC828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2FA05-B5AE-4C52-AD10-C587D4F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D3083-9728-45AB-A36D-B94738BF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1CB5-6CAC-4C50-9870-99CF8E00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C42C4-7B6D-4767-B6DE-EAEAECA8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EE8C5-D164-4EA1-87A5-1C402F4A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CF3A8-74A3-4D6D-B0A8-72C11780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2C856-9AF3-4470-B26F-DB07626D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F41B7-D3F8-48D3-B58E-01BDE65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1BE33-C9FE-4520-8454-A1A46E5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452EB-93D7-41C0-876A-0C042C90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BBF27-6AF2-427A-9716-87D68BBD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0C683-2CD1-4DD2-A2B4-A056170D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B2E3C-CD6C-4BBC-9347-BF98E59F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9A437-ABEE-4796-B71B-6F4CECC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A4DCC-FA2E-4C5D-ADBE-27A114C9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85C8D-6412-4433-B030-C79B8A64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81c79a55661474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257880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7E484-B417-4FA8-BAD7-9B6AE81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0753F-60C5-4BC4-A44B-C470BA6F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B189-37A8-41D6-A63E-438A106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AAE42-2B3F-4799-AA9B-7F363B27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5250E-8CEB-4B27-8E4B-9D750C7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BC248-6F6A-4F2E-8268-F7FB72A3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ed9d7aaed4178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F6BFC-47D9-462D-B532-0A8911E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CBFD8-0E44-4CB9-90F5-9DADA3D5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25A34-C859-4008-94F3-323B29B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77656-F2C2-45F5-B844-6C39A08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1DED-5721-4657-A6DE-70BB67E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0c50ad62a049d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845062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CED9B-A5F6-4993-A44A-BCC62FF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AC3BA-28CE-400C-BA56-19F602C2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5046E-FBA0-4064-AE9E-96496074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72112-B0D7-444B-80B8-D72FD1A9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325BC-7081-4BC2-B035-421985E2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40B6E-6EF1-4733-B98F-D4616957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0ff051bec4785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7E489-F844-42D6-917B-4733DC4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B3161-3CB8-4568-A92A-15ADD1F9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844E5-81A6-4921-9BE6-40E75212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748AF-E0D1-460E-B452-E642F90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7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23B7C-4052-48EE-8C9A-86C1E77C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8a2643d75d4cc1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8431991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795EA-BBB6-4E71-8032-CEDDD16C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D997A-7810-4685-A341-90F4B165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D54F3-3A5C-4E28-91D0-C5794F35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A4EE9-91F2-4BF9-8019-0F63D672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3DB50-521C-4D5B-ACA2-76016845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311d6bea374d5f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72286-6A0A-4A94-A509-87F9100A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ac4c3ddfc44a9f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A9638-6532-4199-97D2-72C245B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677e620caf648b7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352365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45EC9-4A46-47D5-B43F-7EC1DDDF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75214-12B9-47A0-A35F-4D05CA7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8DE4F-1946-4B0C-9A5F-27EC6B5B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21421-7B5D-44D5-B837-280173C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这是微软官方 AI 学习网站的个性化首页。它不会只展示一门固定课程，而是根据学习记录和个人资料推荐内容，同时保留搜索、播放列表、证书与学习报告等入口，适合作为持续学习门户。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939C1-16A5-4D41-BEF3-E5D3097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699A6-F78D-4168-9B7E-B838A8B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1c88101a84a80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DD429-B916-4DEB-973A-F85E76E6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18EDC-A9FF-4D65-813C-418E72E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1AE00-A42F-4BDF-A71F-00B497D0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33866-C437-420A-8524-1CB7136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53050-FDCB-46E0-A506-3383599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7ad3e4f61e4705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5486241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2202D-CEC2-4017-B2AE-DD23194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69A2-1EDB-4DDD-9B4B-1E4080FA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C743A-47E2-4A28-86D7-8380C140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3581F-5E63-41F2-A1B3-76E367AD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35A0B-6113-457D-AB6C-0A520D61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46F0F-7CF6-410F-84A1-AF0695D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e43ec2479499a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38662-C7A0-43C4-BDCA-F8FFE81D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BA8B8-EC33-4071-819E-DBED2EE3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F2304-E001-46C0-9D41-8329590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72118-5F88-4400-AC09-5E47FC4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7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11DA4-20D4-40B2-831D-E51F055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d739eeb98246bb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6639611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DA3A4-DFD1-4741-8CA7-862947BD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6F658-2B48-44B5-B515-1F1E3026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3A13F-4C1D-4156-A475-F2DB571B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9B85F-4B3E-41AC-8ECE-16F95E23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8AA2E-73BE-41F5-8144-D502E1F2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490B5-A3DE-47FD-B6AB-46A61EEC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aa2147a634cfb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A9C8-AD2D-493D-B2AC-E08449A5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A182F-4789-4888-B68B-6F36D0A4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C805A-711B-48F3-9B5D-0BD6EDF4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EE7BC-9546-4403-A898-527571C6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724EA-144A-4FE0-8FEC-EA82610C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08dee8701eb4bb5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54598-78F1-49C6-9BC4-6B31138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494f205b1d4b4f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5845190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1DD57B-BF71-4262-A3AE-E8BCD3A1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34A60-5316-4464-9947-7D37F6C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AF63-A4CD-4A9D-95D6-65F2EB62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68256-627E-4C71-8089-BE623320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87F45-4365-40C9-8D23-70410A7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1661F-99B9-4F40-82E8-3C1BD9F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C6B48-11A5-41D0-A481-6B24563A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26B4E-0CD8-477F-9F73-46878A7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C7F1C-E2C8-46BF-BE1C-F2F19A5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FF6F8-58CC-47A3-A1C6-4300A5E1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10F51-6F5C-4A95-9674-72D8A214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BAA98-445E-4BBC-8FE8-0C7CF4F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7C52D-7FA2-4392-8648-4D5FF51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051B8-2CEF-41AD-B89D-B6912029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6D2D4-BAAE-44BF-BFF8-46B1675D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D0E2B-947D-4404-B760-145E4B3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522FB-C9CA-42D1-935A-84EA3FC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CCB73-225A-4BBB-BDEC-D4570D01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C6FD5-D488-4EAC-ACA3-BF16BD7A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5FFEC-EC09-493A-A09F-95EA7D6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876A9-C63F-437E-9A03-C75F5EB4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01510-EC69-4CBA-B2C1-2819DF90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D9567-177A-489A-982C-F010363D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A8475-EE9E-40FC-8E0C-EF548F4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20BC0-4765-4163-A85E-EE57688F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2AFEF-BAAC-42C6-B9EA-7C4DA266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BADF2-D8B9-46B6-9637-5D690FC7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BCA64-6D4A-41D5-8877-1A77696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EF46F-0459-4F80-92EE-A29DCC6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00EBC-ADAC-4843-92A0-64CDBA15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4194D-858E-4670-BCBD-70C2EB17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D0F9D-1E68-44B1-885F-7C6D0F0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9FAA40-3BB7-4175-9E04-456F6969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4C3DA5-01C5-42E6-AF4F-22D98ADF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8A695B-FBB7-45EA-8F8E-A457885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5ECCA-BE0D-4A04-8ADD-746B58CA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E84C09-EC07-40C0-A907-751F67B2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AD8AD2-2714-40CF-B3BC-D5921F18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7d6da7761d4e52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2066606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1E39B-0E8F-4F2C-B380-009F19D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EE9F1-FA3C-48BC-A314-9A2A833F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88FC8-E370-4594-8C3E-62F66BA2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53BB9-8DED-4473-8C8B-C26F2BBA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9B07-96F4-4269-B3C4-1EAAEAA3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15E68-EE3E-4B07-8393-6AC0D390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8A0D0-669D-433C-A6EA-2182A688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8E6FC-F540-4E7B-92A2-AE4DDEB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A7325-7EC3-46C3-A110-4BECE585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A6D61-DD71-470F-9656-5D5DD3B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B7745-4AD9-4B7B-BB03-022241F4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BD59D-46E6-40EB-83B5-6D9C3547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0FAE3-9FA4-4018-9E73-AA38405B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46FE9-D6E1-48FD-A1E3-F2C66E2C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D6670-C838-4989-8C34-ED0C47CF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71904-03F1-4AF5-8C1D-94765D61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A5800-CD31-4896-8EF6-53E2015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8DDCF-4422-403F-928E-20C4C21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60244-D36B-46F3-A4B6-6AF8A6ED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AD5F9-6AE7-404F-92B6-CC9CC31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406EF-83AF-4D13-B172-4AA6E87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892CF-24B1-4417-B437-75E254C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517D3-053D-4380-9514-3EF780F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0EE8A-9C81-4994-B383-AE35EF7C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2920B-0ECD-481F-B88E-65DE091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EC2B7-65F5-49ED-ABB8-02B1999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1FCDD-D63E-4D72-86A1-07F1A50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31039773a84a9d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734616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95DEB-D1DA-4BE6-92C3-489F1E2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5BA52-9402-4EF4-A9A8-4F85597C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7DC58-E0AC-404E-947F-F7092C1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619C0-C813-488D-8D24-53DE439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7CAF3-C6E9-42C6-ABFE-B15525EB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65628-ADF9-4FF1-B345-A8675E3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80544-F832-46C8-8025-8471FA44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3968F-915A-46D6-B9B8-7CFABB2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F3A9-632C-4FB2-8CFC-D71434A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D30D3-1978-4570-9F9D-45E98FE7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8D800-B442-4253-98D7-910ED83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F6269-6A49-48D1-A4CF-5DFD84C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52A26-9EE8-4870-89A3-EE0625F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EE68A-1DB7-4974-ADE8-E59E325B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BEDBA-9BAC-49F8-9D47-8F9A6C5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F2C36-8152-454F-8F7F-9AC96ED5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5E439-2E38-45B5-8359-3C39A78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2BC1F-4F53-4F40-9987-4ED754F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444B8-E4BD-4C6D-AC4B-57BC53E8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c04912b0944ba9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7215316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A15BD-BAEB-40E9-95B0-3584CEA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906BC-C306-4F08-A29E-06E655E9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6FF49-1829-4E83-8452-A9D4E2C3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22AA0-0266-4E70-BD0C-25C1425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5FE78-CA22-467C-9225-8D14876E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4181E-5256-4942-9765-33AAAF22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CAFD2-4CD5-4CB2-91DB-A85C75D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14572-2951-43BE-9591-A89B3D4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708FC-5FB9-4F25-B996-B450D17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9199F-73EF-472A-ACAF-449A75AD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e151da4a194e6d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6483931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42BC2-7BE3-4283-A146-532DF73D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82CCF-199F-42B2-8CA5-C7A0260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C6B34-C87D-406D-82CF-D118B5BA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50D3-9A17-49DC-B753-C54D370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B04D3-AD97-4FDC-9FA0-EC2A19F0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2E2B4-73E5-4A89-A234-89196DE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EBDD0-29CF-4BFE-92A7-C603BB2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B2E41-AC72-439A-A50D-37C0FE0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0ABF8-0661-435C-B50F-966A408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FE85-5FF3-4D83-9712-533BA9A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0e6d814f4546be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758577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6532D-05C6-4508-A2F6-8EBE2F04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EA35A-06BA-4857-95DE-A4EA4A9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D691B-1154-4F7B-A58A-477CE21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1A836-D730-42AB-B458-78CBFF14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1008A-D51C-4C56-AE20-B25486D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0FEC5-BFF7-4090-ADCB-0DA3D7B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569A3-DD1C-4E29-BA15-400A251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A5035-50AE-4A00-AA5E-984EE6A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4F880-4ACD-4BD5-95A1-F557178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8DB65-17A8-4401-9365-2E0A13F5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3A16C-B923-46E8-A958-B5BDC92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56334-0F19-4380-9F7B-405ECB12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85E20-5EF5-4930-8A0D-A11E356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95D8B-CCE1-4AE0-933C-F4CDD971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12F65-54CB-43C5-8174-534F69B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289A1-2218-4F67-9854-3F819B36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1A8F3-29D3-4F13-8518-B5339AC1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A1D39-29EA-43FE-90E9-F65C9CC9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A52D0-9D79-42C4-9C9C-C70F35A2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69EFE-DEA1-4B38-8F46-ECAA3DA7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3A493-9643-4362-B8EA-E01055D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8E31E-A81A-42CA-AFBF-B40A5F3C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4DF83-FA13-4BAF-8736-BD47D662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643D7-B580-4526-BE4C-CF1792D9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5AC68-9930-43C0-ADCC-7CF9881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C5076-CACA-4642-88F3-63605AF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6D5FC9-6A9A-4806-8283-B3D2554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2BC6A-FBCD-40B8-8B2A-4ABAF98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B26DD-751A-4A45-B5D7-4B97494F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C7DDD-6BB1-4A8D-AE29-AD7D1E4D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D63968-B986-4F2D-BF77-3D9C9942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B4150B-BFA7-41D2-B1A3-6B4AAA6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f0eed4432849dc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5910048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60E15-4E72-476C-8029-0FB3B500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0F68-527E-4DC5-A8C7-8A31FC04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D0A55-15B7-4636-AE7E-438633CB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20632-C13D-4158-8EBE-1200F27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FF3E2-C33C-4B0C-A328-42E348F7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EB96F-7604-4AD0-A1F5-6F63D84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FC4E6-5F5F-4E78-B8E8-47DBFA0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E9693-E4C4-4EAE-A852-40745E65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D9BB7-9B9D-41BB-8769-443D5BE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C67D4-B25F-4977-A4A2-5B3EA7F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6DBD0-D9F5-4392-91F8-59987A7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B420B-D505-4FAA-BD72-C8B5E1D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63410-AA92-4B64-B7A7-19D619AD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A3F2B-8BCF-4E60-AA4F-E42989B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201F2-6AD5-444F-91E4-F3BD0A45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DBC06-C826-4AAA-B0C7-42D26E1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80409-5181-418B-86AF-AFDC2E9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F68C1-B875-4C75-A8CF-EBAB7F00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57873-2347-4E81-A7B7-A9AF772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23853-14E8-4A04-BCE0-2EE116B4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5EC89-1D37-4A63-83FA-0D33CCA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35318-91DB-40E9-8FD3-D129D13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91BEE-19A0-482F-BE0E-304F4D5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8ce9c6ca874e17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8229583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7A268-D4B7-4332-9373-5065DDD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05838-6517-48EB-836C-C7DFBBDE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4B40-6834-4114-BF4B-A1C8C8F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Copilot：从这里加入资料并开始任务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D33C0-E520-40CF-910F-A20A729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左侧可以管理对话、资料与 Agent，中间是任务输入区，上方显示 Work IQ 和当前交互模式。打开页面后，先看一眼工作账户，再加入本次练习使用的三份资料。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D7E93-99C1-41E2-8E38-8343035A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223C-8D60-4A64-B646-908C7565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c194d5b754c60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17387-2D94-484A-B151-2743C3C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8BAE3-381A-4A2E-BE62-166AB2DE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E6671-EF44-47E7-BF02-AAE1A15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35960-DEB0-46A0-A977-42D6AF95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0814-2280-4EAC-8B6B-840DAF8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1a75cd65c2424b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6018599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EC42C-CCD9-4751-B4EF-24CEC760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6000F-1356-4051-8B5B-FC415CB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4C55C-481A-4597-854B-8E32E3FC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40FC4-22FC-4BEC-876D-316B6F5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C1FDF-9650-4F8C-AB61-B3D9287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14E2D-D91C-4BB5-8A83-2A2511C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FA47D-4B2F-4370-B8DE-EB7C143A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A38D0-B864-4030-B397-402A8B58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D23B4-43DF-4118-BC91-FEC39F30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7F8AB-BDB4-4ABD-ADB4-731B010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1CCB6-B641-4FF1-BF89-09359AE5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6E169-E15C-4DBA-9CDA-EF35C16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C4860-9FAD-40BF-83A8-8C76281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C711C-28EF-4E28-BF20-2CE6AD8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99A2E-C41A-47E6-8B23-44AB8EAD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5F897-F3EB-4B39-A37B-5439812D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E20E5-8C50-4134-B2E5-FFC1FAA3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B655F-C788-4CEB-94E1-F49905F5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36D64-C0A2-42D8-BCC6-E18BF88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66817-F50C-4E54-8442-BBC52AB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4A4BC-F41D-4B3E-B1BE-A473C0B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EAFC7-1994-4ECA-A7FA-5B1BBAF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cfdde6c739424d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7911251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93295-41F8-4337-BF5C-60DA9CE7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3B273-AF6B-441D-9551-E3D9F0D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EB423-FE93-403E-87F9-269AEDA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D541-DA2F-4CE9-9A3C-6DC440A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可以继续使用绿色办公周资料，也可以换成一个适合练习的日常任务。在 Copilot 中写出背景、任务、输出和约束，并让结果清楚列出仍需确认的信息。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BF14-9376-49E9-B0C6-C6BB4FBA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C379F-0074-4648-AC9E-6CD7DF71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87FB6-7A8D-4894-B8B7-5B157C3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F0D11-E4C8-4F57-A016-462848F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2346B-C8B4-4564-8199-873B35DA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A3C70-372B-473C-81B2-8704D69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B82AB-18FB-4CD6-8DCC-9A4FA62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ec2e3f43a934b34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3093913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71151-F364-48D3-9D47-83B2838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AACD2-28DC-45DE-93E9-CCDECC9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7CC7B-8AEA-4A69-909C-16458A6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0090F-2363-41B9-A76C-A78C794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B8BFC-80B0-45E6-9267-E4E3AA6A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2fcc51723e488e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14D0B-79C5-456C-BE90-BBCB502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8dc7029edc4cd5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2F383-4F5D-4674-AF08-CFFE807F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d0faeb597a42e8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972394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1CE63-EFCF-4256-929C-C64B67D1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59A92-FE28-4CD1-8628-01BEBF79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00794-3A11-4BA6-A8D4-1CAEA00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E0488-8BCA-44C2-B0F7-3CC1E03D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和中文分步指南。四个场景分别练习任务说明、Instructions、知识来源、Suggested Prompts 和预览测试，操作都在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4EB1D-5C1A-4F20-A201-508AEFF3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F500E-E3D1-403C-BA9A-50AD6D04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e0e46541d473a"/>
          <a:stretch xmlns:a="http://schemas.openxmlformats.org/drawingml/2006/main"/>
        </p:blipFill>
        <p:spPr>
          <a:xfrm xmlns:a="http://schemas.openxmlformats.org/drawingml/2006/main">
            <a:off x="897519" y="1809750"/>
            <a:ext cx="6529812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1BBD9-5774-47B2-AC20-F6DD1AC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048BC-0984-4495-B3C4-CCA427F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7D238-C308-4298-8388-C2B9E6C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72B5B-BBF9-4EFC-9C13-83D2871A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589B1-35E1-43A6-90E4-F8F8030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8e9f0736b540e1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06010-C695-4017-9BCB-AC7AEA7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462a889f314f01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5449009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AC6D0A-5ACC-4D09-979D-F43D5A25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724E5-60AB-46C5-9962-30F43AD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2A777-A0A7-4A58-A6B2-0AFE6E1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6153D-F3A6-4C17-935C-C6F4048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C9427-91D9-4D91-9357-7AF2951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06D11-E551-4318-BB0F-BE96C8A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D7FE4-F94F-4D14-9181-B53A6982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B607B-C641-4BFC-82F4-E521A736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DFBAF-BD44-43FE-B346-3F6D6419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8CF39-D096-4873-A116-6796B270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85174-40E6-4333-941B-D56C318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68F77-99BF-426B-B589-FC996A9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AE255-2DDD-4EC3-BE1E-FBC0D7E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5941F-913C-4BAE-82CE-7FD87CC8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F49AA-434E-4C60-B754-C801BAD6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D9B75-0666-40DA-A391-A7317BE8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8E15E-B442-4787-9CD2-9CA20C8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03340-172E-4B15-B865-023555E7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DADAA-8C3B-4123-9A52-28C48190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0170D-8EE8-44A3-A814-775B8FB9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D8C86-C266-4B4E-90FB-65F6533D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68659-9C04-4FF6-B672-4E4E4D4F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590B1-068D-4170-9853-E4EDAC92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D167F-0208-4454-8FBB-E2BE0E32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275CD-B9E7-4BD8-B851-E2FBA51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989D6-850F-4ADF-AF2B-982413C1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E2460-F97D-4622-899F-65BEDAF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3601c5ab1746a3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D1025E-9F90-428B-8AD4-8D37D2BC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90ae47d57c48ea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266FA3-AC8B-4BBE-ACB6-F3A9990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a06ab910e04103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DD21D-026C-4204-9BED-E454B49C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d1ca39ae574f25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5504056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62D8F-722C-48E1-B161-DE7C7017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A16D8-65EC-443E-9B22-6D8E6EB9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0F17-E04A-4110-937E-B8BA986D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E040F-E04D-4066-BAB3-F477EFEF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查看当天日历、安排优先级、找出冲突，并为重要会议准备 2–3 个谈话要点。下方三个 Suggested Prompts 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D2F4D-9E30-43DD-A3EB-60CA4E7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8EC40-D1E9-426A-99F3-C797A8E8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2a84e65714206"/>
          <a:stretch xmlns:a="http://schemas.openxmlformats.org/drawingml/2006/main"/>
        </p:blipFill>
        <p:spPr>
          <a:xfrm xmlns:a="http://schemas.openxmlformats.org/drawingml/2006/main">
            <a:off x="1029408" y="1809750"/>
            <a:ext cx="6266033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391AC-56E4-4CC0-A242-EB87A97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AB324-9EC1-4942-A3D3-881B60B3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6CEC6-9415-4C90-94E2-07AF7BA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534B6-72B2-4B9C-A75B-5A8C08D5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DCC30-DAAE-4AA7-BB79-5FDD9779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9effd917ce45a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165247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70011-F58C-4F6F-B0EB-7DE2001C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06F07-0182-413B-9672-72E6FD7B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D8391-93EC-43B4-99A5-06C6C2B6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FAQ：让答案带上产品资料来源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5C6B1-0DBD-4923-85AE-32CB827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这个示例根据已提供资料提炼 MR 5300 的核心销售卖点。回答先给结论，再展开适合售前沟通的卖点，并在具体规格旁显示 Product Specifications 引用。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170EA-A544-44A1-9707-1BD0F4C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1CCE0-B2C6-476B-B55A-1AA5234A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81c4c243b4254"/>
          <a:stretch xmlns:a="http://schemas.openxmlformats.org/drawingml/2006/main"/>
        </p:blipFill>
        <p:spPr>
          <a:xfrm xmlns:a="http://schemas.openxmlformats.org/drawingml/2006/main">
            <a:off x="1336502" y="1809750"/>
            <a:ext cx="5651846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EEE71-81E8-4DA7-ACA6-6F0549C4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AB77-B7A9-4EB8-9E7B-2AF0EFC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8525E-6772-4397-B38F-76D4BE5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F832D-508D-47B1-892C-DC6B1736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964BF-2176-4D60-80A8-C6F03909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06042e3587450c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5286106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1979D-2432-46EC-AC89-496EF53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67C7A-519E-40B6-BC93-D2B2C01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5CAA3-90D6-4566-8EBE-0F4D7643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74C7F-5072-482C-9C16-4459BA6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E4ED8-C8F6-4561-8677-97A4646A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34CAA-DEFD-4B59-8E00-49EB3022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eeea0e9f24491"/>
          <a:stretch xmlns:a="http://schemas.openxmlformats.org/drawingml/2006/main"/>
        </p:blipFill>
        <p:spPr>
          <a:xfrm xmlns:a="http://schemas.openxmlformats.org/drawingml/2006/main">
            <a:off x="1048590" y="1809750"/>
            <a:ext cx="622766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72CE9-2CE8-4911-8A6C-2B250B14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51306-96AB-425E-84D2-2A47E6FF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10190-B267-45D9-91C3-D4C1E1C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F95A7-B404-4EB2-92A8-C5F23CC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86765-6047-42D7-9A7C-749E39E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ddf14de9564102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672086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DC895-73DE-4D84-99CB-00EE4BC9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A112C-2A25-4CB0-BAAB-475BB9DD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894B-BE5D-49A8-8587-EB45EC2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C6BCF-331C-471E-8364-821DC81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提示词限定了数据文件、Zone=East、Local BU=MR，并写清 Forecast Category 的顺序、统计字段 Total Price in USD 和 million 单位。生成结果先复述筛选条件，再展示柱状图。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1B605-C03C-4F49-861F-35E10F0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41E18-47FD-460A-978F-C8E6ABD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aab6386f14a20"/>
          <a:stretch xmlns:a="http://schemas.openxmlformats.org/drawingml/2006/main"/>
        </p:blipFill>
        <p:spPr>
          <a:xfrm xmlns:a="http://schemas.openxmlformats.org/drawingml/2006/main">
            <a:off x="1298326" y="1809750"/>
            <a:ext cx="572819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B63B8-5F98-4B8F-8B32-AD4820CC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22F6E-F25B-487E-95A5-0E594E84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31BC1-C480-4036-B057-CA790B8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3052D-5893-40A7-AB63-012242BC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图表能回答：当前筛选条件下各类别的金额分布。销售动作、数据质量和转化原因还要结合时间、阶段定义与记录完整性继续分析。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09AF7-A682-418A-BD51-AA3BE47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089895071e47b1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7626320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E2C4B3-E79F-4771-AA6E-80D342D4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DFD60-CBF5-4832-9B0E-F1271DD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1F58-1BDC-4F9F-97E0-F238EF08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C8155-B6B5-4AE3-8F70-BB30BE7F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都沿用同一条路径：进入 Agents、选择构建方式、填写身份与行为规则、加入知识、设置快捷问题，最后在 Preview 中试用并调整。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B649C-CFA2-4A21-A27C-2D9119E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29FE1-DB40-4DF1-AE16-CB2F3967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FDD78-DD33-4F88-A781-D3A8314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B7ECB-D42C-4A8C-941D-110FB985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94A54-06B9-4BCE-9FC6-928F6CC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8E4FA-3B55-4CC8-A93D-26F27B9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B272B-240E-4AB4-9299-C9235D44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D3AED-99ED-40B9-A112-73258E6C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F2EC4-4281-43AA-9C11-75111DE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3A2AD-F34E-4EDC-A80C-4584B50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799C8-816D-4DE1-9A4E-E77FC1A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A35B1-92F2-4815-8E23-97B40C84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40129-4CA9-44C0-899A-3ED28446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8F093-2F63-4542-A4E0-AFA29D5B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4BDEA-614F-4B00-A0BF-6F4D851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C90EB-31AD-4301-99A8-37B49D8E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354BA-FE29-4C77-8BD7-49ABBFAF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A871D-805B-4D6B-ABC9-A45E62A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F9297-088A-498E-9C3A-006E5AE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1DA5B-9CAE-4BB6-A4B0-7BAE84C0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1C2F7-53C6-449C-9F56-4C79B297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0361A4-4D34-4810-A845-E043C75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9306E-683B-4093-BEE6-0072F709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2150B-5D74-4ACF-8418-70DEBFF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CFC757-E6BF-4C68-8EE9-B21637A3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55FA4-8C6C-4804-8AD7-EAF24B7A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1A2A9-E2B8-4018-B1F8-57F8D46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F9385-8D02-4A37-91C6-4F67C49C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A4C4E3-4EEC-44BD-A487-CFB3F45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A9B232-96E8-469D-BD8B-A83A1A50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3B4DBF-56FA-43D7-93F1-16FB39D1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066CB2-94A4-42B5-A17C-C05EEE38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779392-62B1-4CF5-9219-82AED941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92d90b1de44770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9813282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DAE1C-09BB-4CC6-92D6-93F580C0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60D94-F099-4989-BD32-8105AE1E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83DC0-9586-4EA9-BEC4-0EEF5E7F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C8416-C42B-4B0D-B9CD-B5BB5AA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F1450-98FA-4100-9F9E-2904E41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C479F-89E1-4368-A2F0-C829BDC0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60e63447a4c18"/>
          <a:stretch xmlns:a="http://schemas.openxmlformats.org/drawingml/2006/main"/>
        </p:blipFill>
        <p:spPr>
          <a:xfrm xmlns:a="http://schemas.openxmlformats.org/drawingml/2006/main">
            <a:off x="838200" y="1841143"/>
            <a:ext cx="6953250" cy="365196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D9FA2-7BD6-4961-8157-E78F2129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B6C48-DE4D-4527-A8F5-E7A87B75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157F5-2C65-4B4A-AE8B-CB499877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D9D28-4917-475B-A4F9-F2618204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6F64A-54CD-455C-AF46-60A0070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0c74b352324312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10221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392D7-202E-44AE-A5D3-027180A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E355E-9D6B-44E1-AF53-68F3508A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B17A4-1F41-41F8-B4E8-3D294063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53FDE-3A74-4851-A2E3-36DEBC2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6F8A1-A0D7-4BF4-A6CB-198B0F9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78D4-70B7-4340-A035-2E11B380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cbe64a0c645e2"/>
          <a:stretch xmlns:a="http://schemas.openxmlformats.org/drawingml/2006/main"/>
        </p:blipFill>
        <p:spPr>
          <a:xfrm xmlns:a="http://schemas.openxmlformats.org/drawingml/2006/main">
            <a:off x="838200" y="1994152"/>
            <a:ext cx="6953250" cy="334594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B0737-72CC-46E2-9399-7386DCA5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E0216-18EC-4086-AFD1-A2BFCDE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7C284-8852-40A7-B26D-00FCA507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C1640-4782-4E40-8870-E9DB9EF3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三种入口：在输入框描述需求，让 Builder 生成草稿；点击 Skip 直接进入字段配置；也可以从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本次演示从手动配置开始，逐项查看名称、描述、Instructions 和知识来源。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1C2FE-EBA1-4240-ACC2-BBFD3F2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5b9ad9856b42a1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1257565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A04EB-03CF-4779-8FCF-50F2496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3F5B7-D90F-41B4-A62B-F8B9B98C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2C4D3-0427-45E7-A9DE-0246FB3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3365-478F-4A60-810E-19945E42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E74EF-DB99-4DD4-A44F-36DDA29F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8F2A4-2198-4412-B526-8FB0BE0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1fe725a4247b7"/>
          <a:stretch xmlns:a="http://schemas.openxmlformats.org/drawingml/2006/main"/>
        </p:blipFill>
        <p:spPr>
          <a:xfrm xmlns:a="http://schemas.openxmlformats.org/drawingml/2006/main">
            <a:off x="838200" y="2130866"/>
            <a:ext cx="6953250" cy="307251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F75C-28AE-47D0-8392-13A6046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A027-C2A4-4C30-929F-9C9B5E7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53E55-0BD9-43D4-B1B3-809B567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54492-D530-4624-9676-FE43D069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Icon 和 Name 用来识别 Agent；Description 用一句话介绍用途；Instructions 写具体工作方式。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可以包括输入内容、处理步骤、输出栏目、资料范围，以及信息不足时怎样回应。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E9649-41FE-43CF-B145-5ED1057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d9441066ac4919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9373603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B4500-CC86-466A-A690-4BFA09F1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AFC36-1FD0-4DE8-8E5D-CD70A42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98771-67E4-4A84-AE83-63CF7EAD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389ED-0515-4D0F-B4A4-C6C63987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569AF-96D8-4CCB-A80F-AC96C28D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142A9-F7AF-4E7C-A72A-2064018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109bd52754497"/>
          <a:stretch xmlns:a="http://schemas.openxmlformats.org/drawingml/2006/main"/>
        </p:blipFill>
        <p:spPr>
          <a:xfrm xmlns:a="http://schemas.openxmlformats.org/drawingml/2006/main">
            <a:off x="838200" y="1817456"/>
            <a:ext cx="6953250" cy="369933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9799C-1ED8-4995-B92B-5FBF6C7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E69E6-EC66-4D8B-9965-A3AB996A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98D93-64D2-4E55-8869-61DAD5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72B8E-CB89-4D2C-8E95-5380EAC9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 URL、搜索名称或拖入文件；来源包括 SharePoint、Teams、Outlook 和网站，下方还能进入个人文件、聊天、会议与邮件。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会议跟进助手会加入邮件模板和会议内容，其他无关资料暂时不选。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CD35C-9615-481B-8FD6-9A7C123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69f2df249446a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20936051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EB943-84DD-4382-9AA6-29743CB8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30D98-3A97-4137-B071-FACE385E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6DD7A-AACD-46A6-A547-770BCD7E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1FAE5-6979-46F5-9F1F-A4F30F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0F022-DB30-433B-854F-33E476B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5B5D6-84EB-4A15-8E02-8A45B2D8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bb185e9764353"/>
          <a:stretch xmlns:a="http://schemas.openxmlformats.org/drawingml/2006/main"/>
        </p:blipFill>
        <p:spPr>
          <a:xfrm xmlns:a="http://schemas.openxmlformats.org/drawingml/2006/main">
            <a:off x="137874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A6E4F-709A-4950-A206-A3CE2EF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8B3B6-3333-48AF-BDAE-347702B3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5AC43-91F0-417A-8417-A4292A8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7A209-7EA0-4885-BF06-1BB83F5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先按 Mail Template 搜索，再核对 Modified、Modified by 与 Location，确认模板来自哪个团队、是否为当前版本。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EN；出现多个同名文件时，可以打开查看栏目和适用范围。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09059-5C2B-43D4-8DA2-39780738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7daafc6df14c4e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6285247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A6CCE-2C96-46CF-AADF-E2331459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B4B8E-9C65-4349-AB52-2727E27D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A70D2-7B51-45EC-8A1E-E0397947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A21EC-33BD-4F2D-9676-2675548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CBEB1-7208-4C64-894D-682FD31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C3588-2C0E-46B9-AAF9-76376C55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6c84f7424467"/>
          <a:stretch xmlns:a="http://schemas.openxmlformats.org/drawingml/2006/main"/>
        </p:blipFill>
        <p:spPr>
          <a:xfrm xmlns:a="http://schemas.openxmlformats.org/drawingml/2006/main">
            <a:off x="838200" y="2484692"/>
            <a:ext cx="6953250" cy="236486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A6011-4121-4651-A057-1E1FFC58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FB268-9C0F-4B38-806D-CF16ED54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B5E93-77C7-417E-A6DD-13E17D32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E809A-E1AD-478C-89E3-9E86E821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37C6-99F8-4DFE-9C06-0024FA89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514342a43a4a43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3566305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76CC8-87CA-49C6-BDCE-A9FE282B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A5966-A694-4011-A8AF-FD39CCA6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BC16-6E8B-400C-9B1B-6A422FA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156E4-1106-4FE8-B60C-64B2A84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CC873-CC94-4625-81F5-F4F5FA6F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FF8DA-B80E-4D25-B148-97358342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8fa4323c04d1d"/>
          <a:stretch xmlns:a="http://schemas.openxmlformats.org/drawingml/2006/main"/>
        </p:blipFill>
        <p:spPr>
          <a:xfrm xmlns:a="http://schemas.openxmlformats.org/drawingml/2006/main">
            <a:off x="838200" y="1827897"/>
            <a:ext cx="6953250" cy="367845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3D39D-136B-4BCC-8924-27B95D96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D5F21-C820-4079-ABB9-C616D10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814FF-895A-46DF-A9A2-7B0C5FF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FF9DA-4135-4850-85E5-0559283B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E874D-8ADF-4C0B-B635-795FF87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939f97277544f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64234755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7D3B8-05A4-4456-A7A8-5F419A5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49129-0DEC-411A-98CB-2644B53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232C0-D39D-41A7-BD11-D95D4508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00CB6-2023-4932-8F4F-C6731582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7302F-324B-4D00-9073-A2629581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EF4B-ECCB-49DA-B03B-473BDD81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9f3fd7d754411"/>
          <a:stretch xmlns:a="http://schemas.openxmlformats.org/drawingml/2006/main"/>
        </p:blipFill>
        <p:spPr>
          <a:xfrm xmlns:a="http://schemas.openxmlformats.org/drawingml/2006/main">
            <a:off x="838200" y="1752870"/>
            <a:ext cx="6953250" cy="382851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32807-E956-42A6-AC8C-AC5873B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F42B2-88F8-4FB0-A759-B9FCFED5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8ABC9-F487-4303-85EB-AF0AEB7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58EAF-9A4E-48FE-8166-B5864DD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70055-30B4-46FB-8845-B2B3BDD8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9c8987eaba4987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97301389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02457-D7F3-46A4-B993-1D17E643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9040-166A-47FD-ADE2-3771B3CB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0E1E4-DF7F-44E7-A0C2-C722AC8C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C307E-AF5D-405A-98BE-338955D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Copilot 中完成构建。先做出可以运行的版本，再用正常任务和信息不足的场景各试一次。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F4F46-F84C-4151-ADCF-EE5DB44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2D345-0797-4C84-A54F-C388BCA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D0756-F8F0-4F6C-BEDC-E85339B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8A365-59F0-4667-B150-E55B676B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6CA34-0102-4FD8-AAFB-713D5B74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1fc86d02ee4575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A752A-CF97-4973-ACB4-1489B17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acc670bcfe247e3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E09D5-CA07-40D6-91BE-33538B92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de769bd1d347e6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A0155-3078-4040-B76B-FD671293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618b7978c54b58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BC866-8CFF-4DCC-9DAF-4CAFC9D5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976a3df6b941f6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9437176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0F613-05B3-435C-A6AD-4D9A21B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2897A-0E7D-4B47-97A2-FF1D1E7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8AABA-796F-4A94-8996-2FDC3728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548D3-0C1E-4A5F-8D72-54FC1A83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图片顶部说明 GCR AI Ambassador Representative Chair 为 Alison Gu，网络规模为 24 FTE。下方表格按 Function / BU、GCMT / Function Lead 和 AI Ambassador 三列建立对应关系，把中央学习资源与各职能、业务单元和市场中的实际问题连接起来。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6AA91-D7AB-4D41-93D7-CF3FC8E3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F5439-9F5D-4503-BB99-1BD7A5C7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0a4d7f7504ffb"/>
          <a:stretch xmlns:a="http://schemas.openxmlformats.org/drawingml/2006/main"/>
        </p:blipFill>
        <p:spPr>
          <a:xfrm xmlns:a="http://schemas.openxmlformats.org/drawingml/2006/main">
            <a:off x="1046956" y="1809750"/>
            <a:ext cx="6230938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E68A0-173B-45C7-A83E-FC9063AE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371850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C67F1-6D68-4A64-8D15-C4225F5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AB9AE-D706-4E20-9720-F16CBDFE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26214-9A1A-4B83-813E-066AACEA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917B7-A28C-4871-8582-84A70017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fc1e5ae98b4eee"/>
              </a:rPr>
              <a:t>回到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692EE-9A46-4A76-B6E1-6B04E9B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3114db35a44ff2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508492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2026-08-20T09:15:29.5780000Z</dcterms:created>
  <dcterms:modified xsi:type="dcterms:W3CDTF">2026-08-20T09:15:29.5780000Z</dcterms:modified>
</coreProperties>
</file>