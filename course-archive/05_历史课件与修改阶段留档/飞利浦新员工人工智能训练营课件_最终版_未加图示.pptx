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74161b9e74c0d" /><Relationship Type="http://schemas.openxmlformats.org/officeDocument/2006/relationships/extended-properties" Target="/docProps/app.xml" Id="Re54da5efe19d4d13" /><Relationship Type="http://schemas.openxmlformats.org/officeDocument/2006/relationships/officeDocument" Target="/ppt/presentation.xml" Id="Rc8c154fee4ca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bdfb9aa6384282"/>
  </p:sldMasterIdLst>
  <p:notesMasterIdLst>
    <p:notesMasterId xmlns:r="http://schemas.openxmlformats.org/officeDocument/2006/relationships" r:id="R6b5e0069744f42f0"/>
  </p:notesMasterIdLst>
  <p:sldIdLst>
    <p:sldId xmlns:r="http://schemas.openxmlformats.org/officeDocument/2006/relationships" id="256" r:id="Rb3d0fd7d2ca74c0b"/>
    <p:sldId xmlns:r="http://schemas.openxmlformats.org/officeDocument/2006/relationships" id="257" r:id="R0f2fa02fd91c4e2f"/>
    <p:sldId xmlns:r="http://schemas.openxmlformats.org/officeDocument/2006/relationships" id="258" r:id="Rd098cd7cc5d8431a"/>
    <p:sldId xmlns:r="http://schemas.openxmlformats.org/officeDocument/2006/relationships" id="259" r:id="R0484448778e54ad3"/>
    <p:sldId xmlns:r="http://schemas.openxmlformats.org/officeDocument/2006/relationships" id="260" r:id="R3c3830dba6fb43f7"/>
    <p:sldId xmlns:r="http://schemas.openxmlformats.org/officeDocument/2006/relationships" id="261" r:id="R1572e6cdd7cd41c1"/>
    <p:sldId xmlns:r="http://schemas.openxmlformats.org/officeDocument/2006/relationships" id="262" r:id="Rfb43b77d93fb4b32"/>
    <p:sldId xmlns:r="http://schemas.openxmlformats.org/officeDocument/2006/relationships" id="263" r:id="Rf4a8bc638a5541a5"/>
    <p:sldId xmlns:r="http://schemas.openxmlformats.org/officeDocument/2006/relationships" id="264" r:id="Rfe5e2ad553514001"/>
    <p:sldId xmlns:r="http://schemas.openxmlformats.org/officeDocument/2006/relationships" id="265" r:id="R4251a91876ab4f38"/>
    <p:sldId xmlns:r="http://schemas.openxmlformats.org/officeDocument/2006/relationships" id="266" r:id="Rc4adc6e3d82d40ec"/>
    <p:sldId xmlns:r="http://schemas.openxmlformats.org/officeDocument/2006/relationships" id="267" r:id="R0844e5f8820547b6"/>
    <p:sldId xmlns:r="http://schemas.openxmlformats.org/officeDocument/2006/relationships" id="268" r:id="Rb3f1726c9bc7491e"/>
    <p:sldId xmlns:r="http://schemas.openxmlformats.org/officeDocument/2006/relationships" id="269" r:id="R02915405e77143e6"/>
    <p:sldId xmlns:r="http://schemas.openxmlformats.org/officeDocument/2006/relationships" id="270" r:id="R79812a08a97e45e0"/>
    <p:sldId xmlns:r="http://schemas.openxmlformats.org/officeDocument/2006/relationships" id="271" r:id="Rdfb86a8e50504029"/>
    <p:sldId xmlns:r="http://schemas.openxmlformats.org/officeDocument/2006/relationships" id="272" r:id="Rd7525c3aa3c74198"/>
    <p:sldId xmlns:r="http://schemas.openxmlformats.org/officeDocument/2006/relationships" id="273" r:id="Rfabcd53db5134867"/>
    <p:sldId xmlns:r="http://schemas.openxmlformats.org/officeDocument/2006/relationships" id="274" r:id="Rbd16857948994286"/>
    <p:sldId xmlns:r="http://schemas.openxmlformats.org/officeDocument/2006/relationships" id="275" r:id="Rea68fed0ea50471a"/>
    <p:sldId xmlns:r="http://schemas.openxmlformats.org/officeDocument/2006/relationships" id="276" r:id="R5419443c8f5e449e"/>
    <p:sldId xmlns:r="http://schemas.openxmlformats.org/officeDocument/2006/relationships" id="277" r:id="Rb752a986fbfb43b0"/>
    <p:sldId xmlns:r="http://schemas.openxmlformats.org/officeDocument/2006/relationships" id="278" r:id="Rcad6ff97c1504584"/>
    <p:sldId xmlns:r="http://schemas.openxmlformats.org/officeDocument/2006/relationships" id="279" r:id="R2ed9a64ce8d246e0"/>
    <p:sldId xmlns:r="http://schemas.openxmlformats.org/officeDocument/2006/relationships" id="280" r:id="R1d8f446d9fdf4765"/>
    <p:sldId xmlns:r="http://schemas.openxmlformats.org/officeDocument/2006/relationships" id="281" r:id="R2776590d97cf47ed"/>
    <p:sldId xmlns:r="http://schemas.openxmlformats.org/officeDocument/2006/relationships" id="282" r:id="Re809bf4cc1854874"/>
    <p:sldId xmlns:r="http://schemas.openxmlformats.org/officeDocument/2006/relationships" id="283" r:id="Rb22a7ddcbec7474d"/>
    <p:sldId xmlns:r="http://schemas.openxmlformats.org/officeDocument/2006/relationships" id="284" r:id="R6a0c634baa684475"/>
    <p:sldId xmlns:r="http://schemas.openxmlformats.org/officeDocument/2006/relationships" id="285" r:id="Rc11b5159733849f6"/>
    <p:sldId xmlns:r="http://schemas.openxmlformats.org/officeDocument/2006/relationships" id="286" r:id="R9f23f284301a4d4f"/>
    <p:sldId xmlns:r="http://schemas.openxmlformats.org/officeDocument/2006/relationships" id="287" r:id="R3568d2ccf4d240e2"/>
    <p:sldId xmlns:r="http://schemas.openxmlformats.org/officeDocument/2006/relationships" id="288" r:id="R5c437f374ad34645"/>
    <p:sldId xmlns:r="http://schemas.openxmlformats.org/officeDocument/2006/relationships" id="289" r:id="R74594684189c4881"/>
    <p:sldId xmlns:r="http://schemas.openxmlformats.org/officeDocument/2006/relationships" id="290" r:id="R8b8f71cf58034e84"/>
    <p:sldId xmlns:r="http://schemas.openxmlformats.org/officeDocument/2006/relationships" id="291" r:id="R3c25c94fdbf94eea"/>
    <p:sldId xmlns:r="http://schemas.openxmlformats.org/officeDocument/2006/relationships" id="292" r:id="R5a00d67a388f4ee3"/>
    <p:sldId xmlns:r="http://schemas.openxmlformats.org/officeDocument/2006/relationships" id="293" r:id="R8e1d6e5bf01748e3"/>
    <p:sldId xmlns:r="http://schemas.openxmlformats.org/officeDocument/2006/relationships" id="294" r:id="Re016c643f39c4647"/>
    <p:sldId xmlns:r="http://schemas.openxmlformats.org/officeDocument/2006/relationships" id="295" r:id="Rc7a8e47c7b804b34"/>
    <p:sldId xmlns:r="http://schemas.openxmlformats.org/officeDocument/2006/relationships" id="296" r:id="R20757c7104254095"/>
    <p:sldId xmlns:r="http://schemas.openxmlformats.org/officeDocument/2006/relationships" id="297" r:id="Rc56cb200521040de"/>
    <p:sldId xmlns:r="http://schemas.openxmlformats.org/officeDocument/2006/relationships" id="298" r:id="R9f276bc227aa476f"/>
    <p:sldId xmlns:r="http://schemas.openxmlformats.org/officeDocument/2006/relationships" id="299" r:id="R142dbb162d8d4023"/>
    <p:sldId xmlns:r="http://schemas.openxmlformats.org/officeDocument/2006/relationships" id="300" r:id="Red0db505afb1451d"/>
    <p:sldId xmlns:r="http://schemas.openxmlformats.org/officeDocument/2006/relationships" id="301" r:id="Rd4d19f92fdae4f0a"/>
    <p:sldId xmlns:r="http://schemas.openxmlformats.org/officeDocument/2006/relationships" id="302" r:id="Rd861294acaf94308"/>
    <p:sldId xmlns:r="http://schemas.openxmlformats.org/officeDocument/2006/relationships" id="303" r:id="Rf7dd5498a3d545a5"/>
    <p:sldId xmlns:r="http://schemas.openxmlformats.org/officeDocument/2006/relationships" id="304" r:id="R06eccc2293724080"/>
    <p:sldId xmlns:r="http://schemas.openxmlformats.org/officeDocument/2006/relationships" id="305" r:id="R0c5363c14dbf416e"/>
    <p:sldId xmlns:r="http://schemas.openxmlformats.org/officeDocument/2006/relationships" id="306" r:id="R8ec5218a4d48415d"/>
    <p:sldId xmlns:r="http://schemas.openxmlformats.org/officeDocument/2006/relationships" id="307" r:id="Rb3f15c5a818f45e6"/>
    <p:sldId xmlns:r="http://schemas.openxmlformats.org/officeDocument/2006/relationships" id="308" r:id="Re682f53f75cc4c1c"/>
    <p:sldId xmlns:r="http://schemas.openxmlformats.org/officeDocument/2006/relationships" id="309" r:id="R2fa5edac62c74a11"/>
    <p:sldId xmlns:r="http://schemas.openxmlformats.org/officeDocument/2006/relationships" id="310" r:id="Rd98e54f1109b44fc"/>
    <p:sldId xmlns:r="http://schemas.openxmlformats.org/officeDocument/2006/relationships" id="311" r:id="Rb82febe10a814e3e"/>
    <p:sldId xmlns:r="http://schemas.openxmlformats.org/officeDocument/2006/relationships" id="312" r:id="R0f357bcac76a40b9"/>
    <p:sldId xmlns:r="http://schemas.openxmlformats.org/officeDocument/2006/relationships" id="313" r:id="Rb1a8b36b6c524a3b"/>
    <p:sldId xmlns:r="http://schemas.openxmlformats.org/officeDocument/2006/relationships" id="314" r:id="R47f789e841b14dfb"/>
    <p:sldId xmlns:r="http://schemas.openxmlformats.org/officeDocument/2006/relationships" id="315" r:id="Rf7af6d56c10940b3"/>
    <p:sldId xmlns:r="http://schemas.openxmlformats.org/officeDocument/2006/relationships" id="316" r:id="R1fc7dced93bd40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cc706955d4790" /><Relationship Type="http://schemas.openxmlformats.org/officeDocument/2006/relationships/slideMaster" Target="/ppt/slideMasters/slideMaster1.xml" Id="Ra5bdfb9aa6384282" /><Relationship Type="http://schemas.openxmlformats.org/officeDocument/2006/relationships/notesMaster" Target="/ppt/notesMasters/notesMaster1.xml" Id="R6b5e0069744f42f0" /><Relationship Type="http://schemas.openxmlformats.org/officeDocument/2006/relationships/presProps" Target="/ppt/presProps.xml" Id="Rbd60c8c4c2b64c58" /><Relationship Type="http://schemas.openxmlformats.org/officeDocument/2006/relationships/viewProps" Target="/ppt/viewProps.xml" Id="R9518f57460c4417a" /><Relationship Type="http://schemas.openxmlformats.org/officeDocument/2006/relationships/tableStyles" Target="/ppt/tableStyles.xml" Id="Rbec6008443b74eb0" /><Relationship Type="http://schemas.openxmlformats.org/officeDocument/2006/relationships/slide" Target="/ppt/slides/slide1.xml" Id="Rb3d0fd7d2ca74c0b" /><Relationship Type="http://schemas.openxmlformats.org/officeDocument/2006/relationships/slide" Target="/ppt/slides/slide2.xml" Id="R0f2fa02fd91c4e2f" /><Relationship Type="http://schemas.openxmlformats.org/officeDocument/2006/relationships/slide" Target="/ppt/slides/slide3.xml" Id="Rd098cd7cc5d8431a" /><Relationship Type="http://schemas.openxmlformats.org/officeDocument/2006/relationships/slide" Target="/ppt/slides/slide4.xml" Id="R0484448778e54ad3" /><Relationship Type="http://schemas.openxmlformats.org/officeDocument/2006/relationships/slide" Target="/ppt/slides/slide5.xml" Id="R3c3830dba6fb43f7" /><Relationship Type="http://schemas.openxmlformats.org/officeDocument/2006/relationships/slide" Target="/ppt/slides/slide6.xml" Id="R1572e6cdd7cd41c1" /><Relationship Type="http://schemas.openxmlformats.org/officeDocument/2006/relationships/slide" Target="/ppt/slides/slide7.xml" Id="Rfb43b77d93fb4b32" /><Relationship Type="http://schemas.openxmlformats.org/officeDocument/2006/relationships/slide" Target="/ppt/slides/slide8.xml" Id="Rf4a8bc638a5541a5" /><Relationship Type="http://schemas.openxmlformats.org/officeDocument/2006/relationships/slide" Target="/ppt/slides/slide9.xml" Id="Rfe5e2ad553514001" /><Relationship Type="http://schemas.openxmlformats.org/officeDocument/2006/relationships/slide" Target="/ppt/slides/slide10.xml" Id="R4251a91876ab4f38" /><Relationship Type="http://schemas.openxmlformats.org/officeDocument/2006/relationships/slide" Target="/ppt/slides/slide11.xml" Id="Rc4adc6e3d82d40ec" /><Relationship Type="http://schemas.openxmlformats.org/officeDocument/2006/relationships/slide" Target="/ppt/slides/slide12.xml" Id="R0844e5f8820547b6" /><Relationship Type="http://schemas.openxmlformats.org/officeDocument/2006/relationships/slide" Target="/ppt/slides/slide13.xml" Id="Rb3f1726c9bc7491e" /><Relationship Type="http://schemas.openxmlformats.org/officeDocument/2006/relationships/slide" Target="/ppt/slides/slide14.xml" Id="R02915405e77143e6" /><Relationship Type="http://schemas.openxmlformats.org/officeDocument/2006/relationships/slide" Target="/ppt/slides/slide15.xml" Id="R79812a08a97e45e0" /><Relationship Type="http://schemas.openxmlformats.org/officeDocument/2006/relationships/slide" Target="/ppt/slides/slide16.xml" Id="Rdfb86a8e50504029" /><Relationship Type="http://schemas.openxmlformats.org/officeDocument/2006/relationships/slide" Target="/ppt/slides/slide17.xml" Id="Rd7525c3aa3c74198" /><Relationship Type="http://schemas.openxmlformats.org/officeDocument/2006/relationships/slide" Target="/ppt/slides/slide18.xml" Id="Rfabcd53db5134867" /><Relationship Type="http://schemas.openxmlformats.org/officeDocument/2006/relationships/slide" Target="/ppt/slides/slide19.xml" Id="Rbd16857948994286" /><Relationship Type="http://schemas.openxmlformats.org/officeDocument/2006/relationships/slide" Target="/ppt/slides/slide20.xml" Id="Rea68fed0ea50471a" /><Relationship Type="http://schemas.openxmlformats.org/officeDocument/2006/relationships/slide" Target="/ppt/slides/slide21.xml" Id="R5419443c8f5e449e" /><Relationship Type="http://schemas.openxmlformats.org/officeDocument/2006/relationships/slide" Target="/ppt/slides/slide22.xml" Id="Rb752a986fbfb43b0" /><Relationship Type="http://schemas.openxmlformats.org/officeDocument/2006/relationships/slide" Target="/ppt/slides/slide23.xml" Id="Rcad6ff97c1504584" /><Relationship Type="http://schemas.openxmlformats.org/officeDocument/2006/relationships/slide" Target="/ppt/slides/slide24.xml" Id="R2ed9a64ce8d246e0" /><Relationship Type="http://schemas.openxmlformats.org/officeDocument/2006/relationships/slide" Target="/ppt/slides/slide25.xml" Id="R1d8f446d9fdf4765" /><Relationship Type="http://schemas.openxmlformats.org/officeDocument/2006/relationships/slide" Target="/ppt/slides/slide26.xml" Id="R2776590d97cf47ed" /><Relationship Type="http://schemas.openxmlformats.org/officeDocument/2006/relationships/slide" Target="/ppt/slides/slide27.xml" Id="Re809bf4cc1854874" /><Relationship Type="http://schemas.openxmlformats.org/officeDocument/2006/relationships/slide" Target="/ppt/slides/slide28.xml" Id="Rb22a7ddcbec7474d" /><Relationship Type="http://schemas.openxmlformats.org/officeDocument/2006/relationships/slide" Target="/ppt/slides/slide29.xml" Id="R6a0c634baa684475" /><Relationship Type="http://schemas.openxmlformats.org/officeDocument/2006/relationships/slide" Target="/ppt/slides/slide30.xml" Id="Rc11b5159733849f6" /><Relationship Type="http://schemas.openxmlformats.org/officeDocument/2006/relationships/slide" Target="/ppt/slides/slide31.xml" Id="R9f23f284301a4d4f" /><Relationship Type="http://schemas.openxmlformats.org/officeDocument/2006/relationships/slide" Target="/ppt/slides/slide32.xml" Id="R3568d2ccf4d240e2" /><Relationship Type="http://schemas.openxmlformats.org/officeDocument/2006/relationships/slide" Target="/ppt/slides/slide33.xml" Id="R5c437f374ad34645" /><Relationship Type="http://schemas.openxmlformats.org/officeDocument/2006/relationships/slide" Target="/ppt/slides/slide34.xml" Id="R74594684189c4881" /><Relationship Type="http://schemas.openxmlformats.org/officeDocument/2006/relationships/slide" Target="/ppt/slides/slide35.xml" Id="R8b8f71cf58034e84" /><Relationship Type="http://schemas.openxmlformats.org/officeDocument/2006/relationships/slide" Target="/ppt/slides/slide36.xml" Id="R3c25c94fdbf94eea" /><Relationship Type="http://schemas.openxmlformats.org/officeDocument/2006/relationships/slide" Target="/ppt/slides/slide37.xml" Id="R5a00d67a388f4ee3" /><Relationship Type="http://schemas.openxmlformats.org/officeDocument/2006/relationships/slide" Target="/ppt/slides/slide38.xml" Id="R8e1d6e5bf01748e3" /><Relationship Type="http://schemas.openxmlformats.org/officeDocument/2006/relationships/slide" Target="/ppt/slides/slide39.xml" Id="Re016c643f39c4647" /><Relationship Type="http://schemas.openxmlformats.org/officeDocument/2006/relationships/slide" Target="/ppt/slides/slide40.xml" Id="Rc7a8e47c7b804b34" /><Relationship Type="http://schemas.openxmlformats.org/officeDocument/2006/relationships/slide" Target="/ppt/slides/slide41.xml" Id="R20757c7104254095" /><Relationship Type="http://schemas.openxmlformats.org/officeDocument/2006/relationships/slide" Target="/ppt/slides/slide42.xml" Id="Rc56cb200521040de" /><Relationship Type="http://schemas.openxmlformats.org/officeDocument/2006/relationships/slide" Target="/ppt/slides/slide43.xml" Id="R9f276bc227aa476f" /><Relationship Type="http://schemas.openxmlformats.org/officeDocument/2006/relationships/slide" Target="/ppt/slides/slide44.xml" Id="R142dbb162d8d4023" /><Relationship Type="http://schemas.openxmlformats.org/officeDocument/2006/relationships/slide" Target="/ppt/slides/slide45.xml" Id="Red0db505afb1451d" /><Relationship Type="http://schemas.openxmlformats.org/officeDocument/2006/relationships/slide" Target="/ppt/slides/slide46.xml" Id="Rd4d19f92fdae4f0a" /><Relationship Type="http://schemas.openxmlformats.org/officeDocument/2006/relationships/slide" Target="/ppt/slides/slide47.xml" Id="Rd861294acaf94308" /><Relationship Type="http://schemas.openxmlformats.org/officeDocument/2006/relationships/slide" Target="/ppt/slides/slide48.xml" Id="Rf7dd5498a3d545a5" /><Relationship Type="http://schemas.openxmlformats.org/officeDocument/2006/relationships/slide" Target="/ppt/slides/slide49.xml" Id="R06eccc2293724080" /><Relationship Type="http://schemas.openxmlformats.org/officeDocument/2006/relationships/slide" Target="/ppt/slides/slide50.xml" Id="R0c5363c14dbf416e" /><Relationship Type="http://schemas.openxmlformats.org/officeDocument/2006/relationships/slide" Target="/ppt/slides/slide51.xml" Id="R8ec5218a4d48415d" /><Relationship Type="http://schemas.openxmlformats.org/officeDocument/2006/relationships/slide" Target="/ppt/slides/slide52.xml" Id="Rb3f15c5a818f45e6" /><Relationship Type="http://schemas.openxmlformats.org/officeDocument/2006/relationships/slide" Target="/ppt/slides/slide53.xml" Id="Re682f53f75cc4c1c" /><Relationship Type="http://schemas.openxmlformats.org/officeDocument/2006/relationships/slide" Target="/ppt/slides/slide54.xml" Id="R2fa5edac62c74a11" /><Relationship Type="http://schemas.openxmlformats.org/officeDocument/2006/relationships/slide" Target="/ppt/slides/slide55.xml" Id="Rd98e54f1109b44fc" /><Relationship Type="http://schemas.openxmlformats.org/officeDocument/2006/relationships/slide" Target="/ppt/slides/slide56.xml" Id="Rb82febe10a814e3e" /><Relationship Type="http://schemas.openxmlformats.org/officeDocument/2006/relationships/slide" Target="/ppt/slides/slide57.xml" Id="R0f357bcac76a40b9" /><Relationship Type="http://schemas.openxmlformats.org/officeDocument/2006/relationships/slide" Target="/ppt/slides/slide58.xml" Id="Rb1a8b36b6c524a3b" /><Relationship Type="http://schemas.openxmlformats.org/officeDocument/2006/relationships/slide" Target="/ppt/slides/slide59.xml" Id="R47f789e841b14dfb" /><Relationship Type="http://schemas.openxmlformats.org/officeDocument/2006/relationships/slide" Target="/ppt/slides/slide60.xml" Id="Rf7af6d56c10940b3" /><Relationship Type="http://schemas.openxmlformats.org/officeDocument/2006/relationships/slide" Target="/ppt/slides/slide61.xml" Id="R1fc7dced93bd40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110c9e803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87bdb84444b5b" /><Relationship Type="http://schemas.openxmlformats.org/officeDocument/2006/relationships/notesMaster" Target="/ppt/notesMasters/notesMaster1.xml" Id="R3ddedc2e953247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826b4dd7984008" /><Relationship Type="http://schemas.openxmlformats.org/officeDocument/2006/relationships/notesMaster" Target="/ppt/notesMasters/notesMaster1.xml" Id="Ra078175620b9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f0bb70c9e54009" /><Relationship Type="http://schemas.openxmlformats.org/officeDocument/2006/relationships/notesMaster" Target="/ppt/notesMasters/notesMaster1.xml" Id="Rd5bbc164be1f4b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ab03e22e244fcd" /><Relationship Type="http://schemas.openxmlformats.org/officeDocument/2006/relationships/notesMaster" Target="/ppt/notesMasters/notesMaster1.xml" Id="R4e056b1003a641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3535b67d5b4a4e" /><Relationship Type="http://schemas.openxmlformats.org/officeDocument/2006/relationships/notesMaster" Target="/ppt/notesMasters/notesMaster1.xml" Id="Re99a30903e1e4f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95d501fb404461" /><Relationship Type="http://schemas.openxmlformats.org/officeDocument/2006/relationships/notesMaster" Target="/ppt/notesMasters/notesMaster1.xml" Id="Rd27e172e374649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4a1c64fcd4b79" /><Relationship Type="http://schemas.openxmlformats.org/officeDocument/2006/relationships/notesMaster" Target="/ppt/notesMasters/notesMaster1.xml" Id="R2df11534a6e84c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e594c79614e84" /><Relationship Type="http://schemas.openxmlformats.org/officeDocument/2006/relationships/notesMaster" Target="/ppt/notesMasters/notesMaster1.xml" Id="R84a4418bb32e4b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9429784d594f50" /><Relationship Type="http://schemas.openxmlformats.org/officeDocument/2006/relationships/notesMaster" Target="/ppt/notesMasters/notesMaster1.xml" Id="Rf8995a3b07f64f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5864b10cf64c9c" /><Relationship Type="http://schemas.openxmlformats.org/officeDocument/2006/relationships/notesMaster" Target="/ppt/notesMasters/notesMaster1.xml" Id="Re646a6da978d47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366c89e8ab4414" /><Relationship Type="http://schemas.openxmlformats.org/officeDocument/2006/relationships/notesMaster" Target="/ppt/notesMasters/notesMaster1.xml" Id="R29f393daa2824b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46ee38091c4bce" /><Relationship Type="http://schemas.openxmlformats.org/officeDocument/2006/relationships/notesMaster" Target="/ppt/notesMasters/notesMaster1.xml" Id="R868c7b40fbda4c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bf393266944342" /><Relationship Type="http://schemas.openxmlformats.org/officeDocument/2006/relationships/notesMaster" Target="/ppt/notesMasters/notesMaster1.xml" Id="R36c009a91f714a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5a86b1000f4c9c" /><Relationship Type="http://schemas.openxmlformats.org/officeDocument/2006/relationships/notesMaster" Target="/ppt/notesMasters/notesMaster1.xml" Id="R2c816f500ba945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21855df6504cb4" /><Relationship Type="http://schemas.openxmlformats.org/officeDocument/2006/relationships/notesMaster" Target="/ppt/notesMasters/notesMaster1.xml" Id="R8229961a80d346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bb916a89e74312" /><Relationship Type="http://schemas.openxmlformats.org/officeDocument/2006/relationships/notesMaster" Target="/ppt/notesMasters/notesMaster1.xml" Id="R3245486fd77644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03d361f9c04b7e" /><Relationship Type="http://schemas.openxmlformats.org/officeDocument/2006/relationships/notesMaster" Target="/ppt/notesMasters/notesMaster1.xml" Id="Rd877f44b46b74f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f81aeff7144e24" /><Relationship Type="http://schemas.openxmlformats.org/officeDocument/2006/relationships/notesMaster" Target="/ppt/notesMasters/notesMaster1.xml" Id="Rb3c1c320256342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434a91f755423f" /><Relationship Type="http://schemas.openxmlformats.org/officeDocument/2006/relationships/notesMaster" Target="/ppt/notesMasters/notesMaster1.xml" Id="R92eb40de655248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285b7b0fc14f6a" /><Relationship Type="http://schemas.openxmlformats.org/officeDocument/2006/relationships/notesMaster" Target="/ppt/notesMasters/notesMaster1.xml" Id="Re47d9e1f91fe40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cd47924b144950" /><Relationship Type="http://schemas.openxmlformats.org/officeDocument/2006/relationships/notesMaster" Target="/ppt/notesMasters/notesMaster1.xml" Id="R3f147626083d45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c165eb5140413e" /><Relationship Type="http://schemas.openxmlformats.org/officeDocument/2006/relationships/notesMaster" Target="/ppt/notesMasters/notesMaster1.xml" Id="R61f54fcdc92948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3e4e1cd3b54606" /><Relationship Type="http://schemas.openxmlformats.org/officeDocument/2006/relationships/notesMaster" Target="/ppt/notesMasters/notesMaster1.xml" Id="R752818ac35e849e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41b4ea76234d5c" /><Relationship Type="http://schemas.openxmlformats.org/officeDocument/2006/relationships/notesMaster" Target="/ppt/notesMasters/notesMaster1.xml" Id="R7804df2c0a444c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eeb043d810484a" /><Relationship Type="http://schemas.openxmlformats.org/officeDocument/2006/relationships/notesMaster" Target="/ppt/notesMasters/notesMaster1.xml" Id="R5e829f46cd2a45b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015b0e507174acf" /><Relationship Type="http://schemas.openxmlformats.org/officeDocument/2006/relationships/notesMaster" Target="/ppt/notesMasters/notesMaster1.xml" Id="R6440743a597844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b21193d31840c7" /><Relationship Type="http://schemas.openxmlformats.org/officeDocument/2006/relationships/notesMaster" Target="/ppt/notesMasters/notesMaster1.xml" Id="R5ad493d4db064f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ad16aca0674435" /><Relationship Type="http://schemas.openxmlformats.org/officeDocument/2006/relationships/notesMaster" Target="/ppt/notesMasters/notesMaster1.xml" Id="R5e2e94f83c0b4ce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978eb37a81a44a2" /><Relationship Type="http://schemas.openxmlformats.org/officeDocument/2006/relationships/notesMaster" Target="/ppt/notesMasters/notesMaster1.xml" Id="R80cb0aa913e64b4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4c5842f1a84ddd" /><Relationship Type="http://schemas.openxmlformats.org/officeDocument/2006/relationships/notesMaster" Target="/ppt/notesMasters/notesMaster1.xml" Id="Rdb7882c2725c4f3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5b28acb5bb492c" /><Relationship Type="http://schemas.openxmlformats.org/officeDocument/2006/relationships/notesMaster" Target="/ppt/notesMasters/notesMaster1.xml" Id="Ra6c068bec26b4c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a53f3bb4574d53" /><Relationship Type="http://schemas.openxmlformats.org/officeDocument/2006/relationships/notesMaster" Target="/ppt/notesMasters/notesMaster1.xml" Id="R96041d6079fe4de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9748da8717e4003" /><Relationship Type="http://schemas.openxmlformats.org/officeDocument/2006/relationships/notesMaster" Target="/ppt/notesMasters/notesMaster1.xml" Id="R8d8e27dad2914a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b4eeca63bd64acb" /><Relationship Type="http://schemas.openxmlformats.org/officeDocument/2006/relationships/notesMaster" Target="/ppt/notesMasters/notesMaster1.xml" Id="R6077028e4add4fd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afd3ba7b7b8416a" /><Relationship Type="http://schemas.openxmlformats.org/officeDocument/2006/relationships/notesMaster" Target="/ppt/notesMasters/notesMaster1.xml" Id="R23d7f02b604145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04dc6d6368b4c11" /><Relationship Type="http://schemas.openxmlformats.org/officeDocument/2006/relationships/notesMaster" Target="/ppt/notesMasters/notesMaster1.xml" Id="R31f2600777374a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c7eee89099949ee" /><Relationship Type="http://schemas.openxmlformats.org/officeDocument/2006/relationships/notesMaster" Target="/ppt/notesMasters/notesMaster1.xml" Id="R0f396005d82141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b810aa91989413c" /><Relationship Type="http://schemas.openxmlformats.org/officeDocument/2006/relationships/notesMaster" Target="/ppt/notesMasters/notesMaster1.xml" Id="R9f261ef8d2c043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45b8e144f2b466e" /><Relationship Type="http://schemas.openxmlformats.org/officeDocument/2006/relationships/notesMaster" Target="/ppt/notesMasters/notesMaster1.xml" Id="R90ad715b11204bc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c097d8cd1d4499c" /><Relationship Type="http://schemas.openxmlformats.org/officeDocument/2006/relationships/notesMaster" Target="/ppt/notesMasters/notesMaster1.xml" Id="Ra5eb4ffded4e473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08d66c708ab4b2b" /><Relationship Type="http://schemas.openxmlformats.org/officeDocument/2006/relationships/notesMaster" Target="/ppt/notesMasters/notesMaster1.xml" Id="R94fc2c2757e6451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80cba20a38e47e7" /><Relationship Type="http://schemas.openxmlformats.org/officeDocument/2006/relationships/notesMaster" Target="/ppt/notesMasters/notesMaster1.xml" Id="Ra56baf97553b453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d57aff2b1cb4416" /><Relationship Type="http://schemas.openxmlformats.org/officeDocument/2006/relationships/notesMaster" Target="/ppt/notesMasters/notesMaster1.xml" Id="R5d05a022a744416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ab1eec1a5f94135" /><Relationship Type="http://schemas.openxmlformats.org/officeDocument/2006/relationships/notesMaster" Target="/ppt/notesMasters/notesMaster1.xml" Id="Re4263ab574ca44f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782bc940f534703" /><Relationship Type="http://schemas.openxmlformats.org/officeDocument/2006/relationships/notesMaster" Target="/ppt/notesMasters/notesMaster1.xml" Id="R7ba8b0cfc3554aa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d5e1b00d97c4a22" /><Relationship Type="http://schemas.openxmlformats.org/officeDocument/2006/relationships/notesMaster" Target="/ppt/notesMasters/notesMaster1.xml" Id="R14ee0ef93caa4f5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73d2ebe50bd4b00" /><Relationship Type="http://schemas.openxmlformats.org/officeDocument/2006/relationships/notesMaster" Target="/ppt/notesMasters/notesMaster1.xml" Id="R5815cb4f829d44b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f896b3b88dd4fb6" /><Relationship Type="http://schemas.openxmlformats.org/officeDocument/2006/relationships/notesMaster" Target="/ppt/notesMasters/notesMaster1.xml" Id="Re04ddb53f8d746b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a17444ac6064f69" /><Relationship Type="http://schemas.openxmlformats.org/officeDocument/2006/relationships/notesMaster" Target="/ppt/notesMasters/notesMaster1.xml" Id="R5f3f4d490f64405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300a71e92864976" /><Relationship Type="http://schemas.openxmlformats.org/officeDocument/2006/relationships/notesMaster" Target="/ppt/notesMasters/notesMaster1.xml" Id="R4ef01fdb90ac4d4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e8fe4f581c147d5" /><Relationship Type="http://schemas.openxmlformats.org/officeDocument/2006/relationships/notesMaster" Target="/ppt/notesMasters/notesMaster1.xml" Id="Rf9e974976e5e4b8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a286087d0974c67" /><Relationship Type="http://schemas.openxmlformats.org/officeDocument/2006/relationships/notesMaster" Target="/ppt/notesMasters/notesMaster1.xml" Id="Rae5ef2734d754a5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199c18d8f2c420a" /><Relationship Type="http://schemas.openxmlformats.org/officeDocument/2006/relationships/notesMaster" Target="/ppt/notesMasters/notesMaster1.xml" Id="R97fa1a48108e4a8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f7c786d437f443e" /><Relationship Type="http://schemas.openxmlformats.org/officeDocument/2006/relationships/notesMaster" Target="/ppt/notesMasters/notesMaster1.xml" Id="Rc1fcf61b8a054c7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874df6f76624c97" /><Relationship Type="http://schemas.openxmlformats.org/officeDocument/2006/relationships/notesMaster" Target="/ppt/notesMasters/notesMaster1.xml" Id="R75265fca551c450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7020c50edd649c7" /><Relationship Type="http://schemas.openxmlformats.org/officeDocument/2006/relationships/notesMaster" Target="/ppt/notesMasters/notesMaster1.xml" Id="R8973a4ac061c4de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9e71e872278446e" /><Relationship Type="http://schemas.openxmlformats.org/officeDocument/2006/relationships/notesMaster" Target="/ppt/notesMasters/notesMaster1.xml" Id="Ra1ce59306c6648e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348a82de2d24a02" /><Relationship Type="http://schemas.openxmlformats.org/officeDocument/2006/relationships/notesMaster" Target="/ppt/notesMasters/notesMaster1.xml" Id="R336d4f5d48fe4ea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52991fa3e95485d" /><Relationship Type="http://schemas.openxmlformats.org/officeDocument/2006/relationships/notesMaster" Target="/ppt/notesMasters/notesMaster1.xml" Id="Rfc63fe8ce1fe4f9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8585dd291594bf8" /><Relationship Type="http://schemas.openxmlformats.org/officeDocument/2006/relationships/notesMaster" Target="/ppt/notesMasters/notesMaster1.xml" Id="Rd31168178bd242f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17046b9664ae48f9" /><Relationship Type="http://schemas.openxmlformats.org/officeDocument/2006/relationships/notesMaster" Target="/ppt/notesMasters/notesMaster1.xml" Id="R691045241bf047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Philips AI strategy material already cited on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roadmap material already cited on slide 8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Diagram summarizes the confirmed steps from slides 9–13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MS-4004 playlist already cited on slide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365 Copilot workflow summarized from slides 19–23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described on slides 24–27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prompt structure on slide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workflow on slides 24–30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b7e0c4211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7572713c242ff" /><Relationship Type="http://schemas.openxmlformats.org/officeDocument/2006/relationships/slideLayout" Target="/ppt/slideLayouts/slideLayout1.xml" Id="R88f461be050048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f461be050048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9c64378614481" /><Relationship Type="http://schemas.openxmlformats.org/officeDocument/2006/relationships/hyperlink" Target="https://aiskillsnavigator.microsoft.com/" TargetMode="External" Id="Rc7d07158a33344eb" /><Relationship Type="http://schemas.openxmlformats.org/officeDocument/2006/relationships/notesSlide" Target="/ppt/notesSlides/notesSlide1.xml" Id="R4eeef244c42c46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689e30fd145ea" /><Relationship Type="http://schemas.openxmlformats.org/officeDocument/2006/relationships/hyperlink" Target="https://www.aigateway.ai.inside.philips.com/" TargetMode="External" Id="Raab97d10ac8a4436" /><Relationship Type="http://schemas.openxmlformats.org/officeDocument/2006/relationships/notesSlide" Target="/ppt/notesSlides/notesSlide2.xml" Id="R30b97c7c0892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11d050ffb4bce" /><Relationship Type="http://schemas.openxmlformats.org/officeDocument/2006/relationships/hyperlink" Target="https://www.aigateway.ai.inside.philips.com/" TargetMode="External" Id="R0a22c2ae84204f5b" /><Relationship Type="http://schemas.openxmlformats.org/officeDocument/2006/relationships/notesSlide" Target="/ppt/notesSlides/notesSlide3.xml" Id="R78f4e0be521d43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c38df19624b73" /><Relationship Type="http://schemas.openxmlformats.org/officeDocument/2006/relationships/hyperlink" Target="https://aiskillsnavigator.microsoft.com/" TargetMode="External" Id="Re41e0b52e5104402" /><Relationship Type="http://schemas.openxmlformats.org/officeDocument/2006/relationships/notesSlide" Target="/ppt/notesSlides/notesSlide4.xml" Id="Rb6d663773d0847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1d476bd24650" /><Relationship Type="http://schemas.openxmlformats.org/officeDocument/2006/relationships/hyperlink" Target="https://aiskillsnavigator.microsoft.com/" TargetMode="External" Id="R0c31167a3685499f" /><Relationship Type="http://schemas.openxmlformats.org/officeDocument/2006/relationships/notesSlide" Target="/ppt/notesSlides/notesSlide5.xml" Id="R84ad88c3cab1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ba49f23844de2" /><Relationship Type="http://schemas.openxmlformats.org/officeDocument/2006/relationships/hyperlink" Target="https://www.aigateway.ai.inside.philips.com/" TargetMode="External" Id="R870f1235bdfe438a" /><Relationship Type="http://schemas.openxmlformats.org/officeDocument/2006/relationships/notesSlide" Target="/ppt/notesSlides/notesSlide6.xml" Id="Rc880a3eec51c4c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7132ae43646c5" /><Relationship Type="http://schemas.openxmlformats.org/officeDocument/2006/relationships/image" Target="/ppt/media/image.png" Id="R66ef4ad7188148c2" /><Relationship Type="http://schemas.openxmlformats.org/officeDocument/2006/relationships/hyperlink" Target="https://www.aigateway.ai.inside.philips.com/" TargetMode="External" Id="R7611af83af8144e0" /><Relationship Type="http://schemas.openxmlformats.org/officeDocument/2006/relationships/notesSlide" Target="/ppt/notesSlides/notesSlide7.xml" Id="Rf0e4f9e43e534d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17211d9254764" /><Relationship Type="http://schemas.openxmlformats.org/officeDocument/2006/relationships/image" Target="/ppt/media/image.png" Id="R610186352ece4afa" /><Relationship Type="http://schemas.openxmlformats.org/officeDocument/2006/relationships/hyperlink" Target="https://www.aigateway.ai.inside.philips.com/" TargetMode="External" Id="R163d7ac8bb5e497c" /><Relationship Type="http://schemas.openxmlformats.org/officeDocument/2006/relationships/notesSlide" Target="/ppt/notesSlides/notesSlide8.xml" Id="R5407738edda149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00b3b5294778" /><Relationship Type="http://schemas.openxmlformats.org/officeDocument/2006/relationships/image" Target="/ppt/media/image.png" Id="R81c65312740848b3" /><Relationship Type="http://schemas.openxmlformats.org/officeDocument/2006/relationships/hyperlink" Target="https://www.aigateway.ai.inside.philips.com/" TargetMode="External" Id="R1bc3543ce93d49a2" /><Relationship Type="http://schemas.openxmlformats.org/officeDocument/2006/relationships/notesSlide" Target="/ppt/notesSlides/notesSlide9.xml" Id="R3de09dd5962246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c5bd14f714d76" /><Relationship Type="http://schemas.openxmlformats.org/officeDocument/2006/relationships/hyperlink" Target="https://www.aigateway.ai.inside.philips.com/" TargetMode="External" Id="R4d03800e332b4cb9" /><Relationship Type="http://schemas.openxmlformats.org/officeDocument/2006/relationships/notesSlide" Target="/ppt/notesSlides/notesSlide10.xml" Id="R829b1c004e484d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ae8b978204895" /><Relationship Type="http://schemas.openxmlformats.org/officeDocument/2006/relationships/hyperlink" Target="https://www.aigateway.ai.inside.philips.com/" TargetMode="External" Id="Rc1e05d6330e74241" /><Relationship Type="http://schemas.openxmlformats.org/officeDocument/2006/relationships/notesSlide" Target="/ppt/notesSlides/notesSlide11.xml" Id="R4792b7ec64254b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fb898d2444b77" /><Relationship Type="http://schemas.openxmlformats.org/officeDocument/2006/relationships/hyperlink" Target="https://philips.service-now.com/itportal?id=kb_article&amp;sysparm_article=KB1528249&amp;sys_id=24240f5bfb794b54ae1afb576eefdc0f&amp;spa=1" TargetMode="External" Id="R8a540df1e3014256" /><Relationship Type="http://schemas.openxmlformats.org/officeDocument/2006/relationships/notesSlide" Target="/ppt/notesSlides/notesSlide12.xml" Id="R28ab899ccf7b40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e1568032e4fd3" /><Relationship Type="http://schemas.openxmlformats.org/officeDocument/2006/relationships/hyperlink" Target="https://philips.service-now.com/itportal?id=kb_article&amp;sysparm_article=KB1528249&amp;sys_id=24240f5bfb794b54ae1afb576eefdc0f&amp;spa=1" TargetMode="External" Id="R64bd76e1a5ef4b47" /><Relationship Type="http://schemas.openxmlformats.org/officeDocument/2006/relationships/notesSlide" Target="/ppt/notesSlides/notesSlide13.xml" Id="R439686d72ae443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a6f1757e944d0" /><Relationship Type="http://schemas.openxmlformats.org/officeDocument/2006/relationships/image" Target="/ppt/media/image2.png" Id="R5e9e8d7b20824db8" /><Relationship Type="http://schemas.openxmlformats.org/officeDocument/2006/relationships/hyperlink" Target="https://philips.service-now.com/itportal?id=kb_article&amp;sysparm_article=KB1528249&amp;sys_id=24240f5bfb794b54ae1afb576eefdc0f&amp;spa=1" TargetMode="External" Id="Rfd74fc7ec6f74e01" /><Relationship Type="http://schemas.openxmlformats.org/officeDocument/2006/relationships/notesSlide" Target="/ppt/notesSlides/notesSlide14.xml" Id="R0abf3daec54c44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3d1ddbbcd4d38" /><Relationship Type="http://schemas.openxmlformats.org/officeDocument/2006/relationships/hyperlink" Target="https://www.aigateway.ai.inside.philips.com/" TargetMode="External" Id="Rf398faeb08c14e96" /><Relationship Type="http://schemas.openxmlformats.org/officeDocument/2006/relationships/hyperlink" Target="https://philips.service-now.com/itportal?id=kb_article&amp;sysparm_article=KB1528249&amp;sys_id=24240f5bfb794b54ae1afb576eefdc0f&amp;spa=1" TargetMode="External" Id="Rc79556857abc43bb" /><Relationship Type="http://schemas.openxmlformats.org/officeDocument/2006/relationships/image" Target="/ppt/media/image3.png" Id="Raec77f7445c34c29" /><Relationship Type="http://schemas.openxmlformats.org/officeDocument/2006/relationships/notesSlide" Target="/ppt/notesSlides/notesSlide15.xml" Id="R0611185efff942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8241ca4d943a4" /><Relationship Type="http://schemas.openxmlformats.org/officeDocument/2006/relationships/hyperlink" Target="https://philips.service-now.com/itportal?id=kb_article&amp;sysparm_article=KB1528249&amp;sys_id=24240f5bfb794b54ae1afb576eefdc0f&amp;spa=1" TargetMode="External" Id="Rc083de2861b5429d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4c10957197474604" /><Relationship Type="http://schemas.openxmlformats.org/officeDocument/2006/relationships/image" Target="/ppt/media/image4.png" Id="R2252bd7a29f64b79" /><Relationship Type="http://schemas.openxmlformats.org/officeDocument/2006/relationships/notesSlide" Target="/ppt/notesSlides/notesSlide16.xml" Id="R8801794d729a4f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118d59b8c44b9" /><Relationship Type="http://schemas.openxmlformats.org/officeDocument/2006/relationships/image" Target="/ppt/media/image5.png" Id="R61b8ccad1ebb4b3f" /><Relationship Type="http://schemas.openxmlformats.org/officeDocument/2006/relationships/hyperlink" Target="https://philips.service-now.com/itportal?id=kb_article&amp;sysparm_article=KB1528249&amp;sys_id=24240f5bfb794b54ae1afb576eefdc0f&amp;spa=1" TargetMode="External" Id="R51fc2bea7b2f460c" /><Relationship Type="http://schemas.openxmlformats.org/officeDocument/2006/relationships/notesSlide" Target="/ppt/notesSlides/notesSlide17.xml" Id="Rbe6971f4cd4842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c3f13c2c54c2d" /><Relationship Type="http://schemas.openxmlformats.org/officeDocument/2006/relationships/hyperlink" Target="https://www.aigateway.ai.inside.philips.com/" TargetMode="External" Id="R7fa136a549594a12" /><Relationship Type="http://schemas.openxmlformats.org/officeDocument/2006/relationships/notesSlide" Target="/ppt/notesSlides/notesSlide18.xml" Id="R210ab978172842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8877d58ba433b" /><Relationship Type="http://schemas.openxmlformats.org/officeDocument/2006/relationships/hyperlink" Target="https://www.aigateway.ai.inside.philips.com/" TargetMode="External" Id="R2abcc8895e6b418b" /><Relationship Type="http://schemas.openxmlformats.org/officeDocument/2006/relationships/notesSlide" Target="/ppt/notesSlides/notesSlide19.xml" Id="R628a266af4a44f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492ab67e94bfe" /><Relationship Type="http://schemas.openxmlformats.org/officeDocument/2006/relationships/hyperlink" Target="https://www.aigateway.ai.inside.philips.com/" TargetMode="External" Id="R10057247d7ea43b0" /><Relationship Type="http://schemas.openxmlformats.org/officeDocument/2006/relationships/hyperlink" Target="https://philips-ai-tool-lab.github.io/ai-tool-lab-preview/" TargetMode="External" Id="R83563efb85e64073" /><Relationship Type="http://schemas.openxmlformats.org/officeDocument/2006/relationships/notesSlide" Target="/ppt/notesSlides/notesSlide20.xml" Id="Rb70bd7a2df0345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c1e2ed95d4df4" /><Relationship Type="http://schemas.openxmlformats.org/officeDocument/2006/relationships/hyperlink" Target="https://www.aigateway.ai.inside.philips.com/" TargetMode="External" Id="Rccba8a1aa5e44385" /><Relationship Type="http://schemas.openxmlformats.org/officeDocument/2006/relationships/hyperlink" Target="https://philips-ai-tool-lab.github.io/ai-tool-lab-preview/" TargetMode="External" Id="R574defae22bb4d41" /><Relationship Type="http://schemas.openxmlformats.org/officeDocument/2006/relationships/notesSlide" Target="/ppt/notesSlides/notesSlide21.xml" Id="Rea468fc16fb142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995f238bb4eb6" /><Relationship Type="http://schemas.openxmlformats.org/officeDocument/2006/relationships/hyperlink" Target="https://www.aigateway.ai.inside.philips.com/" TargetMode="External" Id="Rbca8ce6649d146d5" /><Relationship Type="http://schemas.openxmlformats.org/officeDocument/2006/relationships/notesSlide" Target="/ppt/notesSlides/notesSlide22.xml" Id="R5b15f3674a1344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8211d315a4e46" /><Relationship Type="http://schemas.openxmlformats.org/officeDocument/2006/relationships/image" Target="/ppt/media/image6.png" Id="Ra4d1e8b3d1aa4c49" /><Relationship Type="http://schemas.openxmlformats.org/officeDocument/2006/relationships/hyperlink" Target="https://aiskillsnavigator.microsoft.com/" TargetMode="External" Id="R367ac92632cf46bc" /><Relationship Type="http://schemas.openxmlformats.org/officeDocument/2006/relationships/hyperlink" Target="https://m365.cloud.microsoft/chat" TargetMode="External" Id="R1ff395582ab44395" /><Relationship Type="http://schemas.openxmlformats.org/officeDocument/2006/relationships/notesSlide" Target="/ppt/notesSlides/notesSlide23.xml" Id="R619c161320df4c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8ab3972844b73" /><Relationship Type="http://schemas.openxmlformats.org/officeDocument/2006/relationships/hyperlink" Target="https://aiskillsnavigator.microsoft.com/" TargetMode="External" Id="R2a881ca7ac734fc7" /><Relationship Type="http://schemas.openxmlformats.org/officeDocument/2006/relationships/hyperlink" Target="https://aiskillsnavigator.microsoft.com/playlists/291ff1ba-c754-44f1-9814-ef8917f8c989" TargetMode="External" Id="R4eb0739d00824bf5" /><Relationship Type="http://schemas.openxmlformats.org/officeDocument/2006/relationships/hyperlink" Target="https://m365.cloud.microsoft/chat" TargetMode="External" Id="Rf15d13f068564e96" /><Relationship Type="http://schemas.openxmlformats.org/officeDocument/2006/relationships/notesSlide" Target="/ppt/notesSlides/notesSlide24.xml" Id="Rb6b4b12ae78d4e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1c5c343df46cf" /><Relationship Type="http://schemas.openxmlformats.org/officeDocument/2006/relationships/image" Target="/ppt/media/image7.png" Id="Rc6dbc32b89c94a57" /><Relationship Type="http://schemas.openxmlformats.org/officeDocument/2006/relationships/hyperlink" Target="https://aiskillsnavigator.microsoft.com/" TargetMode="External" Id="R6630055e9db14fdd" /><Relationship Type="http://schemas.openxmlformats.org/officeDocument/2006/relationships/notesSlide" Target="/ppt/notesSlides/notesSlide25.xml" Id="R2a354f2e3ed946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a7919ee404b6d" /><Relationship Type="http://schemas.openxmlformats.org/officeDocument/2006/relationships/image" Target="/ppt/media/image8.png" Id="R888da229142f42d8" /><Relationship Type="http://schemas.openxmlformats.org/officeDocument/2006/relationships/hyperlink" Target="https://aiskillsnavigator.microsoft.com/playlists/291ff1ba-c754-44f1-9814-ef8917f8c989" TargetMode="External" Id="Raf6962faf3dc4802" /><Relationship Type="http://schemas.openxmlformats.org/officeDocument/2006/relationships/notesSlide" Target="/ppt/notesSlides/notesSlide26.xml" Id="Rfd488065b1b743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fe48d10244138" /><Relationship Type="http://schemas.openxmlformats.org/officeDocument/2006/relationships/image" Target="/ppt/media/image9.png" Id="Rf12d860d045a4529" /><Relationship Type="http://schemas.openxmlformats.org/officeDocument/2006/relationships/hyperlink" Target="https://aiskillsnavigator.microsoft.com/playlists/291ff1ba-c754-44f1-9814-ef8917f8c989" TargetMode="External" Id="Rf08c4e22dc554809" /><Relationship Type="http://schemas.openxmlformats.org/officeDocument/2006/relationships/hyperlink" Target="https://learn.microsoft.com/zh-cn/training/courses/ms-4004" TargetMode="External" Id="Rc121bd606a324171" /><Relationship Type="http://schemas.openxmlformats.org/officeDocument/2006/relationships/notesSlide" Target="/ppt/notesSlides/notesSlide27.xml" Id="R72dbb307597c49c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d0935c5ab4a32" /><Relationship Type="http://schemas.openxmlformats.org/officeDocument/2006/relationships/hyperlink" Target="https://aiskillsnavigator.microsoft.com/playlists/291ff1ba-c754-44f1-9814-ef8917f8c989" TargetMode="External" Id="R7094d2ad07904463" /><Relationship Type="http://schemas.openxmlformats.org/officeDocument/2006/relationships/notesSlide" Target="/ppt/notesSlides/notesSlide28.xml" Id="R41add98524c942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025687d1e4c77" /><Relationship Type="http://schemas.openxmlformats.org/officeDocument/2006/relationships/hyperlink" Target="https://aiskillsnavigator.microsoft.com/playlists/291ff1ba-c754-44f1-9814-ef8917f8c989" TargetMode="External" Id="R020ac9f7565242d5" /><Relationship Type="http://schemas.openxmlformats.org/officeDocument/2006/relationships/notesSlide" Target="/ppt/notesSlides/notesSlide29.xml" Id="R19c8b55c909841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bf8a5e594c85" /><Relationship Type="http://schemas.openxmlformats.org/officeDocument/2006/relationships/hyperlink" Target="https://m365.cloud.microsoft/chat" TargetMode="External" Id="Rda882ed43af441d7" /><Relationship Type="http://schemas.openxmlformats.org/officeDocument/2006/relationships/notesSlide" Target="/ppt/notesSlides/notesSlide30.xml" Id="R85e5ffba9d57454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5d1095db4fca" /><Relationship Type="http://schemas.openxmlformats.org/officeDocument/2006/relationships/hyperlink" Target="https://m365.cloud.microsoft/chat" TargetMode="External" Id="Ra6699a6d60614b86" /><Relationship Type="http://schemas.openxmlformats.org/officeDocument/2006/relationships/notesSlide" Target="/ppt/notesSlides/notesSlide31.xml" Id="R15c167d81b5f45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ccfb19165407a" /><Relationship Type="http://schemas.openxmlformats.org/officeDocument/2006/relationships/hyperlink" Target="https://m365.cloud.microsoft/chat" TargetMode="External" Id="Rb92e2806bad44914" /><Relationship Type="http://schemas.openxmlformats.org/officeDocument/2006/relationships/notesSlide" Target="/ppt/notesSlides/notesSlide32.xml" Id="R0dcfeeabc40b4c0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c3af9d1154348" /><Relationship Type="http://schemas.openxmlformats.org/officeDocument/2006/relationships/hyperlink" Target="https://m365.cloud.microsoft/chat" TargetMode="External" Id="Rb57e3742449c4653" /><Relationship Type="http://schemas.openxmlformats.org/officeDocument/2006/relationships/notesSlide" Target="/ppt/notesSlides/notesSlide33.xml" Id="R3b0c5f326d6f4a1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a9cbf72524969" /><Relationship Type="http://schemas.openxmlformats.org/officeDocument/2006/relationships/hyperlink" Target="https://m365.cloud.microsoft/chat" TargetMode="External" Id="R89c73efae61541d4" /><Relationship Type="http://schemas.openxmlformats.org/officeDocument/2006/relationships/notesSlide" Target="/ppt/notesSlides/notesSlide34.xml" Id="Rf2090b05bba74b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5766aaaab4fdf" /><Relationship Type="http://schemas.openxmlformats.org/officeDocument/2006/relationships/hyperlink" Target="https://m365.cloud.microsoft/chat" TargetMode="External" Id="R60bb68aa82de406d" /><Relationship Type="http://schemas.openxmlformats.org/officeDocument/2006/relationships/notesSlide" Target="/ppt/notesSlides/notesSlide35.xml" Id="R14fc24e49c3f48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6e425dad540cf" /><Relationship Type="http://schemas.openxmlformats.org/officeDocument/2006/relationships/hyperlink" Target="https://m365.cloud.microsoft/chat" TargetMode="External" Id="Rb34336b2cdc34692" /><Relationship Type="http://schemas.openxmlformats.org/officeDocument/2006/relationships/notesSlide" Target="/ppt/notesSlides/notesSlide36.xml" Id="R3db843a9c6c647b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fbac0bc44a65" /><Relationship Type="http://schemas.openxmlformats.org/officeDocument/2006/relationships/hyperlink" Target="https://m365.cloud.microsoft/chat" TargetMode="External" Id="R92cd52a8fd094df2" /><Relationship Type="http://schemas.openxmlformats.org/officeDocument/2006/relationships/notesSlide" Target="/ppt/notesSlides/notesSlide37.xml" Id="R33b1e9353ea34d2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75c3682944fd3" /><Relationship Type="http://schemas.openxmlformats.org/officeDocument/2006/relationships/hyperlink" Target="https://m365.cloud.microsoft/chat" TargetMode="External" Id="Re19ea7c904954706" /><Relationship Type="http://schemas.openxmlformats.org/officeDocument/2006/relationships/notesSlide" Target="/ppt/notesSlides/notesSlide38.xml" Id="Rd5b3954540fa461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107d28e2b4b4a" /><Relationship Type="http://schemas.openxmlformats.org/officeDocument/2006/relationships/image" Target="/ppt/media/image10.png" Id="Ra1d49540bebf41e9" /><Relationship Type="http://schemas.openxmlformats.org/officeDocument/2006/relationships/hyperlink" Target="https://m365.cloud.microsoft/chat" TargetMode="External" Id="Rb5bf7d9d4dbc4111" /><Relationship Type="http://schemas.openxmlformats.org/officeDocument/2006/relationships/notesSlide" Target="/ppt/notesSlides/notesSlide39.xml" Id="Rb067c01b15d64a8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759a5f751420c" /><Relationship Type="http://schemas.openxmlformats.org/officeDocument/2006/relationships/hyperlink" Target="https://m365.cloud.microsoft/chat" TargetMode="External" Id="R7c3a06f24fd24f69" /><Relationship Type="http://schemas.openxmlformats.org/officeDocument/2006/relationships/notesSlide" Target="/ppt/notesSlides/notesSlide40.xml" Id="Ra67ed79e5f75424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0e172bd88425b" /><Relationship Type="http://schemas.openxmlformats.org/officeDocument/2006/relationships/hyperlink" Target="https://m365.cloud.microsoft/chat" TargetMode="External" Id="R2a8a5e767b7544de" /><Relationship Type="http://schemas.openxmlformats.org/officeDocument/2006/relationships/notesSlide" Target="/ppt/notesSlides/notesSlide41.xml" Id="R79db2767a0f54ae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6f076fee649c9" /><Relationship Type="http://schemas.openxmlformats.org/officeDocument/2006/relationships/hyperlink" Target="https://m365.cloud.microsoft/chat" TargetMode="External" Id="R2c05fcd9e4b84083" /><Relationship Type="http://schemas.openxmlformats.org/officeDocument/2006/relationships/notesSlide" Target="/ppt/notesSlides/notesSlide42.xml" Id="R4a10a57af40d4c8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498bf99424b34" /><Relationship Type="http://schemas.openxmlformats.org/officeDocument/2006/relationships/hyperlink" Target="https://m365.cloud.microsoft/chat" TargetMode="External" Id="R0ec40057e52d4947" /><Relationship Type="http://schemas.openxmlformats.org/officeDocument/2006/relationships/notesSlide" Target="/ppt/notesSlides/notesSlide43.xml" Id="Rd76be15e69d24f5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4cc37c8b643cc" /><Relationship Type="http://schemas.openxmlformats.org/officeDocument/2006/relationships/hyperlink" Target="https://m365.cloud.microsoft/chat" TargetMode="External" Id="Rae30965e11804940" /><Relationship Type="http://schemas.openxmlformats.org/officeDocument/2006/relationships/notesSlide" Target="/ppt/notesSlides/notesSlide44.xml" Id="Rbefb85235eb7480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a8e5ac4ef454f" /><Relationship Type="http://schemas.openxmlformats.org/officeDocument/2006/relationships/hyperlink" Target="https://philips-ai-tool-lab.github.io/ai-tool-lab-preview/" TargetMode="External" Id="Rb7f098039658409e" /><Relationship Type="http://schemas.openxmlformats.org/officeDocument/2006/relationships/hyperlink" Target="https://philips-ai-tool-lab.github.io/ai-tool-lab-preview/#agent-builder-path" TargetMode="External" Id="Rd7c8fe60ee4b4fe6" /><Relationship Type="http://schemas.openxmlformats.org/officeDocument/2006/relationships/hyperlink" Target="https://m365.cloud.microsoft/chat" TargetMode="External" Id="R8149e47408074f59" /><Relationship Type="http://schemas.openxmlformats.org/officeDocument/2006/relationships/notesSlide" Target="/ppt/notesSlides/notesSlide45.xml" Id="Rffd6db931dad46c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be7ffdf00498c" /><Relationship Type="http://schemas.openxmlformats.org/officeDocument/2006/relationships/image" Target="/ppt/media/image11.png" Id="Rb0b6b4ff567a4224" /><Relationship Type="http://schemas.openxmlformats.org/officeDocument/2006/relationships/hyperlink" Target="https://philips-ai-tool-lab.github.io/ai-tool-lab-preview/" TargetMode="External" Id="R861ea10c74cd4426" /><Relationship Type="http://schemas.openxmlformats.org/officeDocument/2006/relationships/hyperlink" Target="https://philips-ai-tool-lab.github.io/ai-tool-lab-preview/#agent-builder-path" TargetMode="External" Id="Re7605f3dcecc4f0e" /><Relationship Type="http://schemas.openxmlformats.org/officeDocument/2006/relationships/notesSlide" Target="/ppt/notesSlides/notesSlide46.xml" Id="R7f3184c65f68418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01bc801074c0f" /><Relationship Type="http://schemas.openxmlformats.org/officeDocument/2006/relationships/hyperlink" Target="https://philips-ai-tool-lab.github.io/ai-tool-lab-preview/labs/chief-of-staff/" TargetMode="External" Id="Rd5afa0c94aff4764" /><Relationship Type="http://schemas.openxmlformats.org/officeDocument/2006/relationships/hyperlink" Target="https://philips-ai-tool-lab.github.io/ai-tool-lab-preview/labs/product-manual-faq/" TargetMode="External" Id="Rc262901e64c44e8a" /><Relationship Type="http://schemas.openxmlformats.org/officeDocument/2006/relationships/hyperlink" Target="https://philips-ai-tool-lab.github.io/ai-tool-lab-preview/labs/meeting-follow-up/" TargetMode="External" Id="Rc0d3dbc5d8f443dd" /><Relationship Type="http://schemas.openxmlformats.org/officeDocument/2006/relationships/hyperlink" Target="https://philips-ai-tool-lab.github.io/ai-tool-lab-preview/labs/funnel-data-analyst/" TargetMode="External" Id="Ra2242bf50d1c4774" /><Relationship Type="http://schemas.openxmlformats.org/officeDocument/2006/relationships/notesSlide" Target="/ppt/notesSlides/notesSlide47.xml" Id="R562d1412b9134a9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d58f6e794659" /><Relationship Type="http://schemas.openxmlformats.org/officeDocument/2006/relationships/image" Target="/ppt/media/image12.png" Id="R3e283772ebfd4c1d" /><Relationship Type="http://schemas.openxmlformats.org/officeDocument/2006/relationships/hyperlink" Target="https://philips-ai-tool-lab.github.io/ai-tool-lab-preview/labs/chief-of-staff/" TargetMode="External" Id="Rf4ee5a551a374f31" /><Relationship Type="http://schemas.openxmlformats.org/officeDocument/2006/relationships/notesSlide" Target="/ppt/notesSlides/notesSlide48.xml" Id="R05d012466b914d8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0c8a45623462b" /><Relationship Type="http://schemas.openxmlformats.org/officeDocument/2006/relationships/image" Target="/ppt/media/image13.png" Id="R6a1f924379694ae6" /><Relationship Type="http://schemas.openxmlformats.org/officeDocument/2006/relationships/hyperlink" Target="https://philips-ai-tool-lab.github.io/ai-tool-lab-preview/labs/product-manual-faq/" TargetMode="External" Id="R13a30a6975c6462a" /><Relationship Type="http://schemas.openxmlformats.org/officeDocument/2006/relationships/notesSlide" Target="/ppt/notesSlides/notesSlide49.xml" Id="Rd386c0b0a92743c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5f3fa471c4a56" /><Relationship Type="http://schemas.openxmlformats.org/officeDocument/2006/relationships/image" Target="/ppt/media/image14.png" Id="Rc41f9a3d8a9940c7" /><Relationship Type="http://schemas.openxmlformats.org/officeDocument/2006/relationships/hyperlink" Target="https://philips-ai-tool-lab.github.io/ai-tool-lab-preview/labs/meeting-follow-up/" TargetMode="External" Id="R79e55a675d944e42" /><Relationship Type="http://schemas.openxmlformats.org/officeDocument/2006/relationships/notesSlide" Target="/ppt/notesSlides/notesSlide50.xml" Id="R8c9d4ec28e844c9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c00c826cb46f7" /><Relationship Type="http://schemas.openxmlformats.org/officeDocument/2006/relationships/image" Target="/ppt/media/image15.png" Id="Rd4cd0e86786d4971" /><Relationship Type="http://schemas.openxmlformats.org/officeDocument/2006/relationships/hyperlink" Target="https://philips-ai-tool-lab.github.io/ai-tool-lab-preview/labs/funnel-data-analyst/" TargetMode="External" Id="Rb198a5a3cb9f43e1" /><Relationship Type="http://schemas.openxmlformats.org/officeDocument/2006/relationships/notesSlide" Target="/ppt/notesSlides/notesSlide51.xml" Id="R011f2fdfcdfa442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60a4515cb4ea8" /><Relationship Type="http://schemas.openxmlformats.org/officeDocument/2006/relationships/hyperlink" Target="https://philips-ai-tool-lab.github.io/ai-tool-lab-preview/#agent-builder-path" TargetMode="External" Id="R70ace195273c4a7b" /><Relationship Type="http://schemas.openxmlformats.org/officeDocument/2006/relationships/notesSlide" Target="/ppt/notesSlides/notesSlide52.xml" Id="Rb84ae907974a476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2df4b29c74c6a" /><Relationship Type="http://schemas.openxmlformats.org/officeDocument/2006/relationships/image" Target="/ppt/media/image16.png" Id="R6b336c29eeae4008" /><Relationship Type="http://schemas.openxmlformats.org/officeDocument/2006/relationships/hyperlink" Target="https://m365.cloud.microsoft/chat" TargetMode="External" Id="Raef93260f41441ea" /><Relationship Type="http://schemas.openxmlformats.org/officeDocument/2006/relationships/notesSlide" Target="/ppt/notesSlides/notesSlide53.xml" Id="R0132178b50934fe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db8d879594b04" /><Relationship Type="http://schemas.openxmlformats.org/officeDocument/2006/relationships/image" Target="/ppt/media/image17.png" Id="R6ee2a0687fe847c8" /><Relationship Type="http://schemas.openxmlformats.org/officeDocument/2006/relationships/hyperlink" Target="https://philips-ai-tool-lab.github.io/ai-tool-lab-preview/#agent-builder-path" TargetMode="External" Id="R9a212cd8095d4b78" /><Relationship Type="http://schemas.openxmlformats.org/officeDocument/2006/relationships/notesSlide" Target="/ppt/notesSlides/notesSlide54.xml" Id="Rb52401da9ae54e4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36ec14ee648f1" /><Relationship Type="http://schemas.openxmlformats.org/officeDocument/2006/relationships/image" Target="/ppt/media/image18.png" Id="R0ef31bb6a77849b9" /><Relationship Type="http://schemas.openxmlformats.org/officeDocument/2006/relationships/hyperlink" Target="https://philips-ai-tool-lab.github.io/ai-tool-lab-preview/labs/meeting-follow-up/" TargetMode="External" Id="Rd44df102591c48da" /><Relationship Type="http://schemas.openxmlformats.org/officeDocument/2006/relationships/notesSlide" Target="/ppt/notesSlides/notesSlide55.xml" Id="R148f383d8eaa45e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09638b6b74395" /><Relationship Type="http://schemas.openxmlformats.org/officeDocument/2006/relationships/image" Target="/ppt/media/image19.png" Id="Rd537b54a6df846ce" /><Relationship Type="http://schemas.openxmlformats.org/officeDocument/2006/relationships/hyperlink" Target="https://philips-ai-tool-lab.github.io/ai-tool-lab-preview/#agent-builder-path" TargetMode="External" Id="Re226693247e4407a" /><Relationship Type="http://schemas.openxmlformats.org/officeDocument/2006/relationships/notesSlide" Target="/ppt/notesSlides/notesSlide56.xml" Id="Rbccfca22e2204eb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6e4002ea7491d" /><Relationship Type="http://schemas.openxmlformats.org/officeDocument/2006/relationships/image" Target="/ppt/media/image20.png" Id="R5c9cc04240494281" /><Relationship Type="http://schemas.openxmlformats.org/officeDocument/2006/relationships/hyperlink" Target="https://philips-ai-tool-lab.github.io/ai-tool-lab-preview/labs/meeting-follow-up/" TargetMode="External" Id="Rece63f4b315941ff" /><Relationship Type="http://schemas.openxmlformats.org/officeDocument/2006/relationships/notesSlide" Target="/ppt/notesSlides/notesSlide57.xml" Id="Rf9a91f83bfc446e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7d41fed8c402c" /><Relationship Type="http://schemas.openxmlformats.org/officeDocument/2006/relationships/image" Target="/ppt/media/image21.png" Id="Rfc84539eb2b84c56" /><Relationship Type="http://schemas.openxmlformats.org/officeDocument/2006/relationships/hyperlink" Target="https://philips-ai-tool-lab.github.io/ai-tool-lab-preview/#agent-builder-path" TargetMode="External" Id="R13c0f2c321f24c76" /><Relationship Type="http://schemas.openxmlformats.org/officeDocument/2006/relationships/notesSlide" Target="/ppt/notesSlides/notesSlide58.xml" Id="Rc5224c0f48ae439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bb54427c044f0" /><Relationship Type="http://schemas.openxmlformats.org/officeDocument/2006/relationships/image" Target="/ppt/media/image22.png" Id="R6c34f7f43f45470d" /><Relationship Type="http://schemas.openxmlformats.org/officeDocument/2006/relationships/hyperlink" Target="https://m365.cloud.microsoft/chat" TargetMode="External" Id="R2419aa97cabc4095" /><Relationship Type="http://schemas.openxmlformats.org/officeDocument/2006/relationships/notesSlide" Target="/ppt/notesSlides/notesSlide59.xml" Id="R775a5f8d7c4b450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4dd6c67f74f30" /><Relationship Type="http://schemas.openxmlformats.org/officeDocument/2006/relationships/image" Target="/ppt/media/image14.png" Id="R2148523598704d8f" /><Relationship Type="http://schemas.openxmlformats.org/officeDocument/2006/relationships/hyperlink" Target="https://philips-ai-tool-lab.github.io/ai-tool-lab-preview/labs/meeting-follow-up/" TargetMode="External" Id="Rd1b06214fb7642f4" /><Relationship Type="http://schemas.openxmlformats.org/officeDocument/2006/relationships/notesSlide" Target="/ppt/notesSlides/notesSlide60.xml" Id="Rd3f6d18901064cf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f0313ec9347e4" /><Relationship Type="http://schemas.openxmlformats.org/officeDocument/2006/relationships/hyperlink" Target="https://philips-ai-tool-lab.github.io/ai-tool-lab-preview/labs/chief-of-staff/" TargetMode="External" Id="R059e4adca01141c3" /><Relationship Type="http://schemas.openxmlformats.org/officeDocument/2006/relationships/hyperlink" Target="https://philips-ai-tool-lab.github.io/ai-tool-lab-preview/labs/product-manual-faq/" TargetMode="External" Id="R8a03ce6cee504316" /><Relationship Type="http://schemas.openxmlformats.org/officeDocument/2006/relationships/hyperlink" Target="https://philips-ai-tool-lab.github.io/ai-tool-lab-preview/labs/meeting-follow-up/" TargetMode="External" Id="Rda59454731e44663" /><Relationship Type="http://schemas.openxmlformats.org/officeDocument/2006/relationships/hyperlink" Target="https://philips-ai-tool-lab.github.io/ai-tool-lab-preview/labs/funnel-data-analyst/" TargetMode="External" Id="R93dc8e29f0b94053" /><Relationship Type="http://schemas.openxmlformats.org/officeDocument/2006/relationships/hyperlink" Target="https://m365.cloud.microsoft/chat" TargetMode="External" Id="R674878f901f244d6" /><Relationship Type="http://schemas.openxmlformats.org/officeDocument/2006/relationships/notesSlide" Target="/ppt/notesSlides/notesSlide61.xml" Id="R1ffb911f72c948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7d07158a33344eb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b97d10ac8a4436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创新、运营和协作共同回答：AI怎样进入业务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三个方向并不是彼此独立的口号，而是一条从业务价值到组织能力的完整路径。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三者如何协同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55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首先看创新。Philips 推进 AI，不是为了追逐工具本身，而是从患者、客户、消费者和业务的真实问题出发，优先选择能够创造明确价值的场景。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接着看运营。当一个场景证明有效以后，还需要重新设计流程、减少交接和重复劳动，让不同团队可以更顺畅地协作，并把效果稳定地交付出来。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AI 落地是一条从价值场景到流程改变，再到组织能力的完整路径。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22c2ae84204f5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1e0b52e5104402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今天的学习顺序，是从会选择工具到会完成任务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每一步都为下一步建立基础，因此不需要一开始就直接进入复杂的 Agent 构建。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学习顺序的逻辑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首先，我们会认识 Philips 提供的企业 AI 入口和使用要求，知道不同工具分别解决什么问题，也知道遇到账号、网络和合规问题时应该从哪里开始。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接着，我们会认识 GCR AI Ambassador 支持网络，并进入 Copilot 实操。这里重点练习怎样阅读资料、整理信息、发现冲突，再把分析结果转化成邮件或简报。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最后，课程才会进入 Agent Builder。到那时，我们会把前面已经验证有效的任务步骤、参考资料和输出要求，固化成一个可以重复使用和持续调整的 Agent。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先会选工具，再会完成任务，最后才把稳定的方法固化为 Agent。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c31167a3685499f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0f1235bdfe438a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f4ad7188148c2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11af83af8144e0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186352ece4afa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3d7ac8bb5e497c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65312740848b3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c3543ce93d49a2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03800e332b4cb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五个业务方向背后，共享同一套基础能力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业务场景可以不同，但平台、数据、治理和负责任使用必须共同建设。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共同基础是什么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业务决定做什么，共享能力决定这些场景能否安全、稳定地规模化。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1e05d6330e74241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540df1e3014256"/>
              </a:rPr>
              <a:t>查看完整使用手册  ↗</a:t>
            </a:r>
          </a:p>
        </p:txBody>
      </p:sp>
      <p:sp>
        <p:nvSpPr>
          <p:cNvPr id="25" name="流程箭头 1">
            <a:extLst xmlns:a="http://schemas.openxmlformats.org/drawingml/2006/main"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流程箭头 2">
            <a:extLst xmlns:a="http://schemas.openxmlformats.org/drawingml/2006/main"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账号、网络和安装分别由三个入口负责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理解三个入口的分工以后，整个开通过程就不会因为跳步或找错网站而中断。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三个入口如何分工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第一步是准备业务用途并取得 GCMT 批准。完成这项前提以后，可以同时提交两项申请：在 AI Gateway 申请 Enterprise ChatGPT 账号，在 ServiceNow 申请中国网络服务。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第二步是等待两封确认邮件。OpenAI 开通邮件表示账号已经准备完成，SNOW 完成邮件表示中国网络服务已经开通；两项申请可以并行，但不能只完成其中一项。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第三步是在 Windows Company Portal 中安装 ChatGPT Proxy Doctor。安装完成后连接 Philips 办公网或 VPN，再使用 Philips 账号登录企业工作区。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正确顺序是：并行申请，收到两封邮件，再安装并登录。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bd76e1a5ef4b47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e8d7b20824db8"/>
          <a:srcRect xmlns:a="http://schemas.openxmlformats.org/drawingml/2006/main" l="16000" t="2000" r="34000" b="58000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734175" cy="2762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74fc7ec6f74e01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98faeb08c14e96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79556857abc43bb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77f7445c34c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83de2861b5429d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10957197474604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2bd7a29f64b79"/>
          <a:stretch xmlns:a="http://schemas.openxmlformats.org/drawingml/2006/main"/>
        </p:blipFill>
        <p:spPr>
          <a:xfrm xmlns:a="http://schemas.openxmlformats.org/drawingml/2006/main">
            <a:off x="685800" y="1937830"/>
            <a:ext cx="6743700" cy="361098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8ccad1ebb4b3f"/>
          <a:srcRect xmlns:a="http://schemas.openxmlformats.org/drawingml/2006/main" l="6000" t="7000" r="7000" b="39000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fc2bea7b2f460c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先确认四项准备：收到 OpenAI 开通邮件、收到 SNOW 完成邮件、已安装 ChatGPT Proxy Doctor，并已连接 Philips 办公网或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接着使用 Philips 账号登录 Enterprise ChatGPT。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登录后不输入禁止处理的敏感数据；AI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fa136a549594a12"/>
              </a:rPr>
              <a:t>打开 AI Gateway  ↗</a:t>
            </a:r>
          </a:p>
        </p:txBody>
      </p:sp>
      <p:sp>
        <p:nvSpPr>
          <p:cNvPr id="14" name="登录方向箭头">
            <a:extLst xmlns:a="http://schemas.openxmlformats.org/drawingml/2006/main">
              <a:ext uri="{FF2B5EF4-FFF2-40B4-BE49-F238E27FC236}">
                <a16:creationId xmlns:a16="http://schemas.microsoft.com/office/drawing/2014/main" id="{3C90E18E-C264-4452-99EB-5C54D06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</p:sp>
      <p:sp>
        <p:nvSpPr>
          <p:cNvPr id="15" name="检查图说明">
            <a:extLst xmlns:a="http://schemas.openxmlformats.org/drawingml/2006/main">
              <a:ext uri="{FF2B5EF4-FFF2-40B4-BE49-F238E27FC236}">
                <a16:creationId xmlns:a16="http://schemas.microsoft.com/office/drawing/2014/main" id="{EAE838B5-3E24-4F5D-B0D1-9D6D38C7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完成四项准备</a:t>
            </a:r>
          </a:p>
        </p:txBody>
      </p:sp>
      <p:sp>
        <p:nvSpPr>
          <p:cNvPr id="16" name="检查完成 1">
            <a:extLst xmlns:a="http://schemas.openxmlformats.org/drawingml/2006/main">
              <a:ext uri="{FF2B5EF4-FFF2-40B4-BE49-F238E27FC236}">
                <a16:creationId xmlns:a16="http://schemas.microsoft.com/office/drawing/2014/main" id="{A8496D54-7E06-4C72-84DD-533D694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检查项 1">
            <a:extLst xmlns:a="http://schemas.openxmlformats.org/drawingml/2006/main">
              <a:ext uri="{FF2B5EF4-FFF2-40B4-BE49-F238E27FC236}">
                <a16:creationId xmlns:a16="http://schemas.microsoft.com/office/drawing/2014/main" id="{50275404-DDB8-40B7-901E-D7A279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7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OpenAI 开通邮件</a:t>
            </a:r>
          </a:p>
        </p:txBody>
      </p:sp>
      <p:sp>
        <p:nvSpPr>
          <p:cNvPr id="18" name="检查完成 2">
            <a:extLst xmlns:a="http://schemas.openxmlformats.org/drawingml/2006/main">
              <a:ext uri="{FF2B5EF4-FFF2-40B4-BE49-F238E27FC236}">
                <a16:creationId xmlns:a16="http://schemas.microsoft.com/office/drawing/2014/main" id="{353F28EF-C043-44A8-B27F-E0EE092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0">
            <a:solidFill>
              <a:srgbClr val="119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检查项 2">
            <a:extLst xmlns:a="http://schemas.openxmlformats.org/drawingml/2006/main">
              <a:ext uri="{FF2B5EF4-FFF2-40B4-BE49-F238E27FC236}">
                <a16:creationId xmlns:a16="http://schemas.microsoft.com/office/drawing/2014/main" id="{40EED5A4-CF57-4C0F-947C-611919F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384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SNOW 完成邮件</a:t>
            </a:r>
          </a:p>
        </p:txBody>
      </p:sp>
      <p:sp>
        <p:nvSpPr>
          <p:cNvPr id="20" name="检查完成 3">
            <a:extLst xmlns:a="http://schemas.openxmlformats.org/drawingml/2006/main">
              <a:ext uri="{FF2B5EF4-FFF2-40B4-BE49-F238E27FC236}">
                <a16:creationId xmlns:a16="http://schemas.microsoft.com/office/drawing/2014/main" id="{AFF00367-B2DB-4C83-943A-D0097D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solidFill>
              <a:srgbClr val="E874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检查项 3">
            <a:extLst xmlns:a="http://schemas.openxmlformats.org/drawingml/2006/main">
              <a:ext uri="{FF2B5EF4-FFF2-40B4-BE49-F238E27FC236}">
                <a16:creationId xmlns:a16="http://schemas.microsoft.com/office/drawing/2014/main" id="{7574EDD7-E075-4F43-A39C-E73493C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9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ChatGPT Proxy Doctor 已安装</a:t>
            </a:r>
          </a:p>
        </p:txBody>
      </p:sp>
      <p:sp>
        <p:nvSpPr>
          <p:cNvPr id="22" name="检查完成 4">
            <a:extLst xmlns:a="http://schemas.openxmlformats.org/drawingml/2006/main">
              <a:ext uri="{FF2B5EF4-FFF2-40B4-BE49-F238E27FC236}">
                <a16:creationId xmlns:a16="http://schemas.microsoft.com/office/drawing/2014/main" id="{73DBE552-6397-4038-832B-0A299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solidFill>
              <a:srgbClr val="0F9E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检查项 4">
            <a:extLst xmlns:a="http://schemas.openxmlformats.org/drawingml/2006/main">
              <a:ext uri="{FF2B5EF4-FFF2-40B4-BE49-F238E27FC236}">
                <a16:creationId xmlns:a16="http://schemas.microsoft.com/office/drawing/2014/main" id="{F06700A4-F04C-4A21-8AAC-98F3D1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19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Philips 办公网或 VPN 已连接</a:t>
            </a:r>
          </a:p>
        </p:txBody>
      </p:sp>
      <p:sp>
        <p:nvSpPr>
          <p:cNvPr id="24" name="登录企业工作区">
            <a:extLst xmlns:a="http://schemas.openxmlformats.org/drawingml/2006/main">
              <a:ext uri="{FF2B5EF4-FFF2-40B4-BE49-F238E27FC236}">
                <a16:creationId xmlns:a16="http://schemas.microsoft.com/office/drawing/2014/main" id="{818A83B2-C9C3-4C17-96EE-10BFA31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066CC"/>
            </a:solidFill>
            <a:prstDash val="solid"/>
          </a:ln>
        </p:spPr>
      </p:sp>
      <p:sp>
        <p:nvSpPr>
          <p:cNvPr id="25" name="登录标志">
            <a:extLst xmlns:a="http://schemas.openxmlformats.org/drawingml/2006/main">
              <a:ext uri="{FF2B5EF4-FFF2-40B4-BE49-F238E27FC236}">
                <a16:creationId xmlns:a16="http://schemas.microsoft.com/office/drawing/2014/main" id="{9FE8F8B3-EB72-4172-9542-E8257E7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登录标题">
            <a:extLst xmlns:a="http://schemas.openxmlformats.org/drawingml/2006/main">
              <a:ext uri="{FF2B5EF4-FFF2-40B4-BE49-F238E27FC236}">
                <a16:creationId xmlns:a16="http://schemas.microsoft.com/office/drawing/2014/main" id="{D1F8B900-5EEC-433D-B16B-70A874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登录企业工作区</a:t>
            </a:r>
          </a:p>
        </p:txBody>
      </p:sp>
      <p:sp>
        <p:nvSpPr>
          <p:cNvPr id="27" name="登录说明">
            <a:extLst xmlns:a="http://schemas.openxmlformats.org/drawingml/2006/main">
              <a:ext uri="{FF2B5EF4-FFF2-40B4-BE49-F238E27FC236}">
                <a16:creationId xmlns:a16="http://schemas.microsoft.com/office/drawing/2014/main" id="{1036B978-0386-453E-B428-421485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427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 Philips 账号登录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完成登录以后，仍然需要遵守企业使用边界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账号和网络准备完成，只代表可以访问工具，并不代表可以忽略数据和人工复核要求。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登录后还要注意什么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登录以前，先确认四项准备：已经收到 OpenAI 开通邮件，已经收到 SNOW 完成邮件，已经安装 ChatGPT Proxy Doctor，并且当前连接了 Philips 办公网或 VPN。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确认以上条件以后，再使用 Philips 账号登录 Enterprise ChatGPT。如果页面无法打开，先回到四项检查中逐项排查，而不是自行配置未经批准的代理或其他网络方式。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登录以后，不要输入禁止处理的敏感数据。AI 生成的内容应先作为草稿使用，涉及重要事实、判断和决定时，仍然需要由员工核对并承担最终责任。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能够登录只是开始，数据边界和人工确认贯穿整个使用过程。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bcc8895e6b418b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057247d7ea43b0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563efb85e64073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cba8a1aa5e44385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4defae22bb4d41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遇到不同问题时，需要寻找不同类型的支持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四类角色共同组成支持网络，但每一类角色承担的责任并不相同。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如何找到合适的支持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先判断问题属于方向、推广、场景还是技术，再寻找对应角色。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a8ce6649d146d5"/>
              </a:rPr>
              <a:t>回到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1e8b3d1aa4c49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7ac92632cf46bc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ff395582ab4439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881ca7ac734fc7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b0739d00824bf5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5d13f068564e9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bc32b89c94a57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630055e9db14fdd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da229142f42d8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f6962faf3dc4802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d860d045a4529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8c4e22dc554809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121bd606a324171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94d2ad07904463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可以从岗位进入课程，但不要被岗位名称限制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用岗位组织案例，真正可以迁移到日常工作的，是案例背后的通用任务。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如何选择学习入口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首先，可以从与自己最接近的岗位开始浏览。管理者、销售、市场、财务、IT、人力资源、运营、企业沟通、客户服务和法务，都有对应的 Copilot 案例。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接着，不要只看岗位名称，还要观察案例实际解决的任务。例如，快速理解上下文、比较多份资料、整理风险、准备会议和起草沟通，这些任务通常会跨越多个岗位。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因此，学习时可以先选择熟悉的场景，再把其中的提示词结构、资料处理方式和检查方法迁移到自己的工作，而不是机械复制案例中的岗位背景。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岗位帮助你找到入口，通用任务决定方法能否迁移到自己的工作。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0ac9f7565242d5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882ed43af441d7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读、理、查、写是一条连续的工作链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Copilot 的价值不只是生成一段文字，而是帮助我们把资料逐步转化为可以采取行动的沟通。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怎样把资料变成沟通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第一步是读，也就是快速理解项目简介、会议纪要、邮件或其他资料，提取目标、背景、关键事实和限制条件。没有完成这一步，后面的总结很容易失去上下文。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第二步是理和查。先把信息按照决定、行动项、风险、负责人和截止日期重新组织，再比较多个来源，找出冲突、缺失信息和需要人工确认的内容。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最后一步是写。把已经核对过的分析结果转化为邮件、简报或下一步安排，同时保留待确认事项，避免把模型推测写成已经确定的事实。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先理解，再组织和核对，最后才把结果写成可执行的沟通。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699a6d60614b86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92e2806bad44914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绿色办公周练习，要把三份资料变成两项交付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这个练习模拟临时接手项目，因此重点不是复述附件，而是形成清楚、可靠的接手判断。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练习要完成什么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练习开始时，你会拿到项目简介、会议纪要和时间表。首先需要理解项目目标、成功指标、预算、范围和关键日期，同时区分已经确认的决定与仍在讨论的问题。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接着，需要比较三份资料，而不是只做单份摘要。报名开放日期存在两个版本，部分供应商和合同信息也没有提供，这些内容都必须保留来源并标记为待确认。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最后需要形成两项交付：一页项目接手简报和一封跟进邮件。简报负责呈现进展、行动项、风险和缺口，邮件则把这些分析转化为明确的确认问题和下一步安排。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练习的核心是比较来源、保留不确定性，并把分析转化为行动。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57e3742449c4653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c73efae61541d4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bb68aa82de406d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4336b2cdc34692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cd52a8fd094df2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一个好提示词，先说明边界，再要求结果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背景、任务、输出和约束共同决定 Copilot 应该处理什么，以及不能自行补充什么。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提示词应该包含什么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首先说明背景，让 Copilot 知道你刚接手什么项目、手上有哪些资料，以及为什么需要完成这项工作。背景不需要很长，但要让任务拥有足够上下文。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接着写清任务和输出。任务说明需要分析什么，输出说明结果应当采用简报、表格、邮件还是其他形式，并明确需要包含哪些栏目。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最后加入约束，例如只能依据附件、冲突要列出不同来源、缺失内容要标记待确认。这里展示的结构和后面的提示词都只是示例，实际使用时应根据任务和资料进行调整。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提示词不是越长越好，而是要把上下文、交付物和判断边界说清楚。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19ea7c904954706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49540bebf41e9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5bf7d9d4dbc411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3a06f24fd24f69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现场演示时，重点观察三次检查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演示不是为了得到一次漂亮答案，而是展示怎样逐步确认资料、结果和最终沟通。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演示中观察什么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第一次检查发生在提交以前。确认三份资料都已经加入，提示词包含背景、任务、输出和约束，并且当前使用的是 Philips 工作账号。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第二次检查发生在结果生成以后。先看项目简报和邮件是否覆盖目标、行动项、风险和待确认事项，再核对报名开放日期是否保留了 28 Aug 和 31 Aug 两个来源。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第三次检查是继续追问。要求 Copilot 把行动项整理成负责人、截止日期和状态三列，并在最终沟通中保留仍需团队确认的信息。只有完成这些检查，输出才接近可以使用。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生成只是开始，提交前、生成后和改写前都需要检查。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8a5e767b7544de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c05fcd9e4b8408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c40057e52d4947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练习完成的标准，不是只得到一段答案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最终结果需要同时满足信息完整、来源清楚、冲突保留和沟通可执行四项要求。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怎样判断练习完成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练习材料会在课程群内发放。页面上的提示词只是一种示例，可以直接试用，也可以根据自己的表达方式调整；关键是保留背景、任务、输出和约束四个组成部分。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完成后，应当得到一页项目接手简报、一封跟进邮件草稿和一份待确认事项清单。行动项需要包含负责人、截止日期和状态，不能只做宽泛总结。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最后检查质量：结果应发现 8 月 28 日与 8 月 31 日的日期冲突；供应商、合同金额等未提供的信息应写成“资料中未找到”，而不是由 Copilot 自行补全。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可靠结果要能说明知道什么、不知道什么，以及下一步需要谁确认。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e30965e11804940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7f098039658409e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7c8fe60ee4b4fe6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49e47408074f59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6b4ff567a4224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1ea10c74cd4426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7605f3dcecc4f0e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5afa0c94aff4764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62901e64c44e8a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d3dbc5d8f443dd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242bf50d1c4774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83772ebfd4c1d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ee5a551a374f31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f924379694ae6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3a30a6975c6462a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f9a3d8a9940c7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e55a675d944e42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d0e86786d4971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98a5a3cb9f43e1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ace195273c4a7b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36c29eeae4008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ef93260f41441ea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2a0687fe847c8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212cd8095d4b78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31bb6a77849b9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4df102591c48da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7b54a6df846ce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26693247e4407a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cc04240494281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e63f4b315941ff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4539eb2b84c56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3c0f2c321f24c76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4f7f43f45470d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19aa97cabc409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8523598704d8f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1b06214fb7642f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59e4adca01141c3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03ce6cee504316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59454731e44663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dc8e29f0b94053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4878f901f244d6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2026-09-02T06:42:23.2770000Z</dcterms:created>
  <dcterms:modified xsi:type="dcterms:W3CDTF">2026-09-02T06:42:23.2770000Z</dcterms:modified>
</coreProperties>
</file>