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30730af4a44df0" /><Relationship Type="http://schemas.openxmlformats.org/officeDocument/2006/relationships/extended-properties" Target="/docProps/app.xml" Id="Rf2dc1168778f474c" /><Relationship Type="http://schemas.openxmlformats.org/officeDocument/2006/relationships/officeDocument" Target="/ppt/presentation.xml" Id="R4e88c826b6c94d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872ce3cef343a7"/>
  </p:sldMasterIdLst>
  <p:notesMasterIdLst>
    <p:notesMasterId xmlns:r="http://schemas.openxmlformats.org/officeDocument/2006/relationships" r:id="R6e5408a9eb964e56"/>
  </p:notesMasterIdLst>
  <p:sldIdLst>
    <p:sldId xmlns:r="http://schemas.openxmlformats.org/officeDocument/2006/relationships" id="256" r:id="Rcd22c2c797ca4ed6"/>
    <p:sldId xmlns:r="http://schemas.openxmlformats.org/officeDocument/2006/relationships" id="257" r:id="Rad9ef190cd5048a5"/>
    <p:sldId xmlns:r="http://schemas.openxmlformats.org/officeDocument/2006/relationships" id="258" r:id="R20b4a9a143b249c3"/>
    <p:sldId xmlns:r="http://schemas.openxmlformats.org/officeDocument/2006/relationships" id="259" r:id="R65a7b579de3f4df7"/>
    <p:sldId xmlns:r="http://schemas.openxmlformats.org/officeDocument/2006/relationships" id="260" r:id="R15186f2e6c7c4c4c"/>
    <p:sldId xmlns:r="http://schemas.openxmlformats.org/officeDocument/2006/relationships" id="261" r:id="Rd7cd2748032640ed"/>
    <p:sldId xmlns:r="http://schemas.openxmlformats.org/officeDocument/2006/relationships" id="262" r:id="Rdc0eff2e736248ed"/>
    <p:sldId xmlns:r="http://schemas.openxmlformats.org/officeDocument/2006/relationships" id="263" r:id="Rcd294ced411f485e"/>
    <p:sldId xmlns:r="http://schemas.openxmlformats.org/officeDocument/2006/relationships" id="264" r:id="R38972a893b954ddc"/>
    <p:sldId xmlns:r="http://schemas.openxmlformats.org/officeDocument/2006/relationships" id="265" r:id="R892c884bdfc740a4"/>
    <p:sldId xmlns:r="http://schemas.openxmlformats.org/officeDocument/2006/relationships" id="266" r:id="R76d2abd359c94b01"/>
    <p:sldId xmlns:r="http://schemas.openxmlformats.org/officeDocument/2006/relationships" id="267" r:id="Rd488993f49124be7"/>
    <p:sldId xmlns:r="http://schemas.openxmlformats.org/officeDocument/2006/relationships" id="268" r:id="Rf09d312e53f94bbf"/>
    <p:sldId xmlns:r="http://schemas.openxmlformats.org/officeDocument/2006/relationships" id="269" r:id="Rd47da6cffec841cc"/>
    <p:sldId xmlns:r="http://schemas.openxmlformats.org/officeDocument/2006/relationships" id="270" r:id="Rabff990370fb4ddd"/>
    <p:sldId xmlns:r="http://schemas.openxmlformats.org/officeDocument/2006/relationships" id="271" r:id="Re3d7dae3ea0c4df1"/>
    <p:sldId xmlns:r="http://schemas.openxmlformats.org/officeDocument/2006/relationships" id="272" r:id="R09d959f9183d4023"/>
    <p:sldId xmlns:r="http://schemas.openxmlformats.org/officeDocument/2006/relationships" id="273" r:id="Rc1b9b598a5164e7d"/>
    <p:sldId xmlns:r="http://schemas.openxmlformats.org/officeDocument/2006/relationships" id="274" r:id="Re6460b8c195c4c42"/>
    <p:sldId xmlns:r="http://schemas.openxmlformats.org/officeDocument/2006/relationships" id="275" r:id="Rc9dec4cf06004e3a"/>
    <p:sldId xmlns:r="http://schemas.openxmlformats.org/officeDocument/2006/relationships" id="276" r:id="R3539727c3e4a44ac"/>
    <p:sldId xmlns:r="http://schemas.openxmlformats.org/officeDocument/2006/relationships" id="277" r:id="Rc5ecbcb78b664c98"/>
    <p:sldId xmlns:r="http://schemas.openxmlformats.org/officeDocument/2006/relationships" id="278" r:id="R779dc4ef63e14eef"/>
    <p:sldId xmlns:r="http://schemas.openxmlformats.org/officeDocument/2006/relationships" id="279" r:id="Rde8d30009474464e"/>
    <p:sldId xmlns:r="http://schemas.openxmlformats.org/officeDocument/2006/relationships" id="280" r:id="R939af6b466d74fe9"/>
    <p:sldId xmlns:r="http://schemas.openxmlformats.org/officeDocument/2006/relationships" id="281" r:id="R0a2306868ab243a2"/>
    <p:sldId xmlns:r="http://schemas.openxmlformats.org/officeDocument/2006/relationships" id="282" r:id="R0577c1c97ac145e7"/>
    <p:sldId xmlns:r="http://schemas.openxmlformats.org/officeDocument/2006/relationships" id="283" r:id="R993100719ea14e01"/>
    <p:sldId xmlns:r="http://schemas.openxmlformats.org/officeDocument/2006/relationships" id="284" r:id="Rbeba49a5076148d6"/>
    <p:sldId xmlns:r="http://schemas.openxmlformats.org/officeDocument/2006/relationships" id="285" r:id="R8ad5a2f168ff4ff7"/>
    <p:sldId xmlns:r="http://schemas.openxmlformats.org/officeDocument/2006/relationships" id="286" r:id="R4960438ffe6d4555"/>
    <p:sldId xmlns:r="http://schemas.openxmlformats.org/officeDocument/2006/relationships" id="287" r:id="Rb8e42556829b4540"/>
    <p:sldId xmlns:r="http://schemas.openxmlformats.org/officeDocument/2006/relationships" id="288" r:id="Ra3480ab6eee04354"/>
    <p:sldId xmlns:r="http://schemas.openxmlformats.org/officeDocument/2006/relationships" id="289" r:id="R598275a8e0d146ef"/>
    <p:sldId xmlns:r="http://schemas.openxmlformats.org/officeDocument/2006/relationships" id="290" r:id="Rddba88faf2da4561"/>
    <p:sldId xmlns:r="http://schemas.openxmlformats.org/officeDocument/2006/relationships" id="291" r:id="R3476c31421e84ee1"/>
    <p:sldId xmlns:r="http://schemas.openxmlformats.org/officeDocument/2006/relationships" id="292" r:id="Refa152809a6248f8"/>
    <p:sldId xmlns:r="http://schemas.openxmlformats.org/officeDocument/2006/relationships" id="293" r:id="R55369eed34f5431f"/>
    <p:sldId xmlns:r="http://schemas.openxmlformats.org/officeDocument/2006/relationships" id="294" r:id="R355b6b5d70d1485b"/>
    <p:sldId xmlns:r="http://schemas.openxmlformats.org/officeDocument/2006/relationships" id="295" r:id="R1ac0c8c29d8e4bc4"/>
    <p:sldId xmlns:r="http://schemas.openxmlformats.org/officeDocument/2006/relationships" id="296" r:id="R090b25024ff748aa"/>
    <p:sldId xmlns:r="http://schemas.openxmlformats.org/officeDocument/2006/relationships" id="297" r:id="R2257a025441c40f0"/>
    <p:sldId xmlns:r="http://schemas.openxmlformats.org/officeDocument/2006/relationships" id="298" r:id="Re904f39e3db34e32"/>
    <p:sldId xmlns:r="http://schemas.openxmlformats.org/officeDocument/2006/relationships" id="299" r:id="Rd9f047426e394484"/>
    <p:sldId xmlns:r="http://schemas.openxmlformats.org/officeDocument/2006/relationships" id="300" r:id="Rcb9da8457b534366"/>
    <p:sldId xmlns:r="http://schemas.openxmlformats.org/officeDocument/2006/relationships" id="301" r:id="Rd59ef2e0f1a542fc"/>
    <p:sldId xmlns:r="http://schemas.openxmlformats.org/officeDocument/2006/relationships" id="302" r:id="R88e2a2f07e2c4311"/>
    <p:sldId xmlns:r="http://schemas.openxmlformats.org/officeDocument/2006/relationships" id="303" r:id="R000a15a7053047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2c33592bd4cac" /><Relationship Type="http://schemas.openxmlformats.org/officeDocument/2006/relationships/slideMaster" Target="/ppt/slideMasters/slideMaster1.xml" Id="Rc3872ce3cef343a7" /><Relationship Type="http://schemas.openxmlformats.org/officeDocument/2006/relationships/notesMaster" Target="/ppt/notesMasters/notesMaster1.xml" Id="R6e5408a9eb964e56" /><Relationship Type="http://schemas.openxmlformats.org/officeDocument/2006/relationships/presProps" Target="/ppt/presProps.xml" Id="R04f1d214b94e4ba2" /><Relationship Type="http://schemas.openxmlformats.org/officeDocument/2006/relationships/tableStyles" Target="/ppt/tableStyles.xml" Id="R1cd008fba6c84c0e" /><Relationship Type="http://schemas.openxmlformats.org/officeDocument/2006/relationships/slide" Target="/ppt/slides/slide1.xml" Id="Rcd22c2c797ca4ed6" /><Relationship Type="http://schemas.openxmlformats.org/officeDocument/2006/relationships/slide" Target="/ppt/slides/slide2.xml" Id="Rad9ef190cd5048a5" /><Relationship Type="http://schemas.openxmlformats.org/officeDocument/2006/relationships/slide" Target="/ppt/slides/slide3.xml" Id="R20b4a9a143b249c3" /><Relationship Type="http://schemas.openxmlformats.org/officeDocument/2006/relationships/slide" Target="/ppt/slides/slide4.xml" Id="R65a7b579de3f4df7" /><Relationship Type="http://schemas.openxmlformats.org/officeDocument/2006/relationships/slide" Target="/ppt/slides/slide5.xml" Id="R15186f2e6c7c4c4c" /><Relationship Type="http://schemas.openxmlformats.org/officeDocument/2006/relationships/slide" Target="/ppt/slides/slide6.xml" Id="Rd7cd2748032640ed" /><Relationship Type="http://schemas.openxmlformats.org/officeDocument/2006/relationships/slide" Target="/ppt/slides/slide7.xml" Id="Rdc0eff2e736248ed" /><Relationship Type="http://schemas.openxmlformats.org/officeDocument/2006/relationships/slide" Target="/ppt/slides/slide8.xml" Id="Rcd294ced411f485e" /><Relationship Type="http://schemas.openxmlformats.org/officeDocument/2006/relationships/slide" Target="/ppt/slides/slide9.xml" Id="R38972a893b954ddc" /><Relationship Type="http://schemas.openxmlformats.org/officeDocument/2006/relationships/slide" Target="/ppt/slides/slide10.xml" Id="R892c884bdfc740a4" /><Relationship Type="http://schemas.openxmlformats.org/officeDocument/2006/relationships/slide" Target="/ppt/slides/slide11.xml" Id="R76d2abd359c94b01" /><Relationship Type="http://schemas.openxmlformats.org/officeDocument/2006/relationships/slide" Target="/ppt/slides/slide12.xml" Id="Rd488993f49124be7" /><Relationship Type="http://schemas.openxmlformats.org/officeDocument/2006/relationships/slide" Target="/ppt/slides/slide13.xml" Id="Rf09d312e53f94bbf" /><Relationship Type="http://schemas.openxmlformats.org/officeDocument/2006/relationships/slide" Target="/ppt/slides/slide14.xml" Id="Rd47da6cffec841cc" /><Relationship Type="http://schemas.openxmlformats.org/officeDocument/2006/relationships/slide" Target="/ppt/slides/slide15.xml" Id="Rabff990370fb4ddd" /><Relationship Type="http://schemas.openxmlformats.org/officeDocument/2006/relationships/slide" Target="/ppt/slides/slide16.xml" Id="Re3d7dae3ea0c4df1" /><Relationship Type="http://schemas.openxmlformats.org/officeDocument/2006/relationships/slide" Target="/ppt/slides/slide17.xml" Id="R09d959f9183d4023" /><Relationship Type="http://schemas.openxmlformats.org/officeDocument/2006/relationships/slide" Target="/ppt/slides/slide18.xml" Id="Rc1b9b598a5164e7d" /><Relationship Type="http://schemas.openxmlformats.org/officeDocument/2006/relationships/slide" Target="/ppt/slides/slide19.xml" Id="Re6460b8c195c4c42" /><Relationship Type="http://schemas.openxmlformats.org/officeDocument/2006/relationships/slide" Target="/ppt/slides/slide20.xml" Id="Rc9dec4cf06004e3a" /><Relationship Type="http://schemas.openxmlformats.org/officeDocument/2006/relationships/slide" Target="/ppt/slides/slide21.xml" Id="R3539727c3e4a44ac" /><Relationship Type="http://schemas.openxmlformats.org/officeDocument/2006/relationships/slide" Target="/ppt/slides/slide22.xml" Id="Rc5ecbcb78b664c98" /><Relationship Type="http://schemas.openxmlformats.org/officeDocument/2006/relationships/slide" Target="/ppt/slides/slide23.xml" Id="R779dc4ef63e14eef" /><Relationship Type="http://schemas.openxmlformats.org/officeDocument/2006/relationships/slide" Target="/ppt/slides/slide24.xml" Id="Rde8d30009474464e" /><Relationship Type="http://schemas.openxmlformats.org/officeDocument/2006/relationships/slide" Target="/ppt/slides/slide25.xml" Id="R939af6b466d74fe9" /><Relationship Type="http://schemas.openxmlformats.org/officeDocument/2006/relationships/slide" Target="/ppt/slides/slide26.xml" Id="R0a2306868ab243a2" /><Relationship Type="http://schemas.openxmlformats.org/officeDocument/2006/relationships/slide" Target="/ppt/slides/slide27.xml" Id="R0577c1c97ac145e7" /><Relationship Type="http://schemas.openxmlformats.org/officeDocument/2006/relationships/slide" Target="/ppt/slides/slide28.xml" Id="R993100719ea14e01" /><Relationship Type="http://schemas.openxmlformats.org/officeDocument/2006/relationships/slide" Target="/ppt/slides/slide29.xml" Id="Rbeba49a5076148d6" /><Relationship Type="http://schemas.openxmlformats.org/officeDocument/2006/relationships/slide" Target="/ppt/slides/slide30.xml" Id="R8ad5a2f168ff4ff7" /><Relationship Type="http://schemas.openxmlformats.org/officeDocument/2006/relationships/slide" Target="/ppt/slides/slide31.xml" Id="R4960438ffe6d4555" /><Relationship Type="http://schemas.openxmlformats.org/officeDocument/2006/relationships/slide" Target="/ppt/slides/slide32.xml" Id="Rb8e42556829b4540" /><Relationship Type="http://schemas.openxmlformats.org/officeDocument/2006/relationships/slide" Target="/ppt/slides/slide33.xml" Id="Ra3480ab6eee04354" /><Relationship Type="http://schemas.openxmlformats.org/officeDocument/2006/relationships/slide" Target="/ppt/slides/slide34.xml" Id="R598275a8e0d146ef" /><Relationship Type="http://schemas.openxmlformats.org/officeDocument/2006/relationships/slide" Target="/ppt/slides/slide35.xml" Id="Rddba88faf2da4561" /><Relationship Type="http://schemas.openxmlformats.org/officeDocument/2006/relationships/slide" Target="/ppt/slides/slide36.xml" Id="R3476c31421e84ee1" /><Relationship Type="http://schemas.openxmlformats.org/officeDocument/2006/relationships/slide" Target="/ppt/slides/slide37.xml" Id="Refa152809a6248f8" /><Relationship Type="http://schemas.openxmlformats.org/officeDocument/2006/relationships/slide" Target="/ppt/slides/slide38.xml" Id="R55369eed34f5431f" /><Relationship Type="http://schemas.openxmlformats.org/officeDocument/2006/relationships/slide" Target="/ppt/slides/slide39.xml" Id="R355b6b5d70d1485b" /><Relationship Type="http://schemas.openxmlformats.org/officeDocument/2006/relationships/slide" Target="/ppt/slides/slide40.xml" Id="R1ac0c8c29d8e4bc4" /><Relationship Type="http://schemas.openxmlformats.org/officeDocument/2006/relationships/slide" Target="/ppt/slides/slide41.xml" Id="R090b25024ff748aa" /><Relationship Type="http://schemas.openxmlformats.org/officeDocument/2006/relationships/slide" Target="/ppt/slides/slide42.xml" Id="R2257a025441c40f0" /><Relationship Type="http://schemas.openxmlformats.org/officeDocument/2006/relationships/slide" Target="/ppt/slides/slide43.xml" Id="Re904f39e3db34e32" /><Relationship Type="http://schemas.openxmlformats.org/officeDocument/2006/relationships/slide" Target="/ppt/slides/slide44.xml" Id="Rd9f047426e394484" /><Relationship Type="http://schemas.openxmlformats.org/officeDocument/2006/relationships/slide" Target="/ppt/slides/slide45.xml" Id="Rcb9da8457b534366" /><Relationship Type="http://schemas.openxmlformats.org/officeDocument/2006/relationships/slide" Target="/ppt/slides/slide46.xml" Id="Rd59ef2e0f1a542fc" /><Relationship Type="http://schemas.openxmlformats.org/officeDocument/2006/relationships/slide" Target="/ppt/slides/slide47.xml" Id="R88e2a2f07e2c4311" /><Relationship Type="http://schemas.openxmlformats.org/officeDocument/2006/relationships/slide" Target="/ppt/slides/slide48.xml" Id="R000a15a7053047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fd0ab0bd7a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97e25500194883" /><Relationship Type="http://schemas.openxmlformats.org/officeDocument/2006/relationships/notesMaster" Target="/ppt/notesMasters/notesMaster1.xml" Id="R72697c4a11b348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e308cc5d924bb5" /><Relationship Type="http://schemas.openxmlformats.org/officeDocument/2006/relationships/notesMaster" Target="/ppt/notesMasters/notesMaster1.xml" Id="R6e3bf546c09d4a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6df5f24d1c42b4" /><Relationship Type="http://schemas.openxmlformats.org/officeDocument/2006/relationships/notesMaster" Target="/ppt/notesMasters/notesMaster1.xml" Id="R1aee2b3258954b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07227323a14ad3" /><Relationship Type="http://schemas.openxmlformats.org/officeDocument/2006/relationships/notesMaster" Target="/ppt/notesMasters/notesMaster1.xml" Id="R071c44eed82a41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95221577014e6a" /><Relationship Type="http://schemas.openxmlformats.org/officeDocument/2006/relationships/notesMaster" Target="/ppt/notesMasters/notesMaster1.xml" Id="R01a3f908629b45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e74aa4dad34a2f" /><Relationship Type="http://schemas.openxmlformats.org/officeDocument/2006/relationships/notesMaster" Target="/ppt/notesMasters/notesMaster1.xml" Id="Re06f4f0c0b7943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3246ad4f2e4342" /><Relationship Type="http://schemas.openxmlformats.org/officeDocument/2006/relationships/notesMaster" Target="/ppt/notesMasters/notesMaster1.xml" Id="R180b62c720de49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06020dfcad4aa4" /><Relationship Type="http://schemas.openxmlformats.org/officeDocument/2006/relationships/notesMaster" Target="/ppt/notesMasters/notesMaster1.xml" Id="R817e070043134f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2ccaa22633450b" /><Relationship Type="http://schemas.openxmlformats.org/officeDocument/2006/relationships/notesMaster" Target="/ppt/notesMasters/notesMaster1.xml" Id="Re55b3706939d4e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4ce5687a624607" /><Relationship Type="http://schemas.openxmlformats.org/officeDocument/2006/relationships/notesMaster" Target="/ppt/notesMasters/notesMaster1.xml" Id="Ra56d19a5438845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fdd8f97f4947e2" /><Relationship Type="http://schemas.openxmlformats.org/officeDocument/2006/relationships/notesMaster" Target="/ppt/notesMasters/notesMaster1.xml" Id="R1fd181d6bfce47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6d7b13e2414fc3" /><Relationship Type="http://schemas.openxmlformats.org/officeDocument/2006/relationships/notesMaster" Target="/ppt/notesMasters/notesMaster1.xml" Id="Refd2412cc7b047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1f88b8fb0b4f81" /><Relationship Type="http://schemas.openxmlformats.org/officeDocument/2006/relationships/notesMaster" Target="/ppt/notesMasters/notesMaster1.xml" Id="Rb1a06340901c46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7089ae69c64e5d" /><Relationship Type="http://schemas.openxmlformats.org/officeDocument/2006/relationships/notesMaster" Target="/ppt/notesMasters/notesMaster1.xml" Id="Rf1b68f8f1b1243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ac5945104d4b88" /><Relationship Type="http://schemas.openxmlformats.org/officeDocument/2006/relationships/notesMaster" Target="/ppt/notesMasters/notesMaster1.xml" Id="R2e05e012749c4c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57fd1d145049f4" /><Relationship Type="http://schemas.openxmlformats.org/officeDocument/2006/relationships/notesMaster" Target="/ppt/notesMasters/notesMaster1.xml" Id="R75e06bef6d8b46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aac8dadd174ab8" /><Relationship Type="http://schemas.openxmlformats.org/officeDocument/2006/relationships/notesMaster" Target="/ppt/notesMasters/notesMaster1.xml" Id="Re9f63c9c1eee49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72b5c79be6447b" /><Relationship Type="http://schemas.openxmlformats.org/officeDocument/2006/relationships/notesMaster" Target="/ppt/notesMasters/notesMaster1.xml" Id="Rbb51f4e23d7541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07d3e79e804218" /><Relationship Type="http://schemas.openxmlformats.org/officeDocument/2006/relationships/notesMaster" Target="/ppt/notesMasters/notesMaster1.xml" Id="R704ee21503044c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49ee11e8dc43ea" /><Relationship Type="http://schemas.openxmlformats.org/officeDocument/2006/relationships/notesMaster" Target="/ppt/notesMasters/notesMaster1.xml" Id="R1e3203c8e2fc42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59cf4d0a2904f5a" /><Relationship Type="http://schemas.openxmlformats.org/officeDocument/2006/relationships/notesMaster" Target="/ppt/notesMasters/notesMaster1.xml" Id="R3be611ced8644a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cd26fdef48740be" /><Relationship Type="http://schemas.openxmlformats.org/officeDocument/2006/relationships/notesMaster" Target="/ppt/notesMasters/notesMaster1.xml" Id="R17fbc3f0baf246d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ccb6f970ac4232" /><Relationship Type="http://schemas.openxmlformats.org/officeDocument/2006/relationships/notesMaster" Target="/ppt/notesMasters/notesMaster1.xml" Id="R87c9a8fdddf74ca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e72674a1284c15" /><Relationship Type="http://schemas.openxmlformats.org/officeDocument/2006/relationships/notesMaster" Target="/ppt/notesMasters/notesMaster1.xml" Id="R53c404e6d05e43c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1fdd4a0807849ac" /><Relationship Type="http://schemas.openxmlformats.org/officeDocument/2006/relationships/notesMaster" Target="/ppt/notesMasters/notesMaster1.xml" Id="Rf9713bd317bc4c2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16f6b2d1e5f4952" /><Relationship Type="http://schemas.openxmlformats.org/officeDocument/2006/relationships/notesMaster" Target="/ppt/notesMasters/notesMaster1.xml" Id="R59c3da37544c49a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e012bdd7aa4c64" /><Relationship Type="http://schemas.openxmlformats.org/officeDocument/2006/relationships/notesMaster" Target="/ppt/notesMasters/notesMaster1.xml" Id="Refd8cf596f4044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71f6a8e27f845de" /><Relationship Type="http://schemas.openxmlformats.org/officeDocument/2006/relationships/notesMaster" Target="/ppt/notesMasters/notesMaster1.xml" Id="R43729da8262c4e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ba2c9e6adde48ee" /><Relationship Type="http://schemas.openxmlformats.org/officeDocument/2006/relationships/notesMaster" Target="/ppt/notesMasters/notesMaster1.xml" Id="R308f2ad5534c435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71f9ef6470b4fbf" /><Relationship Type="http://schemas.openxmlformats.org/officeDocument/2006/relationships/notesMaster" Target="/ppt/notesMasters/notesMaster1.xml" Id="Rc76c952238b14d6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1b2d2ac8a7f4a1e" /><Relationship Type="http://schemas.openxmlformats.org/officeDocument/2006/relationships/notesMaster" Target="/ppt/notesMasters/notesMaster1.xml" Id="Rfb06f7459b8a47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8456a9cbba0499a" /><Relationship Type="http://schemas.openxmlformats.org/officeDocument/2006/relationships/notesMaster" Target="/ppt/notesMasters/notesMaster1.xml" Id="R8daeffe31e8a46f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aca7d88b92046ac" /><Relationship Type="http://schemas.openxmlformats.org/officeDocument/2006/relationships/notesMaster" Target="/ppt/notesMasters/notesMaster1.xml" Id="Rcbfbd2830a014a8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bfc835e3029473d" /><Relationship Type="http://schemas.openxmlformats.org/officeDocument/2006/relationships/notesMaster" Target="/ppt/notesMasters/notesMaster1.xml" Id="R9743d2c55771485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cb0e0ce118b4f8d" /><Relationship Type="http://schemas.openxmlformats.org/officeDocument/2006/relationships/notesMaster" Target="/ppt/notesMasters/notesMaster1.xml" Id="Ra37d82c61832435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aab3d8f66b94ab6" /><Relationship Type="http://schemas.openxmlformats.org/officeDocument/2006/relationships/notesMaster" Target="/ppt/notesMasters/notesMaster1.xml" Id="R137edc4bc7cf43b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718fa5ebae24a85" /><Relationship Type="http://schemas.openxmlformats.org/officeDocument/2006/relationships/notesMaster" Target="/ppt/notesMasters/notesMaster1.xml" Id="R89b4dd406c24418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31891a599d5454d" /><Relationship Type="http://schemas.openxmlformats.org/officeDocument/2006/relationships/notesMaster" Target="/ppt/notesMasters/notesMaster1.xml" Id="R70b3450723124d2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492c4e8f13a4658" /><Relationship Type="http://schemas.openxmlformats.org/officeDocument/2006/relationships/notesMaster" Target="/ppt/notesMasters/notesMaster1.xml" Id="R92208f64f0c443d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75571c031844c10" /><Relationship Type="http://schemas.openxmlformats.org/officeDocument/2006/relationships/notesMaster" Target="/ppt/notesMasters/notesMaster1.xml" Id="R7e1201bb995742b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f38fa8f892d4388" /><Relationship Type="http://schemas.openxmlformats.org/officeDocument/2006/relationships/notesMaster" Target="/ppt/notesMasters/notesMaster1.xml" Id="R901ff4d225484cb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fcad344b69a4463" /><Relationship Type="http://schemas.openxmlformats.org/officeDocument/2006/relationships/notesMaster" Target="/ppt/notesMasters/notesMaster1.xml" Id="R4d59e6e49ab944f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9d0b00b92ed4ac0" /><Relationship Type="http://schemas.openxmlformats.org/officeDocument/2006/relationships/notesMaster" Target="/ppt/notesMasters/notesMaster1.xml" Id="Rd950e30013aa423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197ff9c771e4adb" /><Relationship Type="http://schemas.openxmlformats.org/officeDocument/2006/relationships/notesMaster" Target="/ppt/notesMasters/notesMaster1.xml" Id="R20d104f48ea94b8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733a917cbae4953" /><Relationship Type="http://schemas.openxmlformats.org/officeDocument/2006/relationships/notesMaster" Target="/ppt/notesMasters/notesMaster1.xml" Id="Re19c537ce3eb4af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4bf7c3b65df4358" /><Relationship Type="http://schemas.openxmlformats.org/officeDocument/2006/relationships/notesMaster" Target="/ppt/notesMasters/notesMaster1.xml" Id="R59f55f7f01d5415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6eae6f3c8604c80" /><Relationship Type="http://schemas.openxmlformats.org/officeDocument/2006/relationships/notesMaster" Target="/ppt/notesMasters/notesMaster1.xml" Id="R5a8ca7b56b654e3e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ec3cefdd7e5464e" /><Relationship Type="http://schemas.openxmlformats.org/officeDocument/2006/relationships/notesMaster" Target="/ppt/notesMasters/notesMaster1.xml" Id="Rda47a252de5f4a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https://philips.service-now.com/itportal?id=sc_cat_item&amp;table=sc_cat_item&amp;sys_id=1ca637e9c3213950b95c74c4e401318d&amp;searchTerm=china%20internet%20premium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ChatGPT_User One Pager.pptx — slide 3</a:t>
            </a:r>
          </a:p>
          <a:p xmlns:a="http://schemas.openxmlformats.org/drawingml/2006/main">
            <a:r>
              <a:t>- https://philips.service-now.com/softwareportal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20a4f32f347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7fae825fd547da" /><Relationship Type="http://schemas.openxmlformats.org/officeDocument/2006/relationships/slideLayout" Target="/ppt/slideLayouts/slideLayout1.xml" Id="R093fc65c4c4540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3fc65c4c4540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3c7defa244afe" /><Relationship Type="http://schemas.openxmlformats.org/officeDocument/2006/relationships/hyperlink" Target="https://aiskillsnavigator.microsoft.com/" TargetMode="External" Id="R789a9871df8c47e7" /><Relationship Type="http://schemas.openxmlformats.org/officeDocument/2006/relationships/notesSlide" Target="/ppt/notesSlides/notesSlide1.xml" Id="R615137aaacaf4a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b63d350cf4959" /><Relationship Type="http://schemas.openxmlformats.org/officeDocument/2006/relationships/hyperlink" Target="https://www.aigateway.ai.inside.philips.com/" TargetMode="External" Id="Rf933fb98f3c44d9b" /><Relationship Type="http://schemas.openxmlformats.org/officeDocument/2006/relationships/notesSlide" Target="/ppt/notesSlides/notesSlide2.xml" Id="R3985dab71a12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915268c6b45ee" /><Relationship Type="http://schemas.openxmlformats.org/officeDocument/2006/relationships/hyperlink" Target="https://aiskillsnavigator.microsoft.com/" TargetMode="External" Id="R6f43434f486343ab" /><Relationship Type="http://schemas.openxmlformats.org/officeDocument/2006/relationships/notesSlide" Target="/ppt/notesSlides/notesSlide3.xml" Id="R57175b626d3941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8db62d08d4e28" /><Relationship Type="http://schemas.openxmlformats.org/officeDocument/2006/relationships/hyperlink" Target="https://www.aigateway.ai.inside.philips.com/" TargetMode="External" Id="Rf85bb5c8c4c74c93" /><Relationship Type="http://schemas.openxmlformats.org/officeDocument/2006/relationships/notesSlide" Target="/ppt/notesSlides/notesSlide4.xml" Id="R3feb88beaadb45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89a647fe74cdc" /><Relationship Type="http://schemas.openxmlformats.org/officeDocument/2006/relationships/image" Target="/ppt/media/image.png" Id="Raa0d059fbe6b452b" /><Relationship Type="http://schemas.openxmlformats.org/officeDocument/2006/relationships/hyperlink" Target="https://www.aigateway.ai.inside.philips.com/" TargetMode="External" Id="R5a3bbf879e124f09" /><Relationship Type="http://schemas.openxmlformats.org/officeDocument/2006/relationships/notesSlide" Target="/ppt/notesSlides/notesSlide5.xml" Id="R8c096c716e1045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8fa2a04464184" /><Relationship Type="http://schemas.openxmlformats.org/officeDocument/2006/relationships/image" Target="/ppt/media/image2.png" Id="R009e21fe327645e0" /><Relationship Type="http://schemas.openxmlformats.org/officeDocument/2006/relationships/hyperlink" Target="https://www.aigateway.ai.inside.philips.com/" TargetMode="External" Id="R7c55067bed244e5c" /><Relationship Type="http://schemas.openxmlformats.org/officeDocument/2006/relationships/notesSlide" Target="/ppt/notesSlides/notesSlide6.xml" Id="R95cf818867634f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30133aa484c30" /><Relationship Type="http://schemas.openxmlformats.org/officeDocument/2006/relationships/image" Target="/ppt/media/image3.png" Id="R73ca2d6976dd4d03" /><Relationship Type="http://schemas.openxmlformats.org/officeDocument/2006/relationships/hyperlink" Target="https://www.aigateway.ai.inside.philips.com/" TargetMode="External" Id="R3bad8cffdf14404f" /><Relationship Type="http://schemas.openxmlformats.org/officeDocument/2006/relationships/notesSlide" Target="/ppt/notesSlides/notesSlide7.xml" Id="R9826aebc066e47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1b244b4b24afe" /><Relationship Type="http://schemas.openxmlformats.org/officeDocument/2006/relationships/hyperlink" Target="https://www.aigateway.ai.inside.philips.com/" TargetMode="External" Id="Rba3c073780ec4e7a" /><Relationship Type="http://schemas.openxmlformats.org/officeDocument/2006/relationships/notesSlide" Target="/ppt/notesSlides/notesSlide8.xml" Id="R6af0826e6cac4e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179186af945a4" /><Relationship Type="http://schemas.openxmlformats.org/officeDocument/2006/relationships/hyperlink" Target="https://www.aigateway.ai.inside.philips.com/" TargetMode="External" Id="R6925b55a88804d23" /><Relationship Type="http://schemas.openxmlformats.org/officeDocument/2006/relationships/notesSlide" Target="/ppt/notesSlides/notesSlide9.xml" Id="Rc794fb78aee345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8d2642ac34c24" /><Relationship Type="http://schemas.openxmlformats.org/officeDocument/2006/relationships/image" Target="/ppt/media/image4.png" Id="R97df6bc185dd45d7" /><Relationship Type="http://schemas.openxmlformats.org/officeDocument/2006/relationships/hyperlink" Target="https://www.aigateway.ai.inside.philips.com/" TargetMode="External" Id="R82071059f307402a" /><Relationship Type="http://schemas.openxmlformats.org/officeDocument/2006/relationships/notesSlide" Target="/ppt/notesSlides/notesSlide10.xml" Id="Re3a52bf88cae42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efeb3bddc4c52" /><Relationship Type="http://schemas.openxmlformats.org/officeDocument/2006/relationships/image" Target="/ppt/media/image5.png" Id="Re869e41c465c4e6e" /><Relationship Type="http://schemas.openxmlformats.org/officeDocument/2006/relationships/hyperlink" Target="https://www.aigateway.ai.inside.philips.com/" TargetMode="External" Id="R5dc28da975744f9e" /><Relationship Type="http://schemas.openxmlformats.org/officeDocument/2006/relationships/hyperlink" Target="https://philips.service-now.com/itportal?id=kb_article&amp;sysparm_article=KB1528249&amp;sys_id=24240f5bfb794b54ae1afb576eefdc0f&amp;spa=1" TargetMode="External" Id="R1afbb512090a4ca9" /><Relationship Type="http://schemas.openxmlformats.org/officeDocument/2006/relationships/notesSlide" Target="/ppt/notesSlides/notesSlide11.xml" Id="R9d01769d44af47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34d3a0cc40dd" /><Relationship Type="http://schemas.openxmlformats.org/officeDocument/2006/relationships/image" Target="/ppt/media/image6.png" Id="Rab32950b10ba4a45" /><Relationship Type="http://schemas.openxmlformats.org/officeDocument/2006/relationships/hyperlink" Target="https://www.aigateway.ai.inside.philips.com/" TargetMode="External" Id="R4f7d8050ca6e437b" /><Relationship Type="http://schemas.openxmlformats.org/officeDocument/2006/relationships/hyperlink" Target="https://philips.service-now.com/itportal?id=sc_cat_item&amp;table=sc_cat_item&amp;sys_id=1ca637e9c3213950b95c74c4e401318d&amp;searchTerm=china%20internet%20premium" TargetMode="External" Id="R6bc8e0575f494535" /><Relationship Type="http://schemas.openxmlformats.org/officeDocument/2006/relationships/notesSlide" Target="/ppt/notesSlides/notesSlide12.xml" Id="Rb46a3be5ddc840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58c762bb44b94" /><Relationship Type="http://schemas.openxmlformats.org/officeDocument/2006/relationships/image" Target="/ppt/media/image7.png" Id="Re4e81861a36e4471" /><Relationship Type="http://schemas.openxmlformats.org/officeDocument/2006/relationships/hyperlink" Target="https://philips.service-now.com/softwareportal" TargetMode="External" Id="R18e6806af5d342bb" /><Relationship Type="http://schemas.openxmlformats.org/officeDocument/2006/relationships/hyperlink" Target="https://philips.service-now.com/itportal?id=kb_article&amp;sysparm_article=KB1528249&amp;sys_id=24240f5bfb794b54ae1afb576eefdc0f&amp;spa=1" TargetMode="External" Id="R1e486bb9c8fc4fe0" /><Relationship Type="http://schemas.openxmlformats.org/officeDocument/2006/relationships/notesSlide" Target="/ppt/notesSlides/notesSlide13.xml" Id="R53290125e69d44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1319c69674446" /><Relationship Type="http://schemas.openxmlformats.org/officeDocument/2006/relationships/image" Target="/ppt/media/image8.png" Id="R50847ed4bbc74801" /><Relationship Type="http://schemas.openxmlformats.org/officeDocument/2006/relationships/hyperlink" Target="https://www.aigateway.ai.inside.philips.com/" TargetMode="External" Id="R819db0a724e949a2" /><Relationship Type="http://schemas.openxmlformats.org/officeDocument/2006/relationships/notesSlide" Target="/ppt/notesSlides/notesSlide14.xml" Id="R18df4134d8204f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167d22e5b42e7" /><Relationship Type="http://schemas.openxmlformats.org/officeDocument/2006/relationships/hyperlink" Target="https://www.aigateway.ai.inside.philips.com/" TargetMode="External" Id="R227284f5c1624eb8" /><Relationship Type="http://schemas.openxmlformats.org/officeDocument/2006/relationships/hyperlink" Target="https://philips-ai-tool-lab.github.io/ai-tool-lab-preview/" TargetMode="External" Id="R8b2c5260aa324682" /><Relationship Type="http://schemas.openxmlformats.org/officeDocument/2006/relationships/notesSlide" Target="/ppt/notesSlides/notesSlide15.xml" Id="R17d3ce7f05ed46d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b34b8ba4147e1" /><Relationship Type="http://schemas.openxmlformats.org/officeDocument/2006/relationships/hyperlink" Target="https://www.aigateway.ai.inside.philips.com/" TargetMode="External" Id="R9008d4a2317449e0" /><Relationship Type="http://schemas.openxmlformats.org/officeDocument/2006/relationships/hyperlink" Target="https://philips-ai-tool-lab.github.io/ai-tool-lab-preview/" TargetMode="External" Id="R07862f14b3354822" /><Relationship Type="http://schemas.openxmlformats.org/officeDocument/2006/relationships/notesSlide" Target="/ppt/notesSlides/notesSlide16.xml" Id="Ra6cae1b05ba041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d5490a73a47cb" /><Relationship Type="http://schemas.openxmlformats.org/officeDocument/2006/relationships/image" Target="/ppt/media/image9.png" Id="R603dd23c9d8e4fc9" /><Relationship Type="http://schemas.openxmlformats.org/officeDocument/2006/relationships/hyperlink" Target="https://aiskillsnavigator.microsoft.com/" TargetMode="External" Id="R06d4b27bec2a45f9" /><Relationship Type="http://schemas.openxmlformats.org/officeDocument/2006/relationships/hyperlink" Target="https://m365.cloud.microsoft/chat" TargetMode="External" Id="Rfd4102915fe64c39" /><Relationship Type="http://schemas.openxmlformats.org/officeDocument/2006/relationships/notesSlide" Target="/ppt/notesSlides/notesSlide17.xml" Id="R34f45be33bc14d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de7ec21ec4556" /><Relationship Type="http://schemas.openxmlformats.org/officeDocument/2006/relationships/hyperlink" Target="https://aiskillsnavigator.microsoft.com/" TargetMode="External" Id="R2985339b06be47c9" /><Relationship Type="http://schemas.openxmlformats.org/officeDocument/2006/relationships/hyperlink" Target="https://aiskillsnavigator.microsoft.com/playlists/291ff1ba-c754-44f1-9814-ef8917f8c989" TargetMode="External" Id="Rcfa4ce6f0b9b4e7f" /><Relationship Type="http://schemas.openxmlformats.org/officeDocument/2006/relationships/hyperlink" Target="https://m365.cloud.microsoft/chat" TargetMode="External" Id="Rb1fba872bfda469f" /><Relationship Type="http://schemas.openxmlformats.org/officeDocument/2006/relationships/notesSlide" Target="/ppt/notesSlides/notesSlide18.xml" Id="Rf7fc8366bd8647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24e2af9704caa" /><Relationship Type="http://schemas.openxmlformats.org/officeDocument/2006/relationships/image" Target="/ppt/media/image10.png" Id="R494aaac98bf04914" /><Relationship Type="http://schemas.openxmlformats.org/officeDocument/2006/relationships/hyperlink" Target="https://aiskillsnavigator.microsoft.com/" TargetMode="External" Id="R4dca89583aab436f" /><Relationship Type="http://schemas.openxmlformats.org/officeDocument/2006/relationships/notesSlide" Target="/ppt/notesSlides/notesSlide19.xml" Id="Re1fe9130a96747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cafb214b54f2d" /><Relationship Type="http://schemas.openxmlformats.org/officeDocument/2006/relationships/image" Target="/ppt/media/image11.png" Id="R594ffc33c5d24497" /><Relationship Type="http://schemas.openxmlformats.org/officeDocument/2006/relationships/hyperlink" Target="https://aiskillsnavigator.microsoft.com/playlists/291ff1ba-c754-44f1-9814-ef8917f8c989" TargetMode="External" Id="R909b92c966e34f42" /><Relationship Type="http://schemas.openxmlformats.org/officeDocument/2006/relationships/notesSlide" Target="/ppt/notesSlides/notesSlide20.xml" Id="Rdf149de2b6c444b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a32b634a94e96" /><Relationship Type="http://schemas.openxmlformats.org/officeDocument/2006/relationships/image" Target="/ppt/media/image12.png" Id="R0b332947a4674e12" /><Relationship Type="http://schemas.openxmlformats.org/officeDocument/2006/relationships/hyperlink" Target="https://aiskillsnavigator.microsoft.com/playlists/291ff1ba-c754-44f1-9814-ef8917f8c989" TargetMode="External" Id="Rc2a681bc1ecd4f55" /><Relationship Type="http://schemas.openxmlformats.org/officeDocument/2006/relationships/hyperlink" Target="https://learn.microsoft.com/zh-cn/training/courses/ms-4004" TargetMode="External" Id="R4be409e6884843f7" /><Relationship Type="http://schemas.openxmlformats.org/officeDocument/2006/relationships/notesSlide" Target="/ppt/notesSlides/notesSlide21.xml" Id="R31c2803ddb5c4c8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733d68d7e4c79" /><Relationship Type="http://schemas.openxmlformats.org/officeDocument/2006/relationships/hyperlink" Target="https://aiskillsnavigator.microsoft.com/playlists/291ff1ba-c754-44f1-9814-ef8917f8c989" TargetMode="External" Id="R889547b78043427c" /><Relationship Type="http://schemas.openxmlformats.org/officeDocument/2006/relationships/notesSlide" Target="/ppt/notesSlides/notesSlide22.xml" Id="R261d575b977943c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236f8e39841bd" /><Relationship Type="http://schemas.openxmlformats.org/officeDocument/2006/relationships/hyperlink" Target="https://m365.cloud.microsoft/chat" TargetMode="External" Id="R0de4b092a1f34fd4" /><Relationship Type="http://schemas.openxmlformats.org/officeDocument/2006/relationships/notesSlide" Target="/ppt/notesSlides/notesSlide23.xml" Id="Re2f564720bfb4ea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3807435f54d5c" /><Relationship Type="http://schemas.openxmlformats.org/officeDocument/2006/relationships/hyperlink" Target="https://m365.cloud.microsoft/chat" TargetMode="External" Id="R8622be47e767482e" /><Relationship Type="http://schemas.openxmlformats.org/officeDocument/2006/relationships/notesSlide" Target="/ppt/notesSlides/notesSlide24.xml" Id="R55a501a50f4946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a8bb8984f4f8c" /><Relationship Type="http://schemas.openxmlformats.org/officeDocument/2006/relationships/hyperlink" Target="https://m365.cloud.microsoft/chat" TargetMode="External" Id="Rb133978462944a81" /><Relationship Type="http://schemas.openxmlformats.org/officeDocument/2006/relationships/notesSlide" Target="/ppt/notesSlides/notesSlide25.xml" Id="Rdef84451c17240a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f132e89224758" /><Relationship Type="http://schemas.openxmlformats.org/officeDocument/2006/relationships/hyperlink" Target="https://m365.cloud.microsoft/chat" TargetMode="External" Id="R2b940780a8c84ebb" /><Relationship Type="http://schemas.openxmlformats.org/officeDocument/2006/relationships/notesSlide" Target="/ppt/notesSlides/notesSlide26.xml" Id="R3c68a27c58c8427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bebccf54d403b" /><Relationship Type="http://schemas.openxmlformats.org/officeDocument/2006/relationships/hyperlink" Target="https://m365.cloud.microsoft/chat" TargetMode="External" Id="R240ab4e548f64c0e" /><Relationship Type="http://schemas.openxmlformats.org/officeDocument/2006/relationships/notesSlide" Target="/ppt/notesSlides/notesSlide27.xml" Id="R3d5937080875424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bb93be47c4c8c" /><Relationship Type="http://schemas.openxmlformats.org/officeDocument/2006/relationships/hyperlink" Target="https://m365.cloud.microsoft/chat" TargetMode="External" Id="R9d8e462cf95b4b74" /><Relationship Type="http://schemas.openxmlformats.org/officeDocument/2006/relationships/notesSlide" Target="/ppt/notesSlides/notesSlide28.xml" Id="R21ffd56c616e45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0e66662fa40ad" /><Relationship Type="http://schemas.openxmlformats.org/officeDocument/2006/relationships/image" Target="/ppt/media/image13.png" Id="R6bc3e7de70c2411e" /><Relationship Type="http://schemas.openxmlformats.org/officeDocument/2006/relationships/hyperlink" Target="https://m365.cloud.microsoft/chat" TargetMode="External" Id="R2ef9ca2c051f4522" /><Relationship Type="http://schemas.openxmlformats.org/officeDocument/2006/relationships/notesSlide" Target="/ppt/notesSlides/notesSlide29.xml" Id="R85e4d8a982f0486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511a5ea654270" /><Relationship Type="http://schemas.openxmlformats.org/officeDocument/2006/relationships/hyperlink" Target="https://m365.cloud.microsoft/chat" TargetMode="External" Id="Rf7bfd6bb3bb94e29" /><Relationship Type="http://schemas.openxmlformats.org/officeDocument/2006/relationships/notesSlide" Target="/ppt/notesSlides/notesSlide30.xml" Id="R860af9b2c07c4bb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8d44868c7490c" /><Relationship Type="http://schemas.openxmlformats.org/officeDocument/2006/relationships/hyperlink" Target="https://m365.cloud.microsoft/chat" TargetMode="External" Id="Rf4a8ffe5559947f6" /><Relationship Type="http://schemas.openxmlformats.org/officeDocument/2006/relationships/notesSlide" Target="/ppt/notesSlides/notesSlide31.xml" Id="R786c9c988b2749e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f6ef2771046d8" /><Relationship Type="http://schemas.openxmlformats.org/officeDocument/2006/relationships/hyperlink" Target="https://philips-ai-tool-lab.github.io/ai-tool-lab-preview/" TargetMode="External" Id="R55c9b07c4b3546e3" /><Relationship Type="http://schemas.openxmlformats.org/officeDocument/2006/relationships/hyperlink" Target="https://philips-ai-tool-lab.github.io/ai-tool-lab-preview/#agent-builder-path" TargetMode="External" Id="R909b9024c4564c2e" /><Relationship Type="http://schemas.openxmlformats.org/officeDocument/2006/relationships/hyperlink" Target="https://m365.cloud.microsoft/chat" TargetMode="External" Id="R858b12d125154c1c" /><Relationship Type="http://schemas.openxmlformats.org/officeDocument/2006/relationships/notesSlide" Target="/ppt/notesSlides/notesSlide32.xml" Id="R4a51e85342c649e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5cb54f6054826" /><Relationship Type="http://schemas.openxmlformats.org/officeDocument/2006/relationships/image" Target="/ppt/media/image14.png" Id="R535a6105ec6c461e" /><Relationship Type="http://schemas.openxmlformats.org/officeDocument/2006/relationships/hyperlink" Target="https://philips-ai-tool-lab.github.io/ai-tool-lab-preview/" TargetMode="External" Id="R55dbf8d4295b400d" /><Relationship Type="http://schemas.openxmlformats.org/officeDocument/2006/relationships/hyperlink" Target="https://philips-ai-tool-lab.github.io/ai-tool-lab-preview/#agent-builder-path" TargetMode="External" Id="R748761805cbe4821" /><Relationship Type="http://schemas.openxmlformats.org/officeDocument/2006/relationships/notesSlide" Target="/ppt/notesSlides/notesSlide33.xml" Id="Rcd3d9f199afc488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628e270b14405" /><Relationship Type="http://schemas.openxmlformats.org/officeDocument/2006/relationships/hyperlink" Target="https://philips-ai-tool-lab.github.io/ai-tool-lab-preview/labs/chief-of-staff/" TargetMode="External" Id="Re0f42c9c29fd45e0" /><Relationship Type="http://schemas.openxmlformats.org/officeDocument/2006/relationships/hyperlink" Target="https://philips-ai-tool-lab.github.io/ai-tool-lab-preview/labs/product-manual-faq/" TargetMode="External" Id="R6467b0b3ed5948b6" /><Relationship Type="http://schemas.openxmlformats.org/officeDocument/2006/relationships/hyperlink" Target="https://philips-ai-tool-lab.github.io/ai-tool-lab-preview/labs/meeting-follow-up/" TargetMode="External" Id="R76818f271ac64a0f" /><Relationship Type="http://schemas.openxmlformats.org/officeDocument/2006/relationships/hyperlink" Target="https://philips-ai-tool-lab.github.io/ai-tool-lab-preview/labs/funnel-data-analyst/" TargetMode="External" Id="R6b9a9181b7774fb9" /><Relationship Type="http://schemas.openxmlformats.org/officeDocument/2006/relationships/notesSlide" Target="/ppt/notesSlides/notesSlide34.xml" Id="R7d78695a3615463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eadd88a134de5" /><Relationship Type="http://schemas.openxmlformats.org/officeDocument/2006/relationships/image" Target="/ppt/media/image15.png" Id="R64c21cf0a70244e0" /><Relationship Type="http://schemas.openxmlformats.org/officeDocument/2006/relationships/hyperlink" Target="https://philips-ai-tool-lab.github.io/ai-tool-lab-preview/labs/chief-of-staff/" TargetMode="External" Id="R756cef1567104ea3" /><Relationship Type="http://schemas.openxmlformats.org/officeDocument/2006/relationships/notesSlide" Target="/ppt/notesSlides/notesSlide35.xml" Id="R0b4aaaae2d5242f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9f7516a9d4b60" /><Relationship Type="http://schemas.openxmlformats.org/officeDocument/2006/relationships/image" Target="/ppt/media/image16.png" Id="Ra1b9a1779605442c" /><Relationship Type="http://schemas.openxmlformats.org/officeDocument/2006/relationships/hyperlink" Target="https://philips-ai-tool-lab.github.io/ai-tool-lab-preview/labs/product-manual-faq/" TargetMode="External" Id="R1b576e5f585c48a1" /><Relationship Type="http://schemas.openxmlformats.org/officeDocument/2006/relationships/notesSlide" Target="/ppt/notesSlides/notesSlide36.xml" Id="Rafedfc2a67804f3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2acde67144a37" /><Relationship Type="http://schemas.openxmlformats.org/officeDocument/2006/relationships/image" Target="/ppt/media/image17.png" Id="R8e061e7a75424c2d" /><Relationship Type="http://schemas.openxmlformats.org/officeDocument/2006/relationships/hyperlink" Target="https://philips-ai-tool-lab.github.io/ai-tool-lab-preview/labs/meeting-follow-up/" TargetMode="External" Id="R9eb76a9bcb7b49cf" /><Relationship Type="http://schemas.openxmlformats.org/officeDocument/2006/relationships/notesSlide" Target="/ppt/notesSlides/notesSlide37.xml" Id="R7c9c724d42c3415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5a5da9f7b4036" /><Relationship Type="http://schemas.openxmlformats.org/officeDocument/2006/relationships/image" Target="/ppt/media/image18.png" Id="Rf17b807231624e48" /><Relationship Type="http://schemas.openxmlformats.org/officeDocument/2006/relationships/hyperlink" Target="https://philips-ai-tool-lab.github.io/ai-tool-lab-preview/labs/funnel-data-analyst/" TargetMode="External" Id="R2af3b07239604d17" /><Relationship Type="http://schemas.openxmlformats.org/officeDocument/2006/relationships/notesSlide" Target="/ppt/notesSlides/notesSlide38.xml" Id="R66a9a09d4d4b4cb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3be1d1bf34fdd" /><Relationship Type="http://schemas.openxmlformats.org/officeDocument/2006/relationships/hyperlink" Target="https://philips-ai-tool-lab.github.io/ai-tool-lab-preview/#agent-builder-path" TargetMode="External" Id="R5dd555eb907b4b20" /><Relationship Type="http://schemas.openxmlformats.org/officeDocument/2006/relationships/notesSlide" Target="/ppt/notesSlides/notesSlide39.xml" Id="R5737635dfa93481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b26bbfbdb4be5" /><Relationship Type="http://schemas.openxmlformats.org/officeDocument/2006/relationships/image" Target="/ppt/media/image19.png" Id="Rd5acb4b3b55b4d84" /><Relationship Type="http://schemas.openxmlformats.org/officeDocument/2006/relationships/hyperlink" Target="https://m365.cloud.microsoft/chat" TargetMode="External" Id="R901582c83a814689" /><Relationship Type="http://schemas.openxmlformats.org/officeDocument/2006/relationships/notesSlide" Target="/ppt/notesSlides/notesSlide40.xml" Id="R9acbac521c4540e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f88d25be4496a" /><Relationship Type="http://schemas.openxmlformats.org/officeDocument/2006/relationships/image" Target="/ppt/media/image20.png" Id="Rd0ca15f0a6db4416" /><Relationship Type="http://schemas.openxmlformats.org/officeDocument/2006/relationships/hyperlink" Target="https://philips-ai-tool-lab.github.io/ai-tool-lab-preview/#agent-builder-path" TargetMode="External" Id="R1bfc6d2c30a24a5f" /><Relationship Type="http://schemas.openxmlformats.org/officeDocument/2006/relationships/notesSlide" Target="/ppt/notesSlides/notesSlide41.xml" Id="R6ea0b47ee2db455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73a382f9d42b7" /><Relationship Type="http://schemas.openxmlformats.org/officeDocument/2006/relationships/image" Target="/ppt/media/image21.png" Id="R41e5a45c98c84811" /><Relationship Type="http://schemas.openxmlformats.org/officeDocument/2006/relationships/hyperlink" Target="https://philips-ai-tool-lab.github.io/ai-tool-lab-preview/labs/meeting-follow-up/" TargetMode="External" Id="Rfa23eb251b194ed7" /><Relationship Type="http://schemas.openxmlformats.org/officeDocument/2006/relationships/notesSlide" Target="/ppt/notesSlides/notesSlide42.xml" Id="R10513660718f467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a11ea95db45ba" /><Relationship Type="http://schemas.openxmlformats.org/officeDocument/2006/relationships/image" Target="/ppt/media/image22.png" Id="R698a417c455e4999" /><Relationship Type="http://schemas.openxmlformats.org/officeDocument/2006/relationships/hyperlink" Target="https://philips-ai-tool-lab.github.io/ai-tool-lab-preview/#agent-builder-path" TargetMode="External" Id="R97f2c4768dd24c61" /><Relationship Type="http://schemas.openxmlformats.org/officeDocument/2006/relationships/notesSlide" Target="/ppt/notesSlides/notesSlide43.xml" Id="R754c3ef5d10741a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e827c58234021" /><Relationship Type="http://schemas.openxmlformats.org/officeDocument/2006/relationships/image" Target="/ppt/media/image23.png" Id="Rb536ce4c72bb4708" /><Relationship Type="http://schemas.openxmlformats.org/officeDocument/2006/relationships/hyperlink" Target="https://philips-ai-tool-lab.github.io/ai-tool-lab-preview/labs/meeting-follow-up/" TargetMode="External" Id="R52a710bde8fe45ea" /><Relationship Type="http://schemas.openxmlformats.org/officeDocument/2006/relationships/notesSlide" Target="/ppt/notesSlides/notesSlide44.xml" Id="Rb17593edbc8e4dd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7a1589cc54556" /><Relationship Type="http://schemas.openxmlformats.org/officeDocument/2006/relationships/image" Target="/ppt/media/image24.png" Id="R691b7123088b4bfe" /><Relationship Type="http://schemas.openxmlformats.org/officeDocument/2006/relationships/hyperlink" Target="https://philips-ai-tool-lab.github.io/ai-tool-lab-preview/#agent-builder-path" TargetMode="External" Id="Rd88221a0bb5643cd" /><Relationship Type="http://schemas.openxmlformats.org/officeDocument/2006/relationships/notesSlide" Target="/ppt/notesSlides/notesSlide45.xml" Id="R3c96827850ac4028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b540bcbcf4db8" /><Relationship Type="http://schemas.openxmlformats.org/officeDocument/2006/relationships/image" Target="/ppt/media/image25.png" Id="Rd9a77164893644db" /><Relationship Type="http://schemas.openxmlformats.org/officeDocument/2006/relationships/hyperlink" Target="https://m365.cloud.microsoft/chat" TargetMode="External" Id="Rb7265251ccb2440d" /><Relationship Type="http://schemas.openxmlformats.org/officeDocument/2006/relationships/notesSlide" Target="/ppt/notesSlides/notesSlide46.xml" Id="R16d23044898045a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7368f9b834ec4" /><Relationship Type="http://schemas.openxmlformats.org/officeDocument/2006/relationships/image" Target="/ppt/media/image26.png" Id="R15b6c05d033f488e" /><Relationship Type="http://schemas.openxmlformats.org/officeDocument/2006/relationships/hyperlink" Target="https://philips-ai-tool-lab.github.io/ai-tool-lab-preview/labs/meeting-follow-up/" TargetMode="External" Id="Rf3b77e54af8d483c" /><Relationship Type="http://schemas.openxmlformats.org/officeDocument/2006/relationships/notesSlide" Target="/ppt/notesSlides/notesSlide47.xml" Id="R6226f22845764c5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6d27395e743cd" /><Relationship Type="http://schemas.openxmlformats.org/officeDocument/2006/relationships/hyperlink" Target="https://philips-ai-tool-lab.github.io/ai-tool-lab-preview/labs/chief-of-staff/" TargetMode="External" Id="R0467619c31224197" /><Relationship Type="http://schemas.openxmlformats.org/officeDocument/2006/relationships/hyperlink" Target="https://philips-ai-tool-lab.github.io/ai-tool-lab-preview/labs/product-manual-faq/" TargetMode="External" Id="R42d2daa44f0144ae" /><Relationship Type="http://schemas.openxmlformats.org/officeDocument/2006/relationships/hyperlink" Target="https://philips-ai-tool-lab.github.io/ai-tool-lab-preview/labs/meeting-follow-up/" TargetMode="External" Id="R13d32452774a453b" /><Relationship Type="http://schemas.openxmlformats.org/officeDocument/2006/relationships/hyperlink" Target="https://philips-ai-tool-lab.github.io/ai-tool-lab-preview/labs/funnel-data-analyst/" TargetMode="External" Id="Rfefada26d41a4536" /><Relationship Type="http://schemas.openxmlformats.org/officeDocument/2006/relationships/hyperlink" Target="https://m365.cloud.microsoft/chat" TargetMode="External" Id="R16c12e0f0700430b" /><Relationship Type="http://schemas.openxmlformats.org/officeDocument/2006/relationships/notesSlide" Target="/ppt/notesSlides/notesSlide48.xml" Id="Re0a3d58fe2324c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A8EC6-E96D-4D1D-8557-B9A94A1A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B5E34-A53E-4791-BD96-25535440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7538A-7333-40B3-86FF-5AB4B602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E5224-ECB4-4146-855D-9CD99F89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A32EF-D7E3-42FE-B79A-71DB534B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3C5B8-D2D4-4E18-9655-12D16676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89a9871df8c47e7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179265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971EE-CBC4-4A02-9009-89EEFA9D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454C7-CBF8-4D5D-A9AD-74D235AC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E1A33-E83C-4366-A16E-6885DDA1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A0595-B492-4796-B24C-057DEEE6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EC764-7ECF-49EF-AC27-1EACE2EE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D4683-7169-4234-9B57-F3427214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6BA0D-8816-4AC2-B3CE-A592896B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DE2C0-14D1-4791-98AF-5CFC9998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127D3-DF76-409E-9D34-E2AC434C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20721-BA18-4097-BEA5-D21555A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9A6FE-9D86-44C4-B885-9D4F8B00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CF42F-9A2C-4749-A300-DEF8CCDD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5C245-E484-4903-A5BB-D53E572A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CE679-B6F6-44FF-A2E8-A254D68C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5FF44-3BA0-4EC1-9C45-ED5BCA54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24528-6EC9-4DF4-8471-204861D1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9C3AD-9F52-481D-9BFE-EE28658B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8C7C0-5D0C-4855-B5FD-1104F5E8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4BE9E-20B0-4D03-B998-152CAB5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5D7F1-A6B8-4AD2-88CF-1A6FC807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9E3A2-AA96-4D95-8F12-936F65B5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33fb98f3c44d9b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003398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D004B1-BFB8-417C-B96E-BF893BD5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9765A-BE57-44BB-92E2-0ED4A552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61A28-8DC2-4A9E-B9DA-A174A77A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B773A-3DE1-41A0-91A2-52E6501F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A4036-DBED-4AC7-83F2-657FDA8D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96075-C680-430C-A2A2-8544B86D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2D281-1A2E-4C67-AE10-B48243C0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D8D77-2ECE-4F47-A646-2EA29D2C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9C8F6-5750-42E7-BF4A-7F2DD8F7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4ED83-FE33-4AF3-ADA1-7F58C226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B7CB8-EEAD-4239-9272-40B69F0B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02459-A2C6-4773-A2DE-80387BCE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87F62-AC7F-4752-89E5-E253B03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09F4F-D209-407B-A748-2AEE5835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3CD96-067C-4754-9DE2-567D08C0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A24A0-6132-4CFF-ABF7-5F0827CD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D5491-BB4C-475D-882E-D42E0077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ABDE28-BE4E-4427-A322-E789A4FB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4A0C2-5EC7-453B-91DE-82B2A563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46E8E0-CB9A-4FAF-A573-88939FBE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0E8CE-436A-4E45-907D-74D92EC6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56D56-304C-4CD5-A557-587C68E0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E6345-003E-4032-B499-AC85EE59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EC9743-F6CC-43AA-ADFD-395E1A1F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F29EE2-E28C-4AB2-A912-9A4DB23D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46D26-8AFF-4F28-B1DE-C7E0AC79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C7DA3-3BD8-4A70-9894-E0ABD09E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81466C-4866-45F4-9EE0-13657952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BFC29B-5E6B-49EA-86B1-34DE9E5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f43434f486343ab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688016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2A28E-732C-468C-A5E7-1DA2E49E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AA5D4-2B84-422D-B31B-95E514FE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628B7-8ECC-4F6A-88E1-1C6E5337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90365-7A49-43CD-93B0-5CE5CB65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5034-471B-488F-8CEE-891C47CC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5bb5c8c4c74c93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052481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0975E-7C70-4D9A-BB87-4D35CBD4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3CC7C-AE15-4373-8F97-1DA70532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1DFFF-AB8D-4F37-973E-43465379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66DF6-5B18-4E71-B6E4-C377763F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6BB84-72D2-40D9-A31C-69DC823A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06D37-32C1-4A8D-88C0-468905FB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d059fbe6b452b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A42CC-9061-40FA-85AA-58D3328D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F3C9E-92AC-4D90-A06C-7498173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A02DD-CF14-4C7F-889C-10B94150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356F7-64D0-4434-B77A-A4EBA14A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5543F-7103-460D-9953-7F8C2116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a3bbf879e124f09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071438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B4941-A582-41A0-83C5-A21D926B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6813D-7F9F-4847-A1EA-558632A8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B8A92-C3A1-4394-AE05-D8FB4509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5EFEF-7C99-421D-AE37-387A7915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8837B-C8DD-44AF-9A74-A4EA326A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80F90-6D77-48DD-A271-B0F66C4A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e21fe327645e0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3450A-CE0E-45BB-BD57-FDD70D95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4312F-2DFC-4BE3-A1B0-D5C34A1D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1F463-8A99-4D48-96D2-82F63E35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C903B-C508-4D10-BADC-C28CB623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259D6-8853-4D36-AD51-C596D390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55067bed244e5c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486879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3EEE4-521C-4983-91A0-3B068F09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DCBE5-AD47-42C2-8116-237D74CB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2AA5E-3311-4A30-9832-C4321F4A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DC60B-62EB-4919-A113-238EE053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覆盖双重重要性评估、数据采集及披露流程。2026 年将继续扩大已验证项目，并统一共同能力。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6A141-F874-4CAD-A8C3-BC6BA5B0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9F803-25B5-4D39-AA60-FBC543CF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a2d6976dd4d03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5000D-5DDB-4D63-87EB-68804AD6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C9E14-B590-4378-8AF2-3D8A0023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49354-FDE2-4886-9DF4-B781BBEA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1D7B6-996E-4D0B-B8AD-43E56DE9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C959D-5C84-46D6-BE79-BADC0F5F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bad8cffdf14404f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7239364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03DABF-9A2C-4514-88D9-01A29CCE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D8814-46E5-419F-AD92-D9AAC416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428D0-550E-4673-8173-E38321F0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AB427-C8FB-4CFE-ACD7-1AD01212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D21D9-0674-4475-A363-51D19E4B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E01F3-0937-4427-B68A-BC4F8DE4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5E422-B1EC-4098-99B3-BECE0B5E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26C57-2907-4A3F-BD19-920DA185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AAAE1-CA52-49D9-A7D9-72512BC8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20A02-381D-4079-B72B-56BE586D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F6FE4-1D93-4F51-866A-1A8774FD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内部学习社群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岗位能力建设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分享实践案例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6C85E-E417-4655-95AD-A0EE476A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BE6B2-9315-4357-9536-409F93BE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25741-493C-4FEA-B67A-F020A60A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A4B67-E668-405B-8D8E-EF4AE63A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67A760-16D0-409C-AA49-EFA0FB78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复盘赢单与失单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支持投标和定价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DE24E-4113-48C5-BA8D-90278825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BF928D-B4BB-4830-AA8F-5BF36533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8AF99-D077-44C5-81FF-DD75176C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32BAE-FB25-47C8-B279-F3C2B2BD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DA2998-B7A1-4363-AD04-04F027F5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简化订单处理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改善服务运营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支持工厂与供应链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D5B35-B57F-4AA0-A91E-830B6CCD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BCDA6-A82F-4D70-9964-1B87D6BF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2618D7-D907-4AFD-B65B-0CE7F958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7A891-11E6-4788-A412-5EA4CFFA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FFC006-B958-4128-8A87-AC10CD93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市场、财务与 HR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法规、质量与法务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战略与竞品信息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5DB8F6-6965-458E-8E66-DA4FEA03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4FF92E-5660-4C39-B4A9-429B4FD4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C792F-A09C-4007-8927-9729E36A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2FA10A-64C5-4EE1-896A-76BFD88E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62943D-266E-493A-BC29-59043701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加快创新流程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连接本地 AI 伙伴</a:t>
            </a:r>
          </a:p>
          <a:p xmlns:a="http://schemas.openxmlformats.org/drawingml/2006/main">
            <a:pPr algn="ctr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开展生态协作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5C53FB-47E1-49B9-8145-A205D205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B5D02-2524-4559-BC36-49140999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923C83-E63A-40AD-B755-E17D02E1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1562E7-5B82-4C6D-8FE7-7842548C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43A0EF-5B74-4A8C-B90E-2186F6364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55C08D-956F-4533-82E0-20C0D10A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1F01B0-6BF4-45BE-A212-F346ECD5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DD27CB-FF3D-4218-B54C-444403C2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4924D6-FA83-49C1-AB2D-A32C8FA8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D9B45C-CEDC-4CAD-884A-0B1BAB2B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a3c073780ec4e7a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2400410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A6204-49CA-48F4-8AC8-AABB6412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CB8E1-732F-4748-8ACE-7755EFEE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664B8-BAE4-4A6F-98AF-91224019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3815D-1DE9-40EF-BEF3-B197AB52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BDBAC-98B7-4813-8899-6DCCBCA7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B7890-449C-467C-B369-018FA2AD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08FC7-7B03-415E-B164-562614BA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95716-772E-488C-9E92-A33841EE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18081-CF5F-4E17-BE0C-AD7EF650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B5A68-CF6D-4BBC-B25D-2FF75C68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6BE9E-EB9E-4B0D-B66F-8E3AEA56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查看 Enterprise ChatGPT 是否已经开通、从哪里申请，以及遇到问题时怎样获得入门支持。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EF3C0-167A-4904-9DD7-6C113497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ADF97-EBCA-4436-AEEE-9C7B6594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C3654-562D-4BFA-93ED-954BF58E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1F317-3E3C-45C9-8D00-9E9E0838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3F4E2-684C-4C3F-976A-A80E07AF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了解哪些工作场景可以使用、哪些数据不能输入，以及生成内容为什么仍需人工检查。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177F1-AFA5-46CC-922D-25784D5B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60FADE-0C7C-4793-9893-507637FF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06E03-A2CA-471A-92EF-5D9E28BD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834EE-FC98-461A-AF15-3A85CA98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用量与状态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74EE4-F86E-45C1-98C2-2DE37E89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页面还会显示申请状态、使用情况和部分费用或配额信息，便于个人和平台团队查看。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9B3DFB-EB56-4DC4-A808-C8F7BD4C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491FAD-8DE0-4A7C-AD44-AA8CF6FE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925b55a88804d2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6481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C720E-940B-495A-85FA-4FB0E69C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F5931-1319-4B4C-9F76-4FC9BE26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75254-E80C-42AC-98BD-96317F41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 页面上可以找到哪些信息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27AC1-6556-452B-B19C-8DF7EC9E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首页可以查看 Enterprise ChatGPT 的申请入口和当前访问状态；下方内容说明费用与配额、使用情况以及标准申请流程。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6D52F-B7AD-4F39-85DF-5662DDFA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0D56B-EFA8-46D9-9518-72465717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f6bc185dd45d7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0BE9C-A062-403A-9D9E-F43E0BE7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600F4-0E06-4687-9FB1-79DA2210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2C876-95AA-4343-A74A-08D419F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6AD34-5BE1-4B6C-92BC-9D8E9306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申请入口：主卡提供“Request access”按钮。引导助手可以说明怎样申请、开通后怎样开始使用，以及企业使用要求。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页面下方：三张卡片分别介绍费用与配额、使用状态，以及企业统一的申请方式。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7676C-8867-4AE7-9794-0215CFEC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2071059f307402a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566439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18ACA-6963-4D05-BE5F-C0AFE5CB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C696A-AA4C-4753-B48E-37018A0E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0AB67-5E0F-4470-BEC9-9F97D78F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Enterprise ChatGPT：申请前先获得部门批准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1F732-FE23-4894-8C63-72BF263D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 主要用于明确的部门级、企业级或产品研发场景。申请账号和中国网络服务前，需要先获得本部门管理团队（GCMT）的批准。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B665B-DA17-4838-97CE-97076471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4D993-D4D3-44A0-A3B2-28C7FFC4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9e41c465c4e6e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81B16-3E0B-4B8C-9805-22887F13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C74FF-0638-4912-B57C-2BA10119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79E7E-FDA2-4AAE-AFE9-AA00791D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申请条件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7B35B-4968-439A-9B0A-8B052C48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适用场景：部门或企业级应用、系统和 Agent 的设计开发，也包括 Philips 产品相关的科研与研发工作。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部门统筹：各部门根据预算和业务需求确定申请范围。原文件建议申请人数不超过部门总人数的 3%。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批准方式：个人可以取得 GCMT 邮件批准，也可以由部门统一确认申请名单；名单后续可以按月复核调整。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53987-4AAB-4A84-A750-CDA54A60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c28da975744f9e"/>
              </a:rPr>
              <a:t>打开 AI Gateway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D1CF3-C119-4E16-AB1E-2E48BC7A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afbb512090a4ca9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8632153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0B737-46F3-429A-A776-6A3E8C37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CD1E2-7309-472D-92B5-90272FA1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E2B45-0C65-499F-96A2-5DAEC2E1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获得部门批准后，还要完成两项申请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5170D-4C26-49B3-AE39-41525CCF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第一项是 Enterprise ChatGPT 账号，第二项是中国网络访问服务（China Internet Acceleration Service）。两项申请完成后会分别收到邮件。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204D1-229B-494B-9720-2B587D42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044E9-F4AD-435C-B580-4D4C9D0C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2950b10ba4a45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F1B7A-7EFC-46C5-8A30-20F837F0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45DAD-68D2-4DE0-A014-E9C1CCFF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57625-7473-4549-899A-3AE2E5EA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两条申请路径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E51F7-54EA-4413-9048-FECFBD5B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账号申请：进入 AI Gateway，在 AI Assistant 对话框输入“Access”，提交 Enterprise ChatGPT 账号申请。开通后会收到 OpenAI 邮件。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网络申请：在 ServiceNow 申请中国网络访问服务，并上传个人承诺书和 GCMT 批准材料。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怎样确认完成：账号开通会收到 OpenAI 邮件，网络申请完成会收到 ServiceNow（SNOW）关单邮件。两封邮件都收到后，再安装登录工具。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DC033-2795-4409-A728-63BA99D9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f7d8050ca6e437b"/>
              </a:rPr>
              <a:t>申请 Enterprise ChatGPT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657D1-79D1-437F-A2C8-A2D6B2A2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c8e0575f494535"/>
              </a:rPr>
              <a:t>申请中国网络服务  ↗</a:t>
            </a:r>
          </a:p>
        </p:txBody>
      </p:sp>
    </p:spTree>
    <p:extLst>
      <p:ext uri="{BB962C8B-B14F-4D97-AF65-F5344CB8AC3E}">
        <p14:creationId xmlns:p14="http://schemas.microsoft.com/office/powerpoint/2010/main" val="16743106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62EDF-9D30-4E01-969B-5C24CC17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426DF-ED0F-4C50-AD6A-4DE5AE2B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3D218-E741-40C3-9C78-D54E75A8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两项申请完成后：安装工具并登录企业工作区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758E8-4B6E-4DC8-8FB4-1DF6D54C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Software Portal 安装 ChatGPT Proxy Doctor 登录工具，再用 Philips 账号单点登录（Single Sign-On）进入企业版 ChatGPT 工作区。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20023-0076-44E4-ADC0-0A144494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1B078-2241-49CD-8B1C-AACB25DA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81861a36e4471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9308E-EAD4-4AE9-B259-8121391E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F1A44-5B78-4011-9CA9-3CC500A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B286B-95FB-4D1E-A32D-4ABE4DF9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登录与使用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AA059-417D-4B8C-B6CE-E54B6967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安装与登录：从 Software Portal 下载 ChatGPT Proxy Doctor。通过这个工具打开网页版或桌面应用，再用 Philips 账号登录。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使用时注意：只使用 Philips 批准的企业账号和网络，不输入机密、患者或敏感个人数据。生成内容先作为草稿，重要事实和决定仍由员工确认。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如果无法使用：先确认两封审批邮件都已收到，再重启并等待权限更新。仍有问题时，记下报错内容、发生时间以及所用网络和设备，再联系 ServiceNow 或本地 IT。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D3699-6A27-4A81-84F8-4F399D2C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e6806af5d342bb"/>
              </a:rPr>
              <a:t>打开 Software Portal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485A8-8193-422D-A157-F3798B27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e486bb9c8fc4fe0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2626585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21EFE-4B9E-448A-B49D-841FC104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14D6C-D1BB-4B6C-BA26-C79CC782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0B5F2-E33B-4312-872E-9977AEF5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6B916-9C1E-4E24-82F4-A1AE3636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3B228-4BC4-4485-909E-06D3E84E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0902B-4721-4AB6-A0B2-B093342C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47ed4bbc74801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2AFA1-A704-420B-B1E5-3AA69FE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507D1-CAA9-4AF4-AD86-C9D71AC9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2B874A-C539-4CD3-B483-DFAF942C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566DF-EA8F-4AD4-A687-B4327934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怎样负责任地做：只在批准的 Philips 工作环境中使用；不输入不允许处理的敏感信息，并在使用前检查生成结果。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怎样获得权限：从 AI Gateway 开始申请。获得部门批准后，系统会按照相应步骤为账号开通权限。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A0FD0-B5D4-49D1-A3BA-A601A2B7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9db0a724e949a2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8790222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967EB-9E83-464C-99DE-3875EED0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05B99-3696-426C-81E0-E9B19DFE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C6371-AEEC-406E-BEEF-D3469A3E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BEBBE-B9F4-457C-B3C7-BC7B47FF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08B30-7010-4EDC-8EEB-07C06308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27284f5c1624eb8"/>
              </a:rPr>
              <a:t>进入 AI Gateway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BBEEF-8A26-4588-BEC0-26BF028A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2c5260aa324682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295602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D1F80-4E24-4B39-98FF-F3B68D16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99337-10FD-4E15-9401-C9F00247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53E58-9E95-4D34-B645-59A97F23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A7C60-52D7-422A-BF49-299D0E49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24908-55DD-418A-AEE0-0957155F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D5EDA-A8E9-4498-9207-5B258DA5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49735-F307-4C3D-84A5-631F9AB5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8A4AB-EE5B-4030-A759-976B2BE7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5A49A-5D08-4773-9C67-FA099C75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8AB71-45BD-4A8B-8B0C-F46B02AF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F4BF5-4CBC-4F0F-BB00-9571D702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3A962-6B72-4C74-A155-78847A5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630E2-9147-43C3-A79B-9874B3D1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0B6A2E-B435-44A2-840F-7904BF31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794AF-4FF9-4690-9D6C-1713DD25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F51B5-E313-4C4A-AD87-793603B3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8EFBC-BC29-4F51-AB9E-9B42FF14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88D25-6F93-444B-AB16-E2D0B245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C568B-2DA4-463C-980F-2798AF9C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E6D04-0024-4763-9E63-0E28EA70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F1021-9DB3-48C2-8968-CFF2F095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9E250-B471-4339-A0E0-F30B2C9B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6DA023-7D4B-4F90-9423-7859A765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EA7486-251F-4B86-B2CB-162F6A68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1A8CF6-1A50-44C5-9D4D-B1989302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F08C6F-E539-4AC7-868E-968C207D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A081A2-9B4A-4611-B14F-A152FDC3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9C0BD-7B7E-411E-A4FA-0222585B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368E4-B97E-4789-B4EF-A6BEDC82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845EA3-3C95-4468-B279-6170B681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F6F974-3EF1-4639-A24E-B8D93F22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08d4a2317449e0"/>
              </a:rPr>
              <a:t>回到 AI Gateway  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D2B452-2FCF-4F31-B22F-F335CB95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862f14b3354822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20510796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02DC4-D684-4C05-BE72-4890645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5FF64-04C8-42E1-9F23-753A574B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3BC89-074E-428D-B2B0-6C058D1F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97FD3-0AE7-49FC-A926-5A1222AC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三列排列，便于找到对应联系人。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C0A3D-16B1-4D53-8219-CEA79AEA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12521-5E63-4F81-9B25-6B31AE74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dd23c9d8e4fc9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06D03-8FD2-4040-8B1A-D999DEF5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CF142-B1FA-4FCE-8034-96B56A8C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C0EA9B-9AE3-43B6-97EC-B7207E62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04DFB-E0E9-40EF-AED4-D1A1DA47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覆盖范围：名单覆盖市场、财务、法务、人力资源、战略、质量、法规、临床、创新、IT，以及各业务单元和区域市场。原图保留了完整组织缩写。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是对应业务的管理负责人；AI Ambassador 负责分享学习资源和实践经验，帮助团队梳理适合 AI 的工作问题。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怎样使用名单：先在第一列找到自己的部门或业务单元，再查看同一行的 AI Ambassador。工具和学习问题可以向大使交流，业务决定和数据授权仍由本部门负责人确认。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4518C-B61C-430E-B36E-415C5F2F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d4b27bec2a45f9"/>
              </a:rPr>
              <a:t>进入 Copilot 学习与实操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7452EB-ACE6-4B27-B3AD-359F21B5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4102915fe64c39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3282892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22DE3-B53C-4D18-88FB-C92168AC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70ECC-3CCB-4657-B91E-C50E8AF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E392F-4EBB-4F40-B5AF-212B74DB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0439B-47E3-4F40-AC96-D6E94337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E50A2-15DE-4E01-9364-382AF349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85339b06be47c9"/>
              </a:rPr>
              <a:t>AI Skills Navigator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33929-3E20-465D-B5D5-57A307AB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a4ce6f0b9b4e7f"/>
              </a:rPr>
              <a:t>MS-4004 学习路径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8FE08-938C-4C6B-938D-BB297E91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1fba872bfda469f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66530729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F7835-B212-4BE4-A0F6-F0F9103A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1D4B2-A621-47D4-A0E2-13F4B260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D3D76-F2DE-4886-8733-0D0977D1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69EF0-09B7-4AFA-B8F0-73C670EB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D651A-B899-4D02-9B95-F4840A62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D4678-5B24-4FD3-9B71-A07C6713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4aaac98bf04914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E15BF-77FC-482A-B6EF-43AB905F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3A476-C54E-410A-93DC-E0452AD1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BA1B9-A723-45A2-95FF-24176A67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7C0D0-DAA2-4B72-BDE2-44EA452A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89E64-1606-4A59-B1C6-70631656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ca89583aab436f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9642178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C1C85-C40F-4C8F-A67A-5CDEE43A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28941-4A8E-4D10-A5E2-0DDE2489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AFE3A-6695-4875-962B-8A2E598F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CC66C-59D1-4C4A-A47D-B3AF1EAA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C6DE4-7E54-4724-AA44-92CB1AFD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7BD73-254A-4F3B-83E0-FEDCBAA1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ffc33c5d24497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1934D-86BF-4489-A1B3-9A610955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E6C74-279D-43A4-B1E1-7A216083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62D9D-C27F-4E4E-970F-9DDCD10F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1289A-D76C-41F5-828B-5FBC61AB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顶部信息：33 items 表示播放列表包含 33 项内容，进度条显示已完成比例，Continue learning 用于继续上次的学习位置。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建议顺序：先完成 AI 和 Copilot Chat 基础内容，熟悉提示词、文件分析和协作方式，再进入 Microsoft 365 Copilot Use Cases（MS-4004）。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在哪里：向下滚动即可看到 MS-4004。它按管理者、销售、市场、财务、IT、人力资源、运营、企业沟通、客户服务和法务组织案例。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4E459-534E-464E-B9AF-0A1A78A6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9b92c966e34f42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56499674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5BBD0-4DE8-40E1-AD04-AAD2C327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55AEB-7848-40F6-AE4F-B8766198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28C52-6551-41F1-91A2-40624F39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1BF24-5A4C-454A-998E-C67F7F72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032C1-E192-4BFB-A340-D81C0604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5B743-C79D-4166-9EB7-22D890AB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32947a4674e12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AB0D0-A340-4C2E-9A0A-CC64B629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88967-76BD-40A7-ABE0-E4D74D61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A4823-410B-4560-92AC-FB42B9E4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0344ED-BAEE-4952-9976-9430DB2E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左侧目录：点击课程名称可以展开单元。当前基础模块包括介绍、Copilot Pages、Agents、练习和总结；下方可以看到 MS-4004。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右侧学习区：这里显示正文、重要提醒和学习目标。页面顶部还提供单元总结和转成播客等辅助复习功能。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今天怎么使用：先知道课程入口在哪里，再进入 MS-4004 查看与自己岗位接近的案例。课堂实操会选取其中可以跨岗位使用的方法。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9B3E4-EC05-4A57-840D-1079BAAA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a681bc1ecd4f55"/>
              </a:rPr>
              <a:t>打开 MS-4004 播放列表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12D1F-CB7C-4743-A6BD-A17079CA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be409e6884843f7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9253101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422BE-E8B1-4727-AC39-F2D24957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1A58F-4DE0-43E9-8694-5898AA96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A0673-7352-415B-9936-852C92D6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A9146-3649-4D01-8817-017666F1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2EAE6-3DEE-4C15-8076-C5AA9D81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04E56-FCC0-415E-B802-BF8F05F9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7F80A-9E60-4099-AE4A-E1E59AC4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6D73F-7258-442A-B6D1-3846977E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B6F42-C596-4725-A257-D281034D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039BB-A148-4325-86F5-52DAA29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61FB3-8CE4-45E8-9E3B-8D8A1CBD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BECF9-5E52-4000-9F12-0778028D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E886F-FBDE-4128-9A53-B0BA3CF9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B03F2-DD65-4E57-A035-AF47BF0C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2ED3A-4116-4F37-8AC6-BAFC6DDF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4675C-6819-43AF-97ED-68143C12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C7AA3-73FA-48B0-B6EA-66EA7A81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AD38E-6871-463F-AF9A-D3B29A34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DBF08-A5D2-405A-AC7C-BAE991A6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A02DE-9890-4B35-A7D0-5BB5D71D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E5E592-D0BD-4B94-B658-84D1018D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B3192-35FA-4B06-92F5-2261A8E2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9EA47-69D2-4388-A22C-D797D47C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7130C-36F7-478F-92E4-477F2B6E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3497C-FED0-4BDC-87AB-2DB35550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ECC22-DB3B-435D-824B-3BC67552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D64585-C34F-45E0-BE37-0808C0E4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690164-6A4B-4F19-B73E-949BAE15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038C6D-7A3D-443A-AC88-434766D3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07C7AF-FDDC-45A5-9461-674BFCEC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F09A7B-E756-4A3D-AA7A-E60DE60A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1BA3CA-FD10-437B-B24A-84FA22D8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36DB53-1C31-4C35-B12E-D173C94B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26245D-3BDB-4DAA-9B32-67225FD8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4FB158-91B2-486E-84C8-612124E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0ADACA-1FDA-4009-A92E-CA07F0D4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2EF396-C385-48AC-B92D-D785B0F2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A5CCEC-F9EA-4C14-8D81-F8046C1C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89547b78043427c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3257182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3CC7AA-9D3C-4249-982D-C585A32C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759DA-CAFA-4E75-BA13-DA6EBD41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0754E-796D-4643-B2EC-C043ABC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563A4-F35E-4D0A-9C8F-BB1EE850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02346-786D-4CD6-B298-F3F1CA8A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0720C-7175-4F64-A739-AC7E7405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F5FD6-0050-4EC9-889E-DB24E4D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68F61-99DD-49FB-ABB4-C823DADC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8CCAA-67EC-4EA5-AF38-BAFE500C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83DFE-088D-4384-AFF8-EE1E9178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0DE58-C796-4A23-B169-D769F8DE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653EA-7C73-40C0-A830-9499258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6C8EF-CEB9-4B0F-82F9-CDB2DC2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3550C6-4F3E-4A79-B535-78DBDBE7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B0194-E0FB-4B7A-8C55-CC320F11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2A23E-29B4-4C78-9915-93FE0777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8B1C7-D814-4D7A-8567-1D53BFCA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27D31-FF7B-4CFA-BE9D-9CC03B80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93FBA-5FB4-41F4-91F9-22F5D753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11721-CB08-4897-9DB2-E895E909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185E0F-747A-42B9-BB30-60344777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4D6A0-639F-460B-83FF-83972ECC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5708C-5A6F-4454-A5B2-21AAD111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A79C3-E9B6-4B70-8597-45606E2E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DB3E8-B588-463D-AC04-C5AC1398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D0B4DE-0061-4AE4-AF6D-1955A7BE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F8C39B-D651-4460-8EEB-89C45C79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de4b092a1f34fd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8163313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66AFD-2FEA-4B1E-B4FC-108030D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93B66-6789-4CD6-A840-B9AA117A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E8FA3-F4A3-4723-A0DB-7538E1AD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9B7D3-6868-41D2-8C5A-F9EFAAAF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53303-421E-4EE9-9474-405BDC83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9993B-E7FE-49DC-8599-1055D6A5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ED3EE-B409-462B-8D1D-B3F1FA6C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D7904-9A42-4945-BF94-A6EA0277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72C57-F7C3-4AC6-903A-AB222A62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B616F-21B6-4142-9648-88826F8C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D34DA2-265B-4F7A-AD36-A6D7D79D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B10A7-5A21-43E3-A6EF-B8D20A31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C7719-2BD2-42EB-A69E-BA751E46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3A111-AEB4-4147-A7A2-7C6D685A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432B9-65FA-4FA4-984B-8449014B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A827ED-F335-4E91-9F8B-BBF2E5AE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1E8A6-11BD-4CD1-A643-B935A8CC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BDF80-41CA-4E41-B51E-2879A955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 xmlns:a="http://schemas.openxmlformats.org/drawingml/2006/main">
            <a:pPr algn="l"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06393-D001-4998-A727-A3A67E21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22be47e767482e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5310280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D2656-7407-474E-8571-F81026CF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90D9C-57D8-4B11-9EF6-C55225CB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B89DA-F65E-4B59-A7C0-B0F25159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29D45-AD7C-4DF9-B74E-1E90A5EB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4C390-00B0-4BF3-8224-473379AA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DF6D32-8119-4834-A8DA-41B237ED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8B118-BE21-470B-9EF9-3E0D67E5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3306F-86AE-46FA-B2C2-6900E03F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B2081-C832-4B4E-9C58-2947F04A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30D7B-E447-48EC-9D30-77E1D87F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133978462944a81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571744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F6124-8F53-4A60-B3BB-9485CD36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D0C8D-CCC2-44EA-AFD4-85C31596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731CB-E16F-4EA0-8A3F-8ADC7013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85429-9EF7-47BB-B98C-E58D5F62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2EBE1-D470-4FC6-884F-576F777B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B3748-8EFB-465E-9580-EACF9DA7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2FCBC-D0CC-499E-A45C-3D979E33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94F9D-7B00-40EE-8DEE-399FC47E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D8E43-CEE6-422B-91E6-0DE91667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470F8-60B6-4371-9CF2-1699DA76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b940780a8c84ebb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36513174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818BAC-D1B0-45D2-8ED3-A67F7E5F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4D594-AF69-4595-A79E-D5E98B30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F6E04-3F33-421D-88E5-3DD0DC4A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8A9D8-70F7-4FBD-9FC1-B228063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3FF9A-B3BB-4F9A-ACE5-1743A429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AF64E-AA8D-4C8C-AEF6-7812D5E8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B297A-3947-4B98-91B7-5B2865B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BF0CB-6CAF-4870-8AC9-DD9270D6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9F155-10C4-432E-B824-BE56A3A4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9F346-8CAD-45E4-AD2E-2D38486B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36923-85D9-49EC-B748-D06D7AA9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37297-0E25-400A-A288-8FB3B9E2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58EA0-6329-4598-9180-D7571AEC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CDE96-3805-4E33-B0B9-126E0E3E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39BDC-B8C6-4A59-9BD9-31B8BE15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1E563-4261-4C17-9D79-17DBB244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15B6D-2E44-4C3B-8CB8-00E6C415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0C3BD-A1D2-4FC2-8437-9F9465C1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4227AE-325F-4362-B387-4BD125C9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8E2F0-79D2-4623-AD7B-F92DCBEB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10907-0CF1-4FC6-93DC-BDD49C94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4EA726-C9B3-48A2-A03E-75548548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EE538-F9B2-49BD-B724-9B772C55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A4192-88A0-452A-9FD7-BA2F20A0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100B0-0640-451E-A7D6-F58A915C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E8FA8-4BF3-4CA2-B7E7-98EA8969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9A9C8E-0E94-4051-8C5A-4A1E70E6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BCB51-9F7F-434A-A831-987436DD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449D2E-1587-4E74-8AD0-63731C7C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F6BA8F-8B89-4673-A873-D2EEB92D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7B26D-BA8E-414C-887F-15C6C3B3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C3BD5A-9E0C-4CB7-BA68-787E9008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40ab4e548f64c0e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46771504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8ECD87-8B23-43FB-ACCB-518E7A9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61C95-BB23-4465-AD0E-C9A5CAFA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E84E6-10D4-40F9-A37E-257CF492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9E4AB-AF49-4B28-B985-34793F1A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4CACE8-74A7-406A-B319-82AA5112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DF1AF-8ACA-41CA-BA79-62A78BA9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D9229-068D-4C44-8543-F9146CAD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4FD68-E1B6-40D3-B24B-2B5F436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EEE98-7275-415A-9EF3-AC78EFD9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DE2FA-280B-4C4D-BDC1-AC87A37E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2F477-AF68-4F4B-A418-B42B3ABB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BBAB6-381F-45EB-8AC8-07FFCD45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91A85-52DA-42CA-8727-B062CFCC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C3075E-3AFA-4AD2-AA93-3CD3E071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75ABE-A17E-4F5C-B523-EACCA62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CD21C-89E9-4A98-90C0-FBC64B9C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1BC94-350E-4143-85D7-0C547C4C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95620-FEFB-4060-B6D0-7EE82585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B731F-DD06-46FB-8079-1EF622E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4F0248-E897-4642-9C9C-CF97DBF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7A872-BCE0-4E0C-B409-696290BD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2CFA2-A279-4AFE-A86D-4098E0E8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160D5-5FC5-40A4-970E-4320A22C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d8e462cf95b4b74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3780818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58DC4-5EE0-4CD4-9DEA-AB4C3C62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D6FB1-03F7-43A2-9247-D94F73BF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4DA26-CBF8-4509-9C5F-9898EB7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5F4BC-2115-4049-A77E-4491B4B4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4185C-7B49-4F19-82CA-91F10901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063EE-C8FD-4D5F-A911-9475060A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3e7de70c2411e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6F570-C698-4951-8B19-43F3561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318FA-A66C-4773-A86C-B3732A45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E21E9-452B-472F-AAF0-F18B7929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8EF62-43BF-4B3E-84CC-83421477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开始新任务：左侧 New chat 用于新建对话，Search 用于查找历史内容。Library、Notebooks 和 Agents 可以在需要时再探索。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加入资料：中央 Message Copilot 是任务输入框；点击左侧加号可以添加文件。下方几个按钮是文件分析、邮件整理、人员搜索和会议准备等快捷入口。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提交前检查：确认左下角显示 Philips 工作账号，只添加当前任务需要的资料；不确定某类敏感信息能否使用时，先查看企业规则或咨询支持人员。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3AA68-3D59-401E-A973-EBB9759D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f9ca2c051f4522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62882209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A2903-1C67-40BF-9146-9ACAF4F4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697CF-8098-49B5-9328-476BF4CB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6CDA6-AAE4-4DBB-96DA-7146CA7E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62883-8D70-490A-BB13-F13EA413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9BF5D-A70E-46D0-BC15-D3F9E2B3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C9C72-FC10-43EA-AA7C-D6FF77AD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1DEC9-CD8E-46A1-81A4-49307B35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24BA1-19FD-430C-B459-D24C4478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0C32D-9DA2-429B-9D08-FCA42B52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510FD-A2FC-491F-8ACE-EBC25D0A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A7A05-D559-47E6-8A9C-6746F49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26456-42E8-4388-8595-5B8D69CD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E61B2-63A8-4E55-BEF7-AED47327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6A3C3-DA08-45DA-95F5-D55F1269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DC2BE-DD27-4D66-82C1-800C207D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44BAC-387A-4A02-B06A-2DF372F1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4F97C-41FC-441F-8A2E-81E5049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5C7F5-D55B-4986-B35F-C80D39CD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8B0D5-F502-47C5-9849-6792D6A1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348C59-467A-4563-BFC4-FD5285D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C9C381-F34B-469E-8FF5-CF05F9EE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CEABB-0249-4A56-87D9-A9F77B24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7bfd6bb3bb94e29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3720114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200F5-14E0-4C23-B6E9-7C4654AF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CE54D-42E8-464A-B315-1706FB0C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8810D-3CCD-4E73-A03A-348B855B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172C0-0096-4A35-BA53-CDB81A78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19B25-F5BE-4D64-B3CC-8E113E5B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5AA06-577D-457C-89C8-9762A69A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840CB-75B5-49A9-A358-75213447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D215A-75DB-40C1-9727-D61B1B55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E5B989-C025-4A27-9783-7E33AD64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8A357-63ED-4E76-B95C-8C08E449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完成后与同桌交换：你的提示词中，哪一条约束最重要？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E1530-F57A-4FDE-8D6F-A8A534BA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a8ffe5559947f6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46342048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6920F-73F2-44BD-B447-7341C255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99889-2E2E-4A1A-86A4-BCEB568F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93B7F-3D3E-4594-B50C-9F9FD182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9363D-99A4-4CA5-9F7E-707CC75A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ADB3C-AF45-401E-BE72-3675B5D0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5c9b07c4b3546e3"/>
              </a:rPr>
              <a:t>AI Tool Lab  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398DA-3F70-4FD0-A51F-78DE7033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9b9024c4564c2e"/>
              </a:rPr>
              <a:t>Agent Builder 路径  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DB173-0F17-435E-8985-640EAA75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8b12d125154c1c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857950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D1FAE-14C1-48EA-8ABB-DAABA4A1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497BF-B4E7-43D9-B418-7F4B4832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68E29-FE88-4992-84D1-B10008F3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BB411-5547-4790-A355-3339C00F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283DF-0685-4C70-88C1-D312FC96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4F56C-E62C-4CBB-8F86-75AF39DB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a6105ec6c461e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5F1FC-9763-44F2-AE7D-9A09F879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EAFC6-3FF5-4341-8AF3-C06C79C0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50583-17DA-47C1-8A59-52C09985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78852-FA68-474D-B0CE-A609DB9A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49ACA-CE5F-4F76-A363-7EAD9453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5dbf8d4295b400d"/>
              </a:rPr>
              <a:t>打开 AI Tool Lab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320BD-0669-4462-83A0-DEF99C12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48761805cbe4821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14505517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1ABA1B-5CA8-4B73-9509-7DD3074C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B4C3E-2F9C-45BE-9880-5F242937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FF206-FB71-4281-9BB2-3A3B0958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EDB00-8D27-4811-B064-E03719C7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B1145-BA63-4A9D-85A5-77C59652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59D6E-F799-4B56-A5C8-3776348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D1714-2507-4D64-A991-B349B9FC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2100F-5DD6-403E-9576-04E2146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43FFF-8045-4F10-9587-5A80185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549CD-EFC9-4D22-B048-ACAD4469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7E0FE-74D9-4F65-9CF3-9FB04AD4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4A892-94F6-4DC7-988F-97B73EF5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BC4E2-F32C-4E7B-9029-13377488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44A8B-0FCE-4A20-8C8B-945654D4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B418C-C9B5-4582-BE01-B5D61F58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A632F-317C-4842-92AF-25A71C60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0BDD2-C540-49FD-B46C-EB52A57E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24C61-E9EE-4DC5-94D2-7585EE7F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4D3B7-A3BD-4D17-87EE-FFB6D4C7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ED68B8-B6F7-4D30-BD69-CC6C277B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DEA992-744F-49A9-9CC4-61D5C930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B73A4-DBEB-46EA-A78A-62AFDD7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20C1A-0E42-4E0A-8775-848E1A7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AED79-6CD2-448B-9DA1-BD84B0FB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E5F0D-4574-44B3-A43B-3276143D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B0979-0CAB-4A9A-98B7-9EDE5933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E349F-4ECF-4890-8C07-45873205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f42c9c29fd45e0"/>
              </a:rPr>
              <a:t>Lab 1  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0A7AF-FD2B-49DD-A52B-DE0BFE76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467b0b3ed5948b6"/>
              </a:rPr>
              <a:t>Lab 2  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6A407-5FE1-4709-BB17-3C6BE0E8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6818f271ac64a0f"/>
              </a:rPr>
              <a:t>Lab 3  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D6426B-52C8-4737-9C93-A8450B29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9a9181b7774fb9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01266511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EBAA05-F911-4C09-996A-140D6CC7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EB3D1-8D4A-4D5B-8C09-1C67386C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B78A7-6843-48D1-A7A1-F58E2873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FC73C-EE76-42FD-B5E1-B24C1E77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008D9-F385-4E64-A692-A6613192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A862B-ABC9-4927-96C0-60C6F3BB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21cf0a70244e0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C2C32-974D-492A-8692-710526E4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0764A-F332-4A69-AD68-5AE5466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817A3-1C2E-4A0A-A6E5-40483D71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74E24-75DF-48E3-A42C-53EBD3C5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E789A-4B27-45ED-9739-F80710E5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56cef1567104ea3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6118442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175D9-5F6A-4BFC-90F2-FB3A7970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2BAF4-6D63-4629-906D-3242E0D9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68732-1EC9-454E-A3F3-25D6FA2C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4F6BB-A480-4B71-AF26-530AE8E3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EDBD4-D198-49A7-9458-31C168C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C7B09-FC3A-4A67-B36C-973EB73A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9a1779605442c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392D6-67AF-40B8-A0A0-6A242854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8B81C-D96E-4B18-A2F1-BFA14900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99B71-51A7-4D88-A013-85019962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8553E-21FE-4923-882D-AD112DFC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回答结构：先概括几个示例卖点，包括减少氦气维护、AI 辅助工作流、成像质量和长期使用成本，再把规格转化为客户能够理解的价值。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0CAAD-C6E7-4222-9968-B0964BB7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576e5f585c48a1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69023396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5F558-DE15-452A-B5A1-F6AF5FBB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EF8E7-83A2-4F93-9924-68974346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F1557-96EE-459A-91C7-1660B25E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377D8-4251-4E3B-8210-B771FCB9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ECB8C-B5C8-4D9C-AC18-68FFCD7F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ECDC2-AC4E-4DF3-993F-E088BDE7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61e7a75424c2d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C7F0D-072D-40E2-A0FF-388E05DD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34509-90C1-4CE4-98CB-E38F19B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0F274-3861-4104-B1A6-81AADC69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8492C8-36F6-405A-98A1-EB1D155B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需要提供：同时给出原始会议内容、阅读对象、需要的栏目，并要求标出尚未确认的信息，避免只生成普通会议摘要。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模板作用：把邮件模板作为参考资料，可以让不同会议都使用相同的管理层汇报结构和语言风格。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B177E-B1DD-457B-B10A-8D8A70FD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eb76a9bcb7b49cf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93262769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4696A-BEE8-4413-BAD4-52050F7C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35D77-F943-4678-B8CD-E36C890F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440C1-E3B0-4488-8721-9C3281BF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6DEC1-2CE8-47A8-920E-3E3EEAED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5045A-FF58-4D20-839A-6194D223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1DB78-DAF4-469D-81FE-09B99D85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b807231624e48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20D10-B255-4998-B4E9-57074A15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5112E-F6D7-425A-A46D-6CC8C265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851CB-BB54-4AF3-B64A-9EF869D9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777DA-66BA-48EA-8D9C-42C54A0C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类别怎么理解：Omitted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明显最高，Pipeline 居第二。图表可以回答各类别的金额分布，但不能直接说明出现差异的原因。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列出筛选条件、明显异常和需要继续确认的问题，例如 Omitted 由哪些机会组成、停留了多久、不同区域是否有相同情况。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8743B-B714-4909-AF10-56F6FB18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f3b07239604d17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3073277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3B7A2D-CFCC-49D9-B3B7-2599818F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A7870-AB12-46F4-8EC8-109E65AB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626E5B-BD74-4E7B-B03E-69A847D8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56E41-7A09-47FE-B56D-B35260D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CAB2C-63F3-4EC5-872F-43A1C36A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5B93F-DD0A-4526-980C-F7BE2E8B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CC4F3-A914-44AE-A5DC-DD506A4F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94DE90-9E9C-4498-8E63-3756392F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15B5D-397D-4BF7-8E3F-42378FD0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91B3F-5AC4-484B-BC90-79344F8F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3BA4F-F6B0-4262-96D2-0A2B3D73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26DDA-D673-4E7F-9AD4-A6865CA6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5AA3F-8DC1-42B5-8706-C69E2ACE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711A36-A832-473E-9D45-A6D9144A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DB716-B24F-4E9D-A77B-8D114E55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2BF00-139D-4EA0-8581-301F8D76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9455A-5E2D-406C-9DAE-E006D39A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5F8C2-8CAB-4CFC-8B47-F01F838A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13861-5A52-4284-AAEF-5ED73FD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CF138-C27A-4B85-B446-907D426D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DDFA0-F1B3-4301-8470-247ED19B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6E4B6-1D07-4FC6-9F0E-4AA043DC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C06C0-37B4-4D73-9674-53AE74BA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7AF6EF-7E51-4E07-AAF9-5A3DA1F2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8BF98B-0B6D-4FFE-A8E8-865C6BEA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11E1F9-7297-4534-88FB-D2510BF1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F8BE1F-25AD-4B7C-8961-B3EC33CB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1E2C90-B63C-4D4E-B5A6-1FE0A241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0065A-DA7D-4026-BBC5-3602C6EE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DC3BEA-6A3B-44F2-A537-6F53C833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C2E28C-8CB2-4363-A20C-CF7ED035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F11077-613C-497A-A8D9-25F5731F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86C01F-547E-4CDD-9A0A-459848CC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174D8-A851-411B-AE33-B825B17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B9957E-1DF7-439A-9827-0A5B18D4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D73864-EA06-496E-B2CA-6AD8346C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D2231B-6553-4257-B9D7-1281EB83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d555eb907b4b20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203803611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D8784-2EAD-4E4D-B69A-3071977D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00762-1764-4615-8FDD-FB2288B8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B31DE-B1C8-4E41-B9B2-B15A58D1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FF18C-0910-4CC9-9A7A-120A60E5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32F57-6BBE-42F7-B8BC-1F8CEDCA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30A04-AF6F-46D1-BABE-CC9B81D8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cb4b3b55b4d84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511FA-21DE-4F7B-B334-5E97F45F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0B2BA-AB31-4440-A61A-D032D9A6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96EA4-C905-4042-B1A2-CC042C4A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5DA21-D61C-44D9-A484-0B96075B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C4654-2887-4D85-9BE8-25BB283C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1582c83a814689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83900280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55E47-AE65-48D4-9662-6ECD74E2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EF248-511E-4A5D-BB66-77F784C9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D7C83-96AB-467A-8A2B-4FFCA5D9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BF92B-67AA-4895-91ED-AC5E7737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2A681-64E7-4436-A65E-D78C9F7B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5DF46-D293-41A8-BB26-C7A81901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a15f0a6db4416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931EB-2E97-4CE6-A08E-4A044C31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B64DA-8845-45B8-AA80-95E48B24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FA305-FBAB-4099-BD96-409733F1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BEF44-A7C7-478A-8099-3E668DC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在输入框描述需求，Builder 会先生成草稿；点击 Skip 可以直接进入各项设置；Templates 则提供可以修改的现成模板。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本次演示选择手动填写，逐项查看名称、用途、工作规则和参考资料。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2D0A8-9851-4D42-85B8-70D75DD8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fc6d2c30a24a5f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4833655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594C4-019C-42A9-BD85-4C27A437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38734-606B-437E-A8F0-2A9C9137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A2ADE-6C53-47F3-9CB9-C2C9816A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E67DC-4BC8-4B73-8EE3-E97C9357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C82B5-234F-4FD6-9EB6-A61AFCF8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B92D8-824C-4BC9-B47F-408E395B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5a45c98c84811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FACA9-BAFB-4998-903A-A0A3AAE0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34E36-AD63-493E-8650-2E2A0AB9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7C0EE-2AB3-4640-A2D6-A77E4960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E39C6-CE4B-4FD5-9284-29C1565A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图标和名称帮助用户识别 Agent；用途说明用一句话告诉大家它能做什么；工作规则写清它怎样完成任务。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工作规则可以包括输入内容、处理步骤、输出栏目、参考资料范围，以及信息不足时怎样回应。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3B00F-0267-4C65-AA7C-D66CCCBC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23eb251b194ed7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32703111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68066-24C7-456A-866E-760CBCB1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F905C-18BD-4BCE-A434-B0928038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C0F46-1B4A-4722-8567-1B0CA56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8AF6C-1911-4D59-B1A6-734B0370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B57C1-FED2-4C68-BD06-8C0578EC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28C67-2FAC-4A18-97A1-177BD81A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a417c455e4999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6F6E7-61D5-4145-A684-678A9CEF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519CA-C692-4A39-9E82-05B61B87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FFEBF-0F54-4597-BB5A-E956E41D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A45A7-3B9D-4EE3-874A-4356CBC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上方可以输入网址、搜索名称或拖入文件；可选来源包括 SharePoint、Teams、Outlook 和网站，也可以从个人文件、聊天、会议与邮件中选择。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会议跟进助手只加入邮件模板和会议内容，其他无关资料暂时不选。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8A9DD-D558-4AF4-AA9F-0C04B6D2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7f2c4768dd24c61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23091060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719EC-1658-4B28-8C04-A03087CE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8FAC9-26E3-4384-98E1-FDF532D2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7A411-074A-4BB2-AC9B-5E6A549E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73ABF-D14F-4644-BE85-F4D0FF4C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BFDCF-D921-4E59-AE29-26473F38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FC7D1-C011-4B44-88D1-1621528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6ce4c72bb4708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FB03C-501B-426E-B003-4DF56B9F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43DD8-83A5-4802-BD69-FE119023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A98DF-9C59-4637-8CE6-0B8B8B27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AF0EF-3F22-4179-BD51-1BAAB39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先搜索 Mail Template，再核对修改时间、修改人和保存位置，确认模板来自哪个团队、是否为当前版本。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EN；出现多个同名文件时，打开查看栏目和适用范围。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1024D-4DB0-4B25-9B95-16E8C1E2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2a710bde8fe45ea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202884500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55B49-5053-4698-9B14-43AE9C94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57258-6555-4246-8AA9-C6A9FD08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5C435-1277-4FC7-AC6D-64E48913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BB2DC-D220-40DD-9CAB-C2341B69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0C7EE-5A19-4F7D-8983-07A8BC3E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66C2F-C4BC-4CCA-84F3-6D8482A3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b7123088b4bfe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F77DE-574C-4990-91CF-0D5B0AE1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7B35F-8F00-43D5-A120-E4E60AA2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19CF5-7E90-4119-94E1-7EC312B8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F13AB-1B62-442C-A171-E804900F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Title：用短语说明任务，例如“行动项”。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Message：写清输入、结果和必要限制，也可以注明负责人、截止日期与状态。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个常用入口。新增时点击 Add a suggested prompt。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ACDED5-3E7A-418D-B81D-47C12BCC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88221a0bb5643cd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64442435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D98960-5E53-483B-A59C-D1A3C74A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E2EE5-B512-4285-8DA0-1DD9198B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AE9AE-C23D-453A-8860-05151A69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17221-A0EC-423C-8411-90AD215F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3A530-E47D-4B07-8A81-0B40B80A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2C786-0FE7-42D3-A08A-F43E150C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77164893644db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E4EA9-4BBF-4FD5-AB28-97CB0C5A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E53FF-9DA6-4063-9377-883D249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59E25-2658-4E6B-A598-2031FC4E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B3354-2AA5-4A6D-8E86-EAE3D668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893DD-FC7C-4477-90CC-D2BFF307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7265251ccb2440d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8673207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EEB88-0F7C-43BC-A4B2-E735692D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5BCAF-0CB4-4114-82F7-39764ED7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7A94-32E1-4C72-A7CB-0263DA6E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77D6E-27EF-41EE-ACA6-28834E5D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628123-2D7F-44FE-AA8A-63FE0D5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9B802-ECD7-417E-AB29-15A07524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6c05d033f488e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9D04B-3791-4DD1-A423-F185FBD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B1031-71C3-4598-8E25-0ECFC788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756BB-9E71-453D-B5D0-338A0AC4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AE170-FAC7-4C9C-B805-1BF31D9C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AE73F-2A20-4457-8E05-57E2EEF8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3b77e54af8d483c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26894896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428C1-7297-4795-8220-FA515687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31605-CF7E-42BC-AF54-26F9066C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36E59-109C-44A7-86E5-A123548F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62B7C-B0E4-4923-8E3B-ACE500CB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6C69E-857F-4900-B643-E910704D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47866-8AA4-425C-91B1-60B2FDAB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76761-FA9F-48F8-8739-B5B6BBAE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完成时应该有： 清楚的名称和用途；写明任务、步骤、输出和限制的工作规则；需要时添加参考资料；设置 2–3 个常用快捷问题。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试运行时检查： 先用信息完整的材料运行一次，再删除一个重要信息。看看 Agent 是否依据资料回答、是否明确指出缺少什么、是否避免自行补充。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可以选择： Lab 01 事务协调、Lab 02 产品资料问答、Lab 03 会议跟进、Lab 04 销售漏斗数据分析。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C6B50-9AA1-48E9-ADAC-066DD7DF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32973-3EA3-4B2C-8381-900EF3B4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467619c31224197"/>
              </a:rPr>
              <a:t>Lab 01  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2687A-E39C-4BE0-B631-C5886CCC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d2daa44f0144ae"/>
              </a:rPr>
              <a:t>Lab 02  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4CDA2-6CDB-46D8-9908-949400B2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3d32452774a453b"/>
              </a:rPr>
              <a:t>Lab 03  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22C2E-4504-4029-AE74-F2352C71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efada26d41a4536"/>
              </a:rPr>
              <a:t>Lab 04  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0FF90-3EE2-45B0-A6FF-AD86EE32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c12e0f0700430b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83802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2026-08-26T09:16:29.6050000Z</dcterms:created>
  <dcterms:modified xsi:type="dcterms:W3CDTF">2026-08-26T09:16:29.6060000Z</dcterms:modified>
</coreProperties>
</file>