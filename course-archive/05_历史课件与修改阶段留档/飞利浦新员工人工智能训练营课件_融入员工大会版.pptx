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3a9416c684cb3" /><Relationship Type="http://schemas.openxmlformats.org/officeDocument/2006/relationships/extended-properties" Target="/docProps/app.xml" Id="R7eeb7048e8fc4d55" /><Relationship Type="http://schemas.openxmlformats.org/officeDocument/2006/relationships/officeDocument" Target="/ppt/presentation.xml" Id="Rb4a69ec6a5b0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e53b430dc4495c"/>
  </p:sldMasterIdLst>
  <p:notesMasterIdLst>
    <p:notesMasterId xmlns:r="http://schemas.openxmlformats.org/officeDocument/2006/relationships" r:id="Rdcf0d520232b4844"/>
  </p:notesMasterIdLst>
  <p:sldIdLst>
    <p:sldId xmlns:r="http://schemas.openxmlformats.org/officeDocument/2006/relationships" id="256" r:id="Rc2700fd91aab41bc"/>
    <p:sldId xmlns:r="http://schemas.openxmlformats.org/officeDocument/2006/relationships" id="257" r:id="R21e1536385464c30"/>
    <p:sldId xmlns:r="http://schemas.openxmlformats.org/officeDocument/2006/relationships" id="258" r:id="Rcc708ab3a6854fb8"/>
    <p:sldId xmlns:r="http://schemas.openxmlformats.org/officeDocument/2006/relationships" id="259" r:id="R487de8cf46424457"/>
    <p:sldId xmlns:r="http://schemas.openxmlformats.org/officeDocument/2006/relationships" id="260" r:id="R712fb800b8fe40dc"/>
    <p:sldId xmlns:r="http://schemas.openxmlformats.org/officeDocument/2006/relationships" id="261" r:id="R5e04136cf2734399"/>
    <p:sldId xmlns:r="http://schemas.openxmlformats.org/officeDocument/2006/relationships" id="262" r:id="Rb215d9c4c7a141a0"/>
    <p:sldId xmlns:r="http://schemas.openxmlformats.org/officeDocument/2006/relationships" id="263" r:id="Redf57c515dd34c19"/>
    <p:sldId xmlns:r="http://schemas.openxmlformats.org/officeDocument/2006/relationships" id="264" r:id="Rf64ff6fa2b1d4a6b"/>
    <p:sldId xmlns:r="http://schemas.openxmlformats.org/officeDocument/2006/relationships" id="265" r:id="R82cded8a93c94281"/>
    <p:sldId xmlns:r="http://schemas.openxmlformats.org/officeDocument/2006/relationships" id="266" r:id="R2060817519a04b1c"/>
    <p:sldId xmlns:r="http://schemas.openxmlformats.org/officeDocument/2006/relationships" id="267" r:id="R53d71b8b99f6453a"/>
    <p:sldId xmlns:r="http://schemas.openxmlformats.org/officeDocument/2006/relationships" id="268" r:id="R12f0bd04d18540a1"/>
    <p:sldId xmlns:r="http://schemas.openxmlformats.org/officeDocument/2006/relationships" id="269" r:id="R26546fa78ef342bc"/>
    <p:sldId xmlns:r="http://schemas.openxmlformats.org/officeDocument/2006/relationships" id="270" r:id="Rc21b1f9177d44213"/>
    <p:sldId xmlns:r="http://schemas.openxmlformats.org/officeDocument/2006/relationships" id="271" r:id="R811f9d1e68b54cef"/>
    <p:sldId xmlns:r="http://schemas.openxmlformats.org/officeDocument/2006/relationships" id="272" r:id="Rc48f9e4f94784c5e"/>
    <p:sldId xmlns:r="http://schemas.openxmlformats.org/officeDocument/2006/relationships" id="273" r:id="R92edd6d2c8a14891"/>
    <p:sldId xmlns:r="http://schemas.openxmlformats.org/officeDocument/2006/relationships" id="274" r:id="R386238dea87f4c7a"/>
    <p:sldId xmlns:r="http://schemas.openxmlformats.org/officeDocument/2006/relationships" id="275" r:id="R7d6a0906e6d645a5"/>
    <p:sldId xmlns:r="http://schemas.openxmlformats.org/officeDocument/2006/relationships" id="276" r:id="R47f69ee9dfdf4583"/>
    <p:sldId xmlns:r="http://schemas.openxmlformats.org/officeDocument/2006/relationships" id="277" r:id="R3084c8955b9e40bc"/>
    <p:sldId xmlns:r="http://schemas.openxmlformats.org/officeDocument/2006/relationships" id="278" r:id="R91f137feda614f87"/>
    <p:sldId xmlns:r="http://schemas.openxmlformats.org/officeDocument/2006/relationships" id="279" r:id="Re9199fa031ae4d8b"/>
    <p:sldId xmlns:r="http://schemas.openxmlformats.org/officeDocument/2006/relationships" id="280" r:id="R9ab1007922fa4a13"/>
    <p:sldId xmlns:r="http://schemas.openxmlformats.org/officeDocument/2006/relationships" id="281" r:id="R2c1285d2f5564fc3"/>
    <p:sldId xmlns:r="http://schemas.openxmlformats.org/officeDocument/2006/relationships" id="282" r:id="R6c27be322c48420c"/>
    <p:sldId xmlns:r="http://schemas.openxmlformats.org/officeDocument/2006/relationships" id="283" r:id="R74270c7954294674"/>
    <p:sldId xmlns:r="http://schemas.openxmlformats.org/officeDocument/2006/relationships" id="284" r:id="Rc91ab433b6b141eb"/>
    <p:sldId xmlns:r="http://schemas.openxmlformats.org/officeDocument/2006/relationships" id="285" r:id="R2f4441c30fc0409e"/>
    <p:sldId xmlns:r="http://schemas.openxmlformats.org/officeDocument/2006/relationships" id="286" r:id="R2cea3106637e4040"/>
    <p:sldId xmlns:r="http://schemas.openxmlformats.org/officeDocument/2006/relationships" id="287" r:id="R14e2b3bf1820423a"/>
    <p:sldId xmlns:r="http://schemas.openxmlformats.org/officeDocument/2006/relationships" id="288" r:id="R352414c78898431f"/>
    <p:sldId xmlns:r="http://schemas.openxmlformats.org/officeDocument/2006/relationships" id="289" r:id="R84aece9740dd426b"/>
    <p:sldId xmlns:r="http://schemas.openxmlformats.org/officeDocument/2006/relationships" id="290" r:id="R89532da138994ae9"/>
    <p:sldId xmlns:r="http://schemas.openxmlformats.org/officeDocument/2006/relationships" id="291" r:id="R9a3e65b6fd884c7d"/>
    <p:sldId xmlns:r="http://schemas.openxmlformats.org/officeDocument/2006/relationships" id="292" r:id="Red500210610f4ffe"/>
    <p:sldId xmlns:r="http://schemas.openxmlformats.org/officeDocument/2006/relationships" id="293" r:id="R7a32374ba44d4f43"/>
    <p:sldId xmlns:r="http://schemas.openxmlformats.org/officeDocument/2006/relationships" id="294" r:id="R5793586bd6d84771"/>
    <p:sldId xmlns:r="http://schemas.openxmlformats.org/officeDocument/2006/relationships" id="295" r:id="Rcbc5c0ee0f4e4e66"/>
    <p:sldId xmlns:r="http://schemas.openxmlformats.org/officeDocument/2006/relationships" id="296" r:id="R26f6aab9538648cb"/>
    <p:sldId xmlns:r="http://schemas.openxmlformats.org/officeDocument/2006/relationships" id="297" r:id="R68270ad6ed774ae2"/>
    <p:sldId xmlns:r="http://schemas.openxmlformats.org/officeDocument/2006/relationships" id="298" r:id="R338937ea6c474056"/>
    <p:sldId xmlns:r="http://schemas.openxmlformats.org/officeDocument/2006/relationships" id="299" r:id="R9dfdcbebb1b8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75c935a8684b03" /><Relationship Type="http://schemas.openxmlformats.org/officeDocument/2006/relationships/slideMaster" Target="/ppt/slideMasters/slideMaster1.xml" Id="R6ae53b430dc4495c" /><Relationship Type="http://schemas.openxmlformats.org/officeDocument/2006/relationships/notesMaster" Target="/ppt/notesMasters/notesMaster1.xml" Id="Rdcf0d520232b4844" /><Relationship Type="http://schemas.openxmlformats.org/officeDocument/2006/relationships/presProps" Target="/ppt/presProps.xml" Id="R4cda710c73ff4599" /><Relationship Type="http://schemas.openxmlformats.org/officeDocument/2006/relationships/tableStyles" Target="/ppt/tableStyles.xml" Id="Re0cb78c97bcc47da" /><Relationship Type="http://schemas.openxmlformats.org/officeDocument/2006/relationships/slide" Target="/ppt/slides/slide1.xml" Id="Rc2700fd91aab41bc" /><Relationship Type="http://schemas.openxmlformats.org/officeDocument/2006/relationships/slide" Target="/ppt/slides/slide2.xml" Id="R21e1536385464c30" /><Relationship Type="http://schemas.openxmlformats.org/officeDocument/2006/relationships/slide" Target="/ppt/slides/slide3.xml" Id="Rcc708ab3a6854fb8" /><Relationship Type="http://schemas.openxmlformats.org/officeDocument/2006/relationships/slide" Target="/ppt/slides/slide4.xml" Id="R487de8cf46424457" /><Relationship Type="http://schemas.openxmlformats.org/officeDocument/2006/relationships/slide" Target="/ppt/slides/slide5.xml" Id="R712fb800b8fe40dc" /><Relationship Type="http://schemas.openxmlformats.org/officeDocument/2006/relationships/slide" Target="/ppt/slides/slide6.xml" Id="R5e04136cf2734399" /><Relationship Type="http://schemas.openxmlformats.org/officeDocument/2006/relationships/slide" Target="/ppt/slides/slide7.xml" Id="Rb215d9c4c7a141a0" /><Relationship Type="http://schemas.openxmlformats.org/officeDocument/2006/relationships/slide" Target="/ppt/slides/slide8.xml" Id="Redf57c515dd34c19" /><Relationship Type="http://schemas.openxmlformats.org/officeDocument/2006/relationships/slide" Target="/ppt/slides/slide9.xml" Id="Rf64ff6fa2b1d4a6b" /><Relationship Type="http://schemas.openxmlformats.org/officeDocument/2006/relationships/slide" Target="/ppt/slides/slide10.xml" Id="R82cded8a93c94281" /><Relationship Type="http://schemas.openxmlformats.org/officeDocument/2006/relationships/slide" Target="/ppt/slides/slide11.xml" Id="R2060817519a04b1c" /><Relationship Type="http://schemas.openxmlformats.org/officeDocument/2006/relationships/slide" Target="/ppt/slides/slide12.xml" Id="R53d71b8b99f6453a" /><Relationship Type="http://schemas.openxmlformats.org/officeDocument/2006/relationships/slide" Target="/ppt/slides/slide13.xml" Id="R12f0bd04d18540a1" /><Relationship Type="http://schemas.openxmlformats.org/officeDocument/2006/relationships/slide" Target="/ppt/slides/slide14.xml" Id="R26546fa78ef342bc" /><Relationship Type="http://schemas.openxmlformats.org/officeDocument/2006/relationships/slide" Target="/ppt/slides/slide15.xml" Id="Rc21b1f9177d44213" /><Relationship Type="http://schemas.openxmlformats.org/officeDocument/2006/relationships/slide" Target="/ppt/slides/slide16.xml" Id="R811f9d1e68b54cef" /><Relationship Type="http://schemas.openxmlformats.org/officeDocument/2006/relationships/slide" Target="/ppt/slides/slide17.xml" Id="Rc48f9e4f94784c5e" /><Relationship Type="http://schemas.openxmlformats.org/officeDocument/2006/relationships/slide" Target="/ppt/slides/slide18.xml" Id="R92edd6d2c8a14891" /><Relationship Type="http://schemas.openxmlformats.org/officeDocument/2006/relationships/slide" Target="/ppt/slides/slide19.xml" Id="R386238dea87f4c7a" /><Relationship Type="http://schemas.openxmlformats.org/officeDocument/2006/relationships/slide" Target="/ppt/slides/slide20.xml" Id="R7d6a0906e6d645a5" /><Relationship Type="http://schemas.openxmlformats.org/officeDocument/2006/relationships/slide" Target="/ppt/slides/slide21.xml" Id="R47f69ee9dfdf4583" /><Relationship Type="http://schemas.openxmlformats.org/officeDocument/2006/relationships/slide" Target="/ppt/slides/slide22.xml" Id="R3084c8955b9e40bc" /><Relationship Type="http://schemas.openxmlformats.org/officeDocument/2006/relationships/slide" Target="/ppt/slides/slide23.xml" Id="R91f137feda614f87" /><Relationship Type="http://schemas.openxmlformats.org/officeDocument/2006/relationships/slide" Target="/ppt/slides/slide24.xml" Id="Re9199fa031ae4d8b" /><Relationship Type="http://schemas.openxmlformats.org/officeDocument/2006/relationships/slide" Target="/ppt/slides/slide25.xml" Id="R9ab1007922fa4a13" /><Relationship Type="http://schemas.openxmlformats.org/officeDocument/2006/relationships/slide" Target="/ppt/slides/slide26.xml" Id="R2c1285d2f5564fc3" /><Relationship Type="http://schemas.openxmlformats.org/officeDocument/2006/relationships/slide" Target="/ppt/slides/slide27.xml" Id="R6c27be322c48420c" /><Relationship Type="http://schemas.openxmlformats.org/officeDocument/2006/relationships/slide" Target="/ppt/slides/slide28.xml" Id="R74270c7954294674" /><Relationship Type="http://schemas.openxmlformats.org/officeDocument/2006/relationships/slide" Target="/ppt/slides/slide29.xml" Id="Rc91ab433b6b141eb" /><Relationship Type="http://schemas.openxmlformats.org/officeDocument/2006/relationships/slide" Target="/ppt/slides/slide30.xml" Id="R2f4441c30fc0409e" /><Relationship Type="http://schemas.openxmlformats.org/officeDocument/2006/relationships/slide" Target="/ppt/slides/slide31.xml" Id="R2cea3106637e4040" /><Relationship Type="http://schemas.openxmlformats.org/officeDocument/2006/relationships/slide" Target="/ppt/slides/slide32.xml" Id="R14e2b3bf1820423a" /><Relationship Type="http://schemas.openxmlformats.org/officeDocument/2006/relationships/slide" Target="/ppt/slides/slide33.xml" Id="R352414c78898431f" /><Relationship Type="http://schemas.openxmlformats.org/officeDocument/2006/relationships/slide" Target="/ppt/slides/slide34.xml" Id="R84aece9740dd426b" /><Relationship Type="http://schemas.openxmlformats.org/officeDocument/2006/relationships/slide" Target="/ppt/slides/slide35.xml" Id="R89532da138994ae9" /><Relationship Type="http://schemas.openxmlformats.org/officeDocument/2006/relationships/slide" Target="/ppt/slides/slide36.xml" Id="R9a3e65b6fd884c7d" /><Relationship Type="http://schemas.openxmlformats.org/officeDocument/2006/relationships/slide" Target="/ppt/slides/slide37.xml" Id="Red500210610f4ffe" /><Relationship Type="http://schemas.openxmlformats.org/officeDocument/2006/relationships/slide" Target="/ppt/slides/slide38.xml" Id="R7a32374ba44d4f43" /><Relationship Type="http://schemas.openxmlformats.org/officeDocument/2006/relationships/slide" Target="/ppt/slides/slide39.xml" Id="R5793586bd6d84771" /><Relationship Type="http://schemas.openxmlformats.org/officeDocument/2006/relationships/slide" Target="/ppt/slides/slide40.xml" Id="Rcbc5c0ee0f4e4e66" /><Relationship Type="http://schemas.openxmlformats.org/officeDocument/2006/relationships/slide" Target="/ppt/slides/slide41.xml" Id="R26f6aab9538648cb" /><Relationship Type="http://schemas.openxmlformats.org/officeDocument/2006/relationships/slide" Target="/ppt/slides/slide42.xml" Id="R68270ad6ed774ae2" /><Relationship Type="http://schemas.openxmlformats.org/officeDocument/2006/relationships/slide" Target="/ppt/slides/slide43.xml" Id="R338937ea6c474056" /><Relationship Type="http://schemas.openxmlformats.org/officeDocument/2006/relationships/slide" Target="/ppt/slides/slide44.xml" Id="R9dfdcbebb1b8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b59cdf5565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8bbe2eb0e40ed" /><Relationship Type="http://schemas.openxmlformats.org/officeDocument/2006/relationships/notesMaster" Target="/ppt/notesMasters/notesMaster1.xml" Id="R60535be827394c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0fb8b354f144b7" /><Relationship Type="http://schemas.openxmlformats.org/officeDocument/2006/relationships/notesMaster" Target="/ppt/notesMasters/notesMaster1.xml" Id="R57e5bac0b167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ea3300c0244e2e" /><Relationship Type="http://schemas.openxmlformats.org/officeDocument/2006/relationships/notesMaster" Target="/ppt/notesMasters/notesMaster1.xml" Id="R38b2bb49b83340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5d5b5188343ef" /><Relationship Type="http://schemas.openxmlformats.org/officeDocument/2006/relationships/notesMaster" Target="/ppt/notesMasters/notesMaster1.xml" Id="R763f0539fb7b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918e624b64d2e" /><Relationship Type="http://schemas.openxmlformats.org/officeDocument/2006/relationships/notesMaster" Target="/ppt/notesMasters/notesMaster1.xml" Id="Rfe32b6478bcc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9dcce785cf4160" /><Relationship Type="http://schemas.openxmlformats.org/officeDocument/2006/relationships/notesMaster" Target="/ppt/notesMasters/notesMaster1.xml" Id="Rf4a1b910c95443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75632135a843b6" /><Relationship Type="http://schemas.openxmlformats.org/officeDocument/2006/relationships/notesMaster" Target="/ppt/notesMasters/notesMaster1.xml" Id="R60979681fd8a46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bedc6a2564c59" /><Relationship Type="http://schemas.openxmlformats.org/officeDocument/2006/relationships/notesMaster" Target="/ppt/notesMasters/notesMaster1.xml" Id="R55d721319d7b4f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e3a4d18c674d63" /><Relationship Type="http://schemas.openxmlformats.org/officeDocument/2006/relationships/notesMaster" Target="/ppt/notesMasters/notesMaster1.xml" Id="R746a3501608d45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b5f96aa92849bb" /><Relationship Type="http://schemas.openxmlformats.org/officeDocument/2006/relationships/notesMaster" Target="/ppt/notesMasters/notesMaster1.xml" Id="Rea5c63060b8d4c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ceaf1b55494c0a" /><Relationship Type="http://schemas.openxmlformats.org/officeDocument/2006/relationships/notesMaster" Target="/ppt/notesMasters/notesMaster1.xml" Id="R2764e65885ae45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e1b86df0c64363" /><Relationship Type="http://schemas.openxmlformats.org/officeDocument/2006/relationships/notesMaster" Target="/ppt/notesMasters/notesMaster1.xml" Id="Rb6b8efd64e50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ba21b042e348c2" /><Relationship Type="http://schemas.openxmlformats.org/officeDocument/2006/relationships/notesMaster" Target="/ppt/notesMasters/notesMaster1.xml" Id="Rc613ee237ba642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c615ecce824e32" /><Relationship Type="http://schemas.openxmlformats.org/officeDocument/2006/relationships/notesMaster" Target="/ppt/notesMasters/notesMaster1.xml" Id="R8ef755c4b79a4c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b3d81378de4b09" /><Relationship Type="http://schemas.openxmlformats.org/officeDocument/2006/relationships/notesMaster" Target="/ppt/notesMasters/notesMaster1.xml" Id="Rfbe8df4cbe7344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b73c9aef6f40db" /><Relationship Type="http://schemas.openxmlformats.org/officeDocument/2006/relationships/notesMaster" Target="/ppt/notesMasters/notesMaster1.xml" Id="Re759aa370b4042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cdfb5c561d41d7" /><Relationship Type="http://schemas.openxmlformats.org/officeDocument/2006/relationships/notesMaster" Target="/ppt/notesMasters/notesMaster1.xml" Id="R7fc933d5193746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26d959d2224175" /><Relationship Type="http://schemas.openxmlformats.org/officeDocument/2006/relationships/notesMaster" Target="/ppt/notesMasters/notesMaster1.xml" Id="Rb2b8298e7c19464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aea1e839d04bf5" /><Relationship Type="http://schemas.openxmlformats.org/officeDocument/2006/relationships/notesMaster" Target="/ppt/notesMasters/notesMaster1.xml" Id="Rbc60bdd3c02243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609859e4f84a6d" /><Relationship Type="http://schemas.openxmlformats.org/officeDocument/2006/relationships/notesMaster" Target="/ppt/notesMasters/notesMaster1.xml" Id="R2951b5e9a9cc4d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df2908996141d8" /><Relationship Type="http://schemas.openxmlformats.org/officeDocument/2006/relationships/notesMaster" Target="/ppt/notesMasters/notesMaster1.xml" Id="R89707e5d871c4f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3f3e4d30bc4e9b" /><Relationship Type="http://schemas.openxmlformats.org/officeDocument/2006/relationships/notesMaster" Target="/ppt/notesMasters/notesMaster1.xml" Id="R3111c255d4d844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24313fa5f94046" /><Relationship Type="http://schemas.openxmlformats.org/officeDocument/2006/relationships/notesMaster" Target="/ppt/notesMasters/notesMaster1.xml" Id="R74995a707fda4a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5ccf1312c14d98" /><Relationship Type="http://schemas.openxmlformats.org/officeDocument/2006/relationships/notesMaster" Target="/ppt/notesMasters/notesMaster1.xml" Id="Rb07ca3cd36a843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aa0582d375472a" /><Relationship Type="http://schemas.openxmlformats.org/officeDocument/2006/relationships/notesMaster" Target="/ppt/notesMasters/notesMaster1.xml" Id="R69e66824820146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4167fc917847e9" /><Relationship Type="http://schemas.openxmlformats.org/officeDocument/2006/relationships/notesMaster" Target="/ppt/notesMasters/notesMaster1.xml" Id="R70b8f19b557f4f2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23d0844f744ea7" /><Relationship Type="http://schemas.openxmlformats.org/officeDocument/2006/relationships/notesMaster" Target="/ppt/notesMasters/notesMaster1.xml" Id="R0c9f1e6525984a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d9764212774f31" /><Relationship Type="http://schemas.openxmlformats.org/officeDocument/2006/relationships/notesMaster" Target="/ppt/notesMasters/notesMaster1.xml" Id="R8d031c33248145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bf9a5f9dafb4a1a" /><Relationship Type="http://schemas.openxmlformats.org/officeDocument/2006/relationships/notesMaster" Target="/ppt/notesMasters/notesMaster1.xml" Id="Rabacfb5058fc4d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e08807d2b9450a" /><Relationship Type="http://schemas.openxmlformats.org/officeDocument/2006/relationships/notesMaster" Target="/ppt/notesMasters/notesMaster1.xml" Id="R051f0cd70e4e49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fad701f1f5429b" /><Relationship Type="http://schemas.openxmlformats.org/officeDocument/2006/relationships/notesMaster" Target="/ppt/notesMasters/notesMaster1.xml" Id="Rd5fd0f67a0204eb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9e61021653b48b0" /><Relationship Type="http://schemas.openxmlformats.org/officeDocument/2006/relationships/notesMaster" Target="/ppt/notesMasters/notesMaster1.xml" Id="Rf81db1d51ca044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3affc659fc40a1" /><Relationship Type="http://schemas.openxmlformats.org/officeDocument/2006/relationships/notesMaster" Target="/ppt/notesMasters/notesMaster1.xml" Id="Re932969017034a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c9c0914c8140b7" /><Relationship Type="http://schemas.openxmlformats.org/officeDocument/2006/relationships/notesMaster" Target="/ppt/notesMasters/notesMaster1.xml" Id="R1d3be9f61b754ae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a4b73f33374cb3" /><Relationship Type="http://schemas.openxmlformats.org/officeDocument/2006/relationships/notesMaster" Target="/ppt/notesMasters/notesMaster1.xml" Id="Rb971276c071b46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68f00ccae2f4cb9" /><Relationship Type="http://schemas.openxmlformats.org/officeDocument/2006/relationships/notesMaster" Target="/ppt/notesMasters/notesMaster1.xml" Id="Rac2a4c0e7f81484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5c5ccd605e344c6" /><Relationship Type="http://schemas.openxmlformats.org/officeDocument/2006/relationships/notesMaster" Target="/ppt/notesMasters/notesMaster1.xml" Id="R99af4702b6034ac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22c3e59e614a54" /><Relationship Type="http://schemas.openxmlformats.org/officeDocument/2006/relationships/notesMaster" Target="/ppt/notesMasters/notesMaster1.xml" Id="R080dfe5b200b48c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93a1b3cc7af4e2c" /><Relationship Type="http://schemas.openxmlformats.org/officeDocument/2006/relationships/notesMaster" Target="/ppt/notesMasters/notesMaster1.xml" Id="R6c39f3241ef846f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9040f8cdf084d9b" /><Relationship Type="http://schemas.openxmlformats.org/officeDocument/2006/relationships/notesMaster" Target="/ppt/notesMasters/notesMaster1.xml" Id="R67093fe75a33406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ade7a157c8641a2" /><Relationship Type="http://schemas.openxmlformats.org/officeDocument/2006/relationships/notesMaster" Target="/ppt/notesMasters/notesMaster1.xml" Id="Ra439c427a2bd4e8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467f4db4841438f" /><Relationship Type="http://schemas.openxmlformats.org/officeDocument/2006/relationships/notesMaster" Target="/ppt/notesMasters/notesMaster1.xml" Id="Rc3393f011bd546f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40eb75df4f0407b" /><Relationship Type="http://schemas.openxmlformats.org/officeDocument/2006/relationships/notesMaster" Target="/ppt/notesMasters/notesMaster1.xml" Id="Rd77545aba3a14c4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5460333fbfb4e1d" /><Relationship Type="http://schemas.openxmlformats.org/officeDocument/2006/relationships/notesMaster" Target="/ppt/notesMasters/notesMaster1.xml" Id="R959f649328bf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3db50a6f7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6899f0ee044114" /><Relationship Type="http://schemas.openxmlformats.org/officeDocument/2006/relationships/slideLayout" Target="/ppt/slideLayouts/slideLayout1.xml" Id="Re0135c71da7e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35c71da7e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682be2b44990" /><Relationship Type="http://schemas.openxmlformats.org/officeDocument/2006/relationships/hyperlink" Target="https://aiskillsnavigator.microsoft.com/" TargetMode="External" Id="Rd0efd0cae59b4c2a" /><Relationship Type="http://schemas.openxmlformats.org/officeDocument/2006/relationships/notesSlide" Target="/ppt/notesSlides/notesSlide1.xml" Id="R856fcc18c32d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f28a33434889" /><Relationship Type="http://schemas.openxmlformats.org/officeDocument/2006/relationships/hyperlink" Target="https://www.aigateway.ai.inside.philips.com/" TargetMode="External" Id="Rf7313206ac124c2b" /><Relationship Type="http://schemas.openxmlformats.org/officeDocument/2006/relationships/notesSlide" Target="/ppt/notesSlides/notesSlide2.xml" Id="Rd030ce81ea3b43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c175ce99940f9" /><Relationship Type="http://schemas.openxmlformats.org/officeDocument/2006/relationships/hyperlink" Target="https://aiskillsnavigator.microsoft.com/" TargetMode="External" Id="Rf8a9f0bc4244457d" /><Relationship Type="http://schemas.openxmlformats.org/officeDocument/2006/relationships/notesSlide" Target="/ppt/notesSlides/notesSlide3.xml" Id="Rf7cbf0205ccc4b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c37cd54a477a" /><Relationship Type="http://schemas.openxmlformats.org/officeDocument/2006/relationships/hyperlink" Target="https://www.aigateway.ai.inside.philips.com/" TargetMode="External" Id="R2a9b16e21692447e" /><Relationship Type="http://schemas.openxmlformats.org/officeDocument/2006/relationships/notesSlide" Target="/ppt/notesSlides/notesSlide4.xml" Id="Re0346cf05786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44b2b8b024da0" /><Relationship Type="http://schemas.openxmlformats.org/officeDocument/2006/relationships/image" Target="/ppt/media/image.png" Id="R424f9ed001fb45ba" /><Relationship Type="http://schemas.openxmlformats.org/officeDocument/2006/relationships/hyperlink" Target="https://www.aigateway.ai.inside.philips.com/" TargetMode="External" Id="Rcb8d7f66ac6c4552" /><Relationship Type="http://schemas.openxmlformats.org/officeDocument/2006/relationships/notesSlide" Target="/ppt/notesSlides/notesSlide5.xml" Id="R9a81333ca6ad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97ecc42fb48c7" /><Relationship Type="http://schemas.openxmlformats.org/officeDocument/2006/relationships/image" Target="/ppt/media/image2.png" Id="R550e26337a554c1a" /><Relationship Type="http://schemas.openxmlformats.org/officeDocument/2006/relationships/hyperlink" Target="https://www.aigateway.ai.inside.philips.com/" TargetMode="External" Id="Rced508084d1a4c47" /><Relationship Type="http://schemas.openxmlformats.org/officeDocument/2006/relationships/notesSlide" Target="/ppt/notesSlides/notesSlide6.xml" Id="R89ffb1f44bf5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6f91145e74c42" /><Relationship Type="http://schemas.openxmlformats.org/officeDocument/2006/relationships/image" Target="/ppt/media/image3.png" Id="R0f3625befb7146d7" /><Relationship Type="http://schemas.openxmlformats.org/officeDocument/2006/relationships/hyperlink" Target="https://www.aigateway.ai.inside.philips.com/" TargetMode="External" Id="R0c118adcea264c2d" /><Relationship Type="http://schemas.openxmlformats.org/officeDocument/2006/relationships/notesSlide" Target="/ppt/notesSlides/notesSlide7.xml" Id="R19d0b5c31538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72530019f4aa2" /><Relationship Type="http://schemas.openxmlformats.org/officeDocument/2006/relationships/hyperlink" Target="https://www.aigateway.ai.inside.philips.com/" TargetMode="External" Id="Rc3e3dcdb07734f6c" /><Relationship Type="http://schemas.openxmlformats.org/officeDocument/2006/relationships/notesSlide" Target="/ppt/notesSlides/notesSlide8.xml" Id="R290efaf7527347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ff8f851bf4d72" /><Relationship Type="http://schemas.openxmlformats.org/officeDocument/2006/relationships/hyperlink" Target="https://www.aigateway.ai.inside.philips.com/" TargetMode="External" Id="R475db36b663941eb" /><Relationship Type="http://schemas.openxmlformats.org/officeDocument/2006/relationships/notesSlide" Target="/ppt/notesSlides/notesSlide9.xml" Id="R2266dd06942e44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8bc7f9cd343e7" /><Relationship Type="http://schemas.openxmlformats.org/officeDocument/2006/relationships/image" Target="/ppt/media/image4.png" Id="R2c210b4ba61a44ca" /><Relationship Type="http://schemas.openxmlformats.org/officeDocument/2006/relationships/hyperlink" Target="https://www.aigateway.ai.inside.philips.com/" TargetMode="External" Id="Rbb0713bf5a2046c4" /><Relationship Type="http://schemas.openxmlformats.org/officeDocument/2006/relationships/notesSlide" Target="/ppt/notesSlides/notesSlide10.xml" Id="Rc7e0a626b1ae43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2ecfeaa664585" /><Relationship Type="http://schemas.openxmlformats.org/officeDocument/2006/relationships/image" Target="/ppt/media/image5.png" Id="Rf5e4b3f136534536" /><Relationship Type="http://schemas.openxmlformats.org/officeDocument/2006/relationships/hyperlink" Target="https://www.aigateway.ai.inside.philips.com/" TargetMode="External" Id="R5990fdfe21c1428a" /><Relationship Type="http://schemas.openxmlformats.org/officeDocument/2006/relationships/notesSlide" Target="/ppt/notesSlides/notesSlide11.xml" Id="R8d869b945d6f4c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9f855d5274c93" /><Relationship Type="http://schemas.openxmlformats.org/officeDocument/2006/relationships/hyperlink" Target="https://aiskillsnavigator.microsoft.com/" TargetMode="External" Id="R228e9f3267844fe0" /><Relationship Type="http://schemas.openxmlformats.org/officeDocument/2006/relationships/hyperlink" Target="https://aiskillsnavigator.microsoft.com/playlists/291ff1ba-c754-44f1-9814-ef8917f8c989" TargetMode="External" Id="R3aeb512175024b03" /><Relationship Type="http://schemas.openxmlformats.org/officeDocument/2006/relationships/hyperlink" Target="https://m365.cloud.microsoft/chat" TargetMode="External" Id="Rebc76bec456d4ced" /><Relationship Type="http://schemas.openxmlformats.org/officeDocument/2006/relationships/notesSlide" Target="/ppt/notesSlides/notesSlide12.xml" Id="Rd4994627320745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c34b8037b4c72" /><Relationship Type="http://schemas.openxmlformats.org/officeDocument/2006/relationships/image" Target="/ppt/media/image6.png" Id="R3d7d0e9c900f4045" /><Relationship Type="http://schemas.openxmlformats.org/officeDocument/2006/relationships/hyperlink" Target="https://aiskillsnavigator.microsoft.com/" TargetMode="External" Id="Rec6e178dac7b47ed" /><Relationship Type="http://schemas.openxmlformats.org/officeDocument/2006/relationships/notesSlide" Target="/ppt/notesSlides/notesSlide13.xml" Id="R338840b7ef764e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094fc429402a" /><Relationship Type="http://schemas.openxmlformats.org/officeDocument/2006/relationships/image" Target="/ppt/media/image7.png" Id="R4353bf060d7f4d2d" /><Relationship Type="http://schemas.openxmlformats.org/officeDocument/2006/relationships/hyperlink" Target="https://aiskillsnavigator.microsoft.com/playlists/291ff1ba-c754-44f1-9814-ef8917f8c989" TargetMode="External" Id="Ra2130ea691b24527" /><Relationship Type="http://schemas.openxmlformats.org/officeDocument/2006/relationships/notesSlide" Target="/ppt/notesSlides/notesSlide14.xml" Id="Ra644c053c6c14a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daa1e499340ed" /><Relationship Type="http://schemas.openxmlformats.org/officeDocument/2006/relationships/image" Target="/ppt/media/image8.png" Id="Rdd201022d68046fc" /><Relationship Type="http://schemas.openxmlformats.org/officeDocument/2006/relationships/hyperlink" Target="https://aiskillsnavigator.microsoft.com/playlists/291ff1ba-c754-44f1-9814-ef8917f8c989" TargetMode="External" Id="R9e1a604dc41e41ad" /><Relationship Type="http://schemas.openxmlformats.org/officeDocument/2006/relationships/hyperlink" Target="https://learn.microsoft.com/zh-cn/training/courses/ms-4004" TargetMode="External" Id="R3f2687c9c8fa4bb0" /><Relationship Type="http://schemas.openxmlformats.org/officeDocument/2006/relationships/notesSlide" Target="/ppt/notesSlides/notesSlide15.xml" Id="Rd988c040a8d84a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c00239b14d02" /><Relationship Type="http://schemas.openxmlformats.org/officeDocument/2006/relationships/hyperlink" Target="https://aiskillsnavigator.microsoft.com/playlists/291ff1ba-c754-44f1-9814-ef8917f8c989" TargetMode="External" Id="Rbfa7e312d3f84c2f" /><Relationship Type="http://schemas.openxmlformats.org/officeDocument/2006/relationships/notesSlide" Target="/ppt/notesSlides/notesSlide16.xml" Id="R47cb00faeebd45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48624f2964912" /><Relationship Type="http://schemas.openxmlformats.org/officeDocument/2006/relationships/hyperlink" Target="https://m365.cloud.microsoft/chat" TargetMode="External" Id="Rcedf3fb1670b4923" /><Relationship Type="http://schemas.openxmlformats.org/officeDocument/2006/relationships/notesSlide" Target="/ppt/notesSlides/notesSlide17.xml" Id="R61e0f44d5c154e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d693c04984548" /><Relationship Type="http://schemas.openxmlformats.org/officeDocument/2006/relationships/hyperlink" Target="https://m365.cloud.microsoft/chat" TargetMode="External" Id="R79d4509b4c1743e8" /><Relationship Type="http://schemas.openxmlformats.org/officeDocument/2006/relationships/notesSlide" Target="/ppt/notesSlides/notesSlide18.xml" Id="Rb3365e0887bf4d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098ee6a04921" /><Relationship Type="http://schemas.openxmlformats.org/officeDocument/2006/relationships/hyperlink" Target="https://m365.cloud.microsoft/chat" TargetMode="External" Id="R7881de20995841c2" /><Relationship Type="http://schemas.openxmlformats.org/officeDocument/2006/relationships/notesSlide" Target="/ppt/notesSlides/notesSlide19.xml" Id="Ra4e9ada2215040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761bf97054ada" /><Relationship Type="http://schemas.openxmlformats.org/officeDocument/2006/relationships/hyperlink" Target="https://m365.cloud.microsoft/chat" TargetMode="External" Id="R56b5830202844f95" /><Relationship Type="http://schemas.openxmlformats.org/officeDocument/2006/relationships/notesSlide" Target="/ppt/notesSlides/notesSlide20.xml" Id="R7a068b4a66e14c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38313d9cc4fec" /><Relationship Type="http://schemas.openxmlformats.org/officeDocument/2006/relationships/hyperlink" Target="https://m365.cloud.microsoft/chat" TargetMode="External" Id="R1597e085426f45fe" /><Relationship Type="http://schemas.openxmlformats.org/officeDocument/2006/relationships/notesSlide" Target="/ppt/notesSlides/notesSlide21.xml" Id="R91cafbd59a0a44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81362f1244b7" /><Relationship Type="http://schemas.openxmlformats.org/officeDocument/2006/relationships/hyperlink" Target="https://m365.cloud.microsoft/chat" TargetMode="External" Id="Reb0a09d8e97c4d54" /><Relationship Type="http://schemas.openxmlformats.org/officeDocument/2006/relationships/notesSlide" Target="/ppt/notesSlides/notesSlide22.xml" Id="Rc9ecb594109641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9d319a3894068" /><Relationship Type="http://schemas.openxmlformats.org/officeDocument/2006/relationships/image" Target="/ppt/media/image9.png" Id="Rf361792cab3c46fd" /><Relationship Type="http://schemas.openxmlformats.org/officeDocument/2006/relationships/hyperlink" Target="https://m365.cloud.microsoft/chat" TargetMode="External" Id="R4af7b0f96db1415f" /><Relationship Type="http://schemas.openxmlformats.org/officeDocument/2006/relationships/notesSlide" Target="/ppt/notesSlides/notesSlide23.xml" Id="Rd1d99824cd6a44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17e1921fa4036" /><Relationship Type="http://schemas.openxmlformats.org/officeDocument/2006/relationships/hyperlink" Target="https://m365.cloud.microsoft/chat" TargetMode="External" Id="Rc57a3662ac194359" /><Relationship Type="http://schemas.openxmlformats.org/officeDocument/2006/relationships/notesSlide" Target="/ppt/notesSlides/notesSlide24.xml" Id="Rf800645d745448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7dce89304601" /><Relationship Type="http://schemas.openxmlformats.org/officeDocument/2006/relationships/hyperlink" Target="https://m365.cloud.microsoft/chat" TargetMode="External" Id="Rf85a03ffd0254379" /><Relationship Type="http://schemas.openxmlformats.org/officeDocument/2006/relationships/notesSlide" Target="/ppt/notesSlides/notesSlide25.xml" Id="R2c1f77638d7e47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3e65d903f4bd5" /><Relationship Type="http://schemas.openxmlformats.org/officeDocument/2006/relationships/hyperlink" Target="https://philips-ai-tool-lab.github.io/ai-tool-lab-preview/" TargetMode="External" Id="R4769f710b92c4dfc" /><Relationship Type="http://schemas.openxmlformats.org/officeDocument/2006/relationships/hyperlink" Target="https://philips-ai-tool-lab.github.io/ai-tool-lab-preview/#agent-builder-path" TargetMode="External" Id="Rf44e5bd8a8214f0b" /><Relationship Type="http://schemas.openxmlformats.org/officeDocument/2006/relationships/hyperlink" Target="https://m365.cloud.microsoft/chat" TargetMode="External" Id="Re60a656846f84804" /><Relationship Type="http://schemas.openxmlformats.org/officeDocument/2006/relationships/notesSlide" Target="/ppt/notesSlides/notesSlide26.xml" Id="R1452d4dd7f41427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9089bba64101" /><Relationship Type="http://schemas.openxmlformats.org/officeDocument/2006/relationships/image" Target="/ppt/media/image10.png" Id="R7316de13f3654385" /><Relationship Type="http://schemas.openxmlformats.org/officeDocument/2006/relationships/hyperlink" Target="https://philips-ai-tool-lab.github.io/ai-tool-lab-preview/" TargetMode="External" Id="R234522fe513c4450" /><Relationship Type="http://schemas.openxmlformats.org/officeDocument/2006/relationships/hyperlink" Target="https://philips-ai-tool-lab.github.io/ai-tool-lab-preview/#agent-builder-path" TargetMode="External" Id="R1f771ce46b774fa9" /><Relationship Type="http://schemas.openxmlformats.org/officeDocument/2006/relationships/notesSlide" Target="/ppt/notesSlides/notesSlide27.xml" Id="Rb8f16fa4901b4d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275808010489a" /><Relationship Type="http://schemas.openxmlformats.org/officeDocument/2006/relationships/hyperlink" Target="https://philips-ai-tool-lab.github.io/ai-tool-lab-preview/labs/chief-of-staff/" TargetMode="External" Id="R1d6cecf409ae4a89" /><Relationship Type="http://schemas.openxmlformats.org/officeDocument/2006/relationships/hyperlink" Target="https://philips-ai-tool-lab.github.io/ai-tool-lab-preview/labs/product-manual-faq/" TargetMode="External" Id="R487cf0dc60234763" /><Relationship Type="http://schemas.openxmlformats.org/officeDocument/2006/relationships/hyperlink" Target="https://philips-ai-tool-lab.github.io/ai-tool-lab-preview/labs/meeting-follow-up/" TargetMode="External" Id="R8ccc326a1be14528" /><Relationship Type="http://schemas.openxmlformats.org/officeDocument/2006/relationships/hyperlink" Target="https://philips-ai-tool-lab.github.io/ai-tool-lab-preview/labs/funnel-data-analyst/" TargetMode="External" Id="R9d889dd7c88a4e55" /><Relationship Type="http://schemas.openxmlformats.org/officeDocument/2006/relationships/notesSlide" Target="/ppt/notesSlides/notesSlide28.xml" Id="R9bd6f9c537124c1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94f72c9804227" /><Relationship Type="http://schemas.openxmlformats.org/officeDocument/2006/relationships/image" Target="/ppt/media/image11.png" Id="R066cb2a389bf43b9" /><Relationship Type="http://schemas.openxmlformats.org/officeDocument/2006/relationships/hyperlink" Target="https://philips-ai-tool-lab.github.io/ai-tool-lab-preview/labs/chief-of-staff/" TargetMode="External" Id="Re1511c797ea04e72" /><Relationship Type="http://schemas.openxmlformats.org/officeDocument/2006/relationships/notesSlide" Target="/ppt/notesSlides/notesSlide29.xml" Id="R201953b72c9946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44eddab24e96" /><Relationship Type="http://schemas.openxmlformats.org/officeDocument/2006/relationships/image" Target="/ppt/media/image12.png" Id="R940b415b6ca44b92" /><Relationship Type="http://schemas.openxmlformats.org/officeDocument/2006/relationships/hyperlink" Target="https://philips-ai-tool-lab.github.io/ai-tool-lab-preview/labs/product-manual-faq/" TargetMode="External" Id="R09b8f11b3e9e4800" /><Relationship Type="http://schemas.openxmlformats.org/officeDocument/2006/relationships/notesSlide" Target="/ppt/notesSlides/notesSlide30.xml" Id="R1fc67a207278483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c085d2993409b" /><Relationship Type="http://schemas.openxmlformats.org/officeDocument/2006/relationships/image" Target="/ppt/media/image13.png" Id="R751736b26a004d4e" /><Relationship Type="http://schemas.openxmlformats.org/officeDocument/2006/relationships/hyperlink" Target="https://philips-ai-tool-lab.github.io/ai-tool-lab-preview/labs/meeting-follow-up/" TargetMode="External" Id="R8e5cb4efd84648e6" /><Relationship Type="http://schemas.openxmlformats.org/officeDocument/2006/relationships/notesSlide" Target="/ppt/notesSlides/notesSlide31.xml" Id="R7ee6e17014724ff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cb6bd7524092" /><Relationship Type="http://schemas.openxmlformats.org/officeDocument/2006/relationships/image" Target="/ppt/media/image14.png" Id="Rfd6830d1df2544b2" /><Relationship Type="http://schemas.openxmlformats.org/officeDocument/2006/relationships/hyperlink" Target="https://philips-ai-tool-lab.github.io/ai-tool-lab-preview/labs/funnel-data-analyst/" TargetMode="External" Id="R47cc657066b14aa3" /><Relationship Type="http://schemas.openxmlformats.org/officeDocument/2006/relationships/notesSlide" Target="/ppt/notesSlides/notesSlide32.xml" Id="Rf2c378856f4e445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31b91ee104168" /><Relationship Type="http://schemas.openxmlformats.org/officeDocument/2006/relationships/hyperlink" Target="https://philips-ai-tool-lab.github.io/ai-tool-lab-preview/#agent-builder-path" TargetMode="External" Id="R4c52be4492e3444b" /><Relationship Type="http://schemas.openxmlformats.org/officeDocument/2006/relationships/notesSlide" Target="/ppt/notesSlides/notesSlide33.xml" Id="R72f6fb97a2c84c9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669151cee4445" /><Relationship Type="http://schemas.openxmlformats.org/officeDocument/2006/relationships/image" Target="/ppt/media/image15.png" Id="Rf1189f060d9f4346" /><Relationship Type="http://schemas.openxmlformats.org/officeDocument/2006/relationships/hyperlink" Target="https://m365.cloud.microsoft/chat" TargetMode="External" Id="R5efbf489137a456c" /><Relationship Type="http://schemas.openxmlformats.org/officeDocument/2006/relationships/notesSlide" Target="/ppt/notesSlides/notesSlide34.xml" Id="Re927ea178a0540f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f81b3c28d49b0" /><Relationship Type="http://schemas.openxmlformats.org/officeDocument/2006/relationships/image" Target="/ppt/media/image16.png" Id="R1b4245a425104193" /><Relationship Type="http://schemas.openxmlformats.org/officeDocument/2006/relationships/hyperlink" Target="https://philips-ai-tool-lab.github.io/ai-tool-lab-preview/#agent-builder-path" TargetMode="External" Id="Rc5dc888d8a054a4f" /><Relationship Type="http://schemas.openxmlformats.org/officeDocument/2006/relationships/notesSlide" Target="/ppt/notesSlides/notesSlide35.xml" Id="R3541de5cd42f411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508882f3b463b" /><Relationship Type="http://schemas.openxmlformats.org/officeDocument/2006/relationships/image" Target="/ppt/media/image17.png" Id="Rb8539cc1d6734b66" /><Relationship Type="http://schemas.openxmlformats.org/officeDocument/2006/relationships/hyperlink" Target="https://philips-ai-tool-lab.github.io/ai-tool-lab-preview/labs/meeting-follow-up/" TargetMode="External" Id="R3fed920b6bf84ef6" /><Relationship Type="http://schemas.openxmlformats.org/officeDocument/2006/relationships/notesSlide" Target="/ppt/notesSlides/notesSlide36.xml" Id="Rf7cec3750aae46e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d0a0d0c584886" /><Relationship Type="http://schemas.openxmlformats.org/officeDocument/2006/relationships/image" Target="/ppt/media/image18.png" Id="Rea6cb6bc09674204" /><Relationship Type="http://schemas.openxmlformats.org/officeDocument/2006/relationships/hyperlink" Target="https://philips-ai-tool-lab.github.io/ai-tool-lab-preview/#agent-builder-path" TargetMode="External" Id="Re23f48125f3642ee" /><Relationship Type="http://schemas.openxmlformats.org/officeDocument/2006/relationships/notesSlide" Target="/ppt/notesSlides/notesSlide37.xml" Id="R4503cc15d7214d1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14248930b437e" /><Relationship Type="http://schemas.openxmlformats.org/officeDocument/2006/relationships/image" Target="/ppt/media/image19.png" Id="R2f110e6c9f964d12" /><Relationship Type="http://schemas.openxmlformats.org/officeDocument/2006/relationships/hyperlink" Target="https://philips-ai-tool-lab.github.io/ai-tool-lab-preview/labs/meeting-follow-up/" TargetMode="External" Id="R3d052c8009a7465a" /><Relationship Type="http://schemas.openxmlformats.org/officeDocument/2006/relationships/notesSlide" Target="/ppt/notesSlides/notesSlide38.xml" Id="R9c7b7f8fa84947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15a8637134a91" /><Relationship Type="http://schemas.openxmlformats.org/officeDocument/2006/relationships/image" Target="/ppt/media/image20.png" Id="R1373836776284c90" /><Relationship Type="http://schemas.openxmlformats.org/officeDocument/2006/relationships/hyperlink" Target="https://philips-ai-tool-lab.github.io/ai-tool-lab-preview/#agent-builder-path" TargetMode="External" Id="R41b4451534864611" /><Relationship Type="http://schemas.openxmlformats.org/officeDocument/2006/relationships/notesSlide" Target="/ppt/notesSlides/notesSlide39.xml" Id="R3d3569773c48488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c7cf8d28e4a75" /><Relationship Type="http://schemas.openxmlformats.org/officeDocument/2006/relationships/image" Target="/ppt/media/image21.png" Id="R3d22ccfae8924480" /><Relationship Type="http://schemas.openxmlformats.org/officeDocument/2006/relationships/hyperlink" Target="https://m365.cloud.microsoft/chat" TargetMode="External" Id="Rfb3e389cecbd4951" /><Relationship Type="http://schemas.openxmlformats.org/officeDocument/2006/relationships/notesSlide" Target="/ppt/notesSlides/notesSlide40.xml" Id="R0e834b934426492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f3897ec944d2e" /><Relationship Type="http://schemas.openxmlformats.org/officeDocument/2006/relationships/image" Target="/ppt/media/image22.png" Id="Rf1b0cfc53a314965" /><Relationship Type="http://schemas.openxmlformats.org/officeDocument/2006/relationships/hyperlink" Target="https://philips-ai-tool-lab.github.io/ai-tool-lab-preview/labs/meeting-follow-up/" TargetMode="External" Id="Rbf1f670236f943ef" /><Relationship Type="http://schemas.openxmlformats.org/officeDocument/2006/relationships/notesSlide" Target="/ppt/notesSlides/notesSlide41.xml" Id="R9222450781f4494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a0a68fa5420e" /><Relationship Type="http://schemas.openxmlformats.org/officeDocument/2006/relationships/hyperlink" Target="https://philips-ai-tool-lab.github.io/ai-tool-lab-preview/labs/chief-of-staff/" TargetMode="External" Id="R9776eecf1ea04007" /><Relationship Type="http://schemas.openxmlformats.org/officeDocument/2006/relationships/hyperlink" Target="https://philips-ai-tool-lab.github.io/ai-tool-lab-preview/labs/product-manual-faq/" TargetMode="External" Id="R16fe8b02690c433a" /><Relationship Type="http://schemas.openxmlformats.org/officeDocument/2006/relationships/hyperlink" Target="https://philips-ai-tool-lab.github.io/ai-tool-lab-preview/labs/meeting-follow-up/" TargetMode="External" Id="R637c6e4ad29d4a26" /><Relationship Type="http://schemas.openxmlformats.org/officeDocument/2006/relationships/hyperlink" Target="https://philips-ai-tool-lab.github.io/ai-tool-lab-preview/labs/funnel-data-analyst/" TargetMode="External" Id="R588353661c0c44c2" /><Relationship Type="http://schemas.openxmlformats.org/officeDocument/2006/relationships/hyperlink" Target="https://m365.cloud.microsoft/chat" TargetMode="External" Id="R23cd980a1f7647df" /><Relationship Type="http://schemas.openxmlformats.org/officeDocument/2006/relationships/notesSlide" Target="/ppt/notesSlides/notesSlide42.xml" Id="R4b9c490c05664ad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2e2e3a66c4028" /><Relationship Type="http://schemas.openxmlformats.org/officeDocument/2006/relationships/hyperlink" Target="https://www.aigateway.ai.inside.philips.com/" TargetMode="External" Id="R2697d49304fb4389" /><Relationship Type="http://schemas.openxmlformats.org/officeDocument/2006/relationships/hyperlink" Target="https://philips-ai-tool-lab.github.io/ai-tool-lab-preview/" TargetMode="External" Id="R76d884bcbef84b71" /><Relationship Type="http://schemas.openxmlformats.org/officeDocument/2006/relationships/notesSlide" Target="/ppt/notesSlides/notesSlide43.xml" Id="Rdace99ddce2f492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4c36b29cf4bed" /><Relationship Type="http://schemas.openxmlformats.org/officeDocument/2006/relationships/image" Target="/ppt/media/image23.png" Id="Ra1a9e79357bf48e6" /><Relationship Type="http://schemas.openxmlformats.org/officeDocument/2006/relationships/hyperlink" Target="https://www.aigateway.ai.inside.philips.com/" TargetMode="External" Id="Re74c738e2ca943f4" /><Relationship Type="http://schemas.openxmlformats.org/officeDocument/2006/relationships/hyperlink" Target="https://philips-ai-tool-lab.github.io/ai-tool-lab-preview/" TargetMode="External" Id="Ra79fd21ea67f4446" /><Relationship Type="http://schemas.openxmlformats.org/officeDocument/2006/relationships/notesSlide" Target="/ppt/notesSlides/notesSlide44.xml" Id="R8d3c327c699243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96BED-43A8-4268-8A55-407C31E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87D27-31DB-4D95-B038-758C9861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B4D36-DC1D-4122-872F-C08EDE9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200E9-B686-49CC-96AF-9B9CCB6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9928C-2B26-44F0-83F2-92756BA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99B66-E2D3-4D02-AEBA-A136DD5A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efd0cae59b4c2a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621948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3FC0A-62D1-4BC6-A7CA-8D1D7722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C4AFF-4B1A-4B67-8F2C-B110CAAA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9A04F-42D3-4098-8FC3-F8F6506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359D3-6A95-43FB-A79C-133B6DC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以人引领、AI 赋能，意味着把 AI 放进真正创造价值的业务场景，同时持续建设工具、能力和负责任使用的共同基础。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E1CE3-AAEB-416A-B951-33DF6C3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A4F0-B2D9-45F8-9397-B572952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39F1E-E928-45CC-BF32-25264413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5044E-1701-44F0-99FF-15BB4D1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C0119-4DAB-4C20-A98E-E8C7DB94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0E9AD-DECD-446B-92AD-5A65AF11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E4051-3DC9-4775-838B-D1D178D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D43C0-F70E-44EF-B5DA-4B6D971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E7B0C-B0BF-4FAB-944A-B92DBA5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1235C-8797-4330-8590-3DEE674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9AB-5F3A-4B63-8195-7A5DF1F5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9E685-1D1F-41F5-9B6C-23671F2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D2C0-23E0-48BF-80CB-3630AAA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F6F64-457F-4B64-9F0B-28B0199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6ADB0-7E0C-43E7-9CA7-A49EAF86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B1AC2-8D29-474E-98F4-C675A6D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7DDD7-7685-4E12-AE93-A24D7DE9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313206ac124c2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02615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88E73-AB3E-4F2A-B1D1-01057EC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DA7D0-2FBC-43A3-A4E9-74BE85D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68C53-B5EC-48AE-8CEC-979BAD0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B2D91-F9B0-4B0C-8561-C35F6EE1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71A70-C780-4072-A5D6-7B3E893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5220F-9E13-4F1E-9196-54998EE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034E1-DD1E-4EF4-8713-0A340429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DFB41-5767-4626-8952-C7EA9D0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CA163-9803-44DE-893D-49C1323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9ED40-371A-4041-BF03-695AE54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55782-F0E8-447A-8730-5649D07B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5B49E-3226-4818-B7B9-AE1DA76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C7E4A-65FD-45A7-AA31-E808FCE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41E2-8C5F-439D-9CE7-595FFF5C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65DB0-6A80-490B-B12E-3F9CF62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61D58-C484-4AEA-A8DB-0A38F9E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AAC07-65B5-4E6C-A146-9B0426DF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90EB7-3F5A-4D48-AF62-DD81EEA3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E3A5D-17F0-46D0-A83D-023ED4D0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00536-48E8-4DCE-ACD3-5F49445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3D527-98E8-4A40-9AD6-F88D9DE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B6585-EDA9-48B6-AF0A-9EB1E2A9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A057C-7695-4D9A-AC0A-769F647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0D329-CF0A-43CD-ABE6-8D78554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76190-E9EA-4519-8919-91DDFBB7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434CA-D12D-4D08-ABDE-5B02B02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B2EA6-347A-4D92-9C08-9CA0FB1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26A83-DAAD-48C8-B34E-0F6A3939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a9f0bc4244457d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64965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1C198-8066-4D7B-B9CF-44B8D8EC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C111-2F2E-441D-8EB3-C1EA96C5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9F9C-DA46-4AEB-8A9D-500214E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85F44-9344-42FF-A8A7-E8E6087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B3416-2502-4780-B4BC-8671AA67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9b16e21692447e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043401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2AFBC-DA05-4B37-B0BF-2082C73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52FE4-8268-4F0C-BDA7-D452639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A977B-28FE-4F36-9839-3D066E9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战略：从零散尝试走向规模化组合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9DDD-A3B0-43DE-A01B-F5639BB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这份战略一页纸的核心不是罗列工具，而是说明 Group Sustainability 正从孤立的 AI 用例转向有明确负责人、实际业务价值和扩展优先级的重点项目组合。绿色 Now 表示已经在运行或部署，橙色 Next 表示下一阶段准备规模化的能力。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1F14F-BB42-4C29-B9C1-11F1782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B8A6D-E3E0-43DC-A280-8C8EDEA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f9ed001fb45ba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F7956-D8CC-480F-87DB-7518BD0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3C644-F0A1-4E1A-A740-14E8BB9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B8FDB-2131-4CA0-8624-AAF50E2A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B0488-E283-4044-800F-DDBF273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069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组合管理：顶部说明 Group Sustainability 正从孤立用例转向重点项目组合，每个方向都需要清楚的 ownership、实际价值和扩展优先级。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成熟度路线：每一列都按 Now 与 Next 展开。Now 是已投入使用或正在部署的能力，Next 是准备扩展、标准化或连接到正式流程的下一步。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共同目标：提升合规工作效率、加强商业支持并减少报告工作量；AI 的价值最终要体现在可复制流程和可衡量影响上。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8CF7D-EF9A-4B99-B90B-BAAF61E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8d7f66ac6c4552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38062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88C47-FF13-4FAB-8E33-550F2D71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052F7-12A7-4151-A210-A960D13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DD6E-D7FA-468E-B23C-C3373FA8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战略主线：能力、供应商与合规三条基础工作流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3EEDE-E34B-461F-8155-8D6F030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前三条工作流共同解决规模化的基础问题：员工是否具备能力、供应链数据是否能够转化为风险洞察，以及法规变化是否能够被及时、稳定地处理。它们把 AI 从个人效率工具提升为可重复运行的组织能力。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220DE-89D0-4941-B173-03661ECE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2A2EA-7660-45F8-8F78-9B519C1D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e26337a554c1a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C0EF2-C8D7-40A5-A95F-664C4D3B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BC627-ED6E-46C1-88E3-5A8C66A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867B8-DC50-4FBD-9998-620385D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7378A-7A8A-45B0-83D2-CBC4F2F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4D2C0-F2BF-487F-A977-7C3C832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d508084d1a4c47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57958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7C091-4184-4F03-A80E-0ABF7FD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8ACED-96D7-4A46-BD0B-F3549F62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B4623-C208-487C-9EDE-BDE5CE5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战略落地：商业支持、报告分析与 2026 规模化重点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BB4E1-0643-47C4-A88F-0B91349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后两条工作流把基础能力转化为直接业务价值：一条面向投标与市场支持，另一条面向双重重要性评估、数据采集和披露流程。底部横条进一步给出 2026 年的统一方向。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036EA-F1DD-4AC8-BDB1-D2E9109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C3351-97FD-4510-BC7A-69BD0A3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625befb7146d7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56AD7-17E0-4930-8857-8B2B9381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A3E56-CE7F-49AB-B848-FC51A32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A2D4C-75C1-4EE0-93D0-1CB159B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5EBE6-A69D-41B1-A544-D4BD9A0B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C2858-46FF-4F52-A050-6265CBB7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c118adcea264c2d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960684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ACEAC6-715F-414A-A82D-209595F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06A85-254D-49DA-9E1A-DCDF7DD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A57A7-7250-4E63-AD16-752E6157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Game Plan：五大支柱与基础支撑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F8A5D-F3C2-4314-BDB3-E78C85C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Greater China 的 AI 布局从组织能力、商业洞察、运营服务、职能运营和生态创新五个方向推进，并由技术、数据、治理和 Responsible AI 共同支撑。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55C4F-ED41-4F64-A669-3E9DF5E4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9A3F6-251E-45B6-8366-39C96127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05583-9D1A-464F-BE30-59A9B26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C75F8-F642-40CB-A95D-513C7853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E5343-8CF6-4C3F-8B7D-0F36966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提升组织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72993-07FD-47BA-AA4A-BDDCEAD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AI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ADB24-FFC5-4A3D-B522-0BA31429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社群与网络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文化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956F-E84B-4DA4-90D1-CEC150B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AE761-A011-4412-8974-0FF417D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19AD2-4AD0-47B8-8716-1B4B2618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DF254-A72E-460A-A7A9-AFEA94B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Win with AI &amp;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11B3D-BFD4-433C-9BCA-A276608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商机与漏斗洞察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赢丢单复盘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智能投标与定价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6103B-6119-42BA-8994-960A3B9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A6977-71E9-470D-93A0-29A842FA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27F88-2081-4AE8-9C4D-A2641B6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运营与服务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648E6-1D27-481B-9053-08ECE046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Operational excellence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F6DF7-7F6A-4441-8798-E8FFFE3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无接触订单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服务运营平台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智慧工厂与供应链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63FFD-A591-4F47-A30D-E76678C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1E15D-D081-47A8-A591-ACB48B29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A5386-AEE7-4138-9C8A-87B6E06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职能运营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70DD1-62A6-4BCC-AC90-8C2795D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Functional excellence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69582-B7C9-420C-9B01-C966A9E8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战略与竞品情报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8D937-C77A-490F-9630-823DBD76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FDEB1-2109-49E3-945E-C46AAE9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1A78A-73AD-46DB-ACED-8E69972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与生态圈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C5159-8329-4D41-B4D5-C244C60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E2E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4F07D-6609-430C-AC7F-53F7462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端到端创新加速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本地第三方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生态协同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0F92F-8CB9-4674-B645-31C632F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6F66D-DEAF-4A53-B5CE-8A3D04A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82952-5D2B-457C-B634-7299DA2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0812C-0AD7-4B56-B717-75F9AD81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4C3D1E-5BC1-4EC1-AFBB-8C99BE13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E73D67-8CA2-48AA-B331-B0B2897B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95225-1EA5-4A72-BD95-CDB8670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D9A749-8FCA-47D8-838A-774B959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CC9421-B096-43BA-B557-C540460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DA3C06-2493-4821-A23C-79A8F89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e3dcdb07734f6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492472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49EA4-C868-4688-9D01-3F4BCF2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137D4-FF0D-4268-A9AA-04ED8D4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78696-3B5D-49CF-BFD3-E40E39F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159BC-CEEE-4FC5-9717-A0F4E659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03AA8-8158-4616-B140-9C9C027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65A8B-931C-4BC4-85A7-5B5B041D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5414-A167-4E98-84F4-84F2B6D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DDAC-76A0-4B62-BB99-64EC192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8E64B-2CA3-47D1-B4FE-162A5C1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7CD38-5DAA-4B1B-8284-022259B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AF8BD-98A5-45E6-B653-CF43661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394A2-D5FB-4A0F-942F-58D7F9E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E5E69-0049-4198-986B-4A41312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A8510-BA65-46CB-BE13-03FD0D8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D77C4-B334-4A36-8748-976FC25D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3BEB1-B5A9-4769-91C5-5FE3C89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FC591-97E4-413C-BC4D-D8B1C315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3A069-49A7-464A-88DD-5FCB773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935B2-6DE0-423C-A854-D7CD563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DE2DF-9CBD-4F79-90B2-CDFFC24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B1DDE-5087-48FD-9116-564A20E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5045-B1DD-4831-BAEF-C229C51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E4C39-1E87-4167-ADC9-A82DAAD6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5db36b663941e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675216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283F3-235D-4FF7-B546-2D15859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6682-8197-476E-900A-378BD7E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175A7-9B81-4C78-99E6-F128332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35B84-3FE4-4A9B-867A-07DC0C8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E2670-3D50-4891-91D6-5A2B9CF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6B45F-E379-4086-B56F-455F9609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10b4ba61a44ca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2BB39-1D65-427D-BD8F-D42400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73108-AEF3-4321-92C3-D394F011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3E32C-4EC6-4CBA-A238-47637CA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35A81-3D43-481C-9FAE-6DF8BD86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A6EAB-E014-4A81-AB88-BF9C054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0713bf5a2046c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96469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015DE-76F9-4D07-A2C2-753B111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22685-B133-407C-B227-5856CAF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1AEC-BCDF-4991-8E79-1BF404B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9BD03-2B47-4CEA-9DBF-2C51515B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033D5-2233-4B60-B0E3-0E8A535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60CB8-A9CE-4438-AB12-00FDAE74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4b3f136534536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C21AA-E48F-4288-BA83-F87DC333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32426-69B5-4CDB-B518-79DD8AB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235CF-4673-41FC-A583-3CC68132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1362A-F2B3-4F21-9296-E5A45BAD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31E5C-C13E-4A91-B39B-A4211280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90fdfe21c1428a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2117146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19729-7127-4D01-B025-0408F75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40B2C-D292-4F79-8E68-5BAAA735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1D2D5-DC0F-4969-9EF0-B31CCA2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E7679-687B-46DF-9D10-69042EB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A0851-DB47-41B5-BADA-548CF4D8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8e9f3267844fe0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5ED36-68D4-433C-BEB1-C5C0681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eb512175024b03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04302-137B-497E-9C7C-47C7A4A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c76bec456d4ce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925079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E0496-27E1-4D69-8460-0704DE47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70548-FE0E-441C-9158-37C39DC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7CC1-FDA8-4575-8A2E-164820B4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F1366-07D0-4998-945D-CD65CB99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这是微软官方 AI 学习网站的个性化首页。它不会只展示一门固定课程，而是根据学习记录和个人资料推荐内容，同时保留搜索、播放列表、证书与学习报告等入口，适合作为持续学习门户。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B063B-15F2-45E8-B03B-D4CA0E6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B0C83-4922-432E-B8F6-77E9D37B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d0e9c900f4045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A36A-F8A2-48C7-AB47-693C624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42943-BC9D-4FA7-BFA6-14E73975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214DA-9C70-44E6-BA6B-6D1A53F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3A76D-4F5F-4350-ABA3-E8F426A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2CA55-FF10-44B0-A057-CC201881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6e178dac7b47ed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79987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E5D76-92FB-4314-8DDB-95535420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7532F-06B1-40C2-9679-E5D0AC1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3B8EE-7A9A-4742-9E5D-3A0D883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BBEF7-9028-4B3B-A07E-39C86C3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1B61F-0A55-4CBE-A0CF-1B7592B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07DCF-5403-4BFE-95F4-04FCD516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3bf060d7f4d2d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60937-F4E2-4FD5-94AC-4669499A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BD92C-CEF3-4DEA-A085-ACC20A1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0311-BE2A-4508-BC6A-F48E5269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6F956-C74A-4CC8-840F-1C7EB5C9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3BAF8-3D04-4601-8DC8-97A0F640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130ea691b24527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618340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A4E79-6F08-483E-9FF0-6B624629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A2412-36F0-4762-BB7B-BE72DB4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3AA8D-0D78-4B7B-9D81-02BF1AF6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BB18-153A-4B7C-8226-75A3A305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1D615-CCBA-4960-A693-E76046C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6CFAF-9A92-4BF7-8595-6A00697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01022d68046fc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97C26-9702-4CEB-9C41-996A6AFE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F435B-E5C0-40BD-BCF5-942D493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D62F5-A807-40D2-8924-D032940D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023B6-D964-412F-9B01-D0C58982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EA9B0-171C-47C7-94A0-CDAEB1C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e1a604dc41e41ad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D3382-8A3A-4E67-89C5-8DD9EEE2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2687c9c8fa4bb0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18263814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43AD9C-DC96-47D3-906E-098BF45D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00E99-8D20-4285-89FD-8382283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34D5E-D547-4631-AE94-EC58CF7F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83349-7E0B-497A-935A-1958F94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562F5-92DE-46A3-9443-9EFE97B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A3EE9-129A-450D-BA50-868C9B6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86AFD-E57D-45B6-9A3A-2D4C0E5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FF22B-8A90-4C5D-B0F0-AE92263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DDC8A-0919-47D9-8215-D6BEF89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855C2-8B2B-489F-B28A-6D42E0F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2470F-FCE1-4119-B712-61303D90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5A43E-BE1C-414C-9590-48AB87B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14CE-EE4C-4F42-8C0C-C1C2FA3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FFBA9-5965-40AC-B9B5-A00EAAE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1CD04-4BA4-4073-B603-304F0D0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A7D31-2DC1-4F80-A893-C922A1E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95DAE-5C2A-41AA-90CD-2DEE5A1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8A08C-68A6-4516-81C0-A0E7BBF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87BFC-1DA8-47FE-9A52-C77192C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83030-F013-4C2E-8CE0-2CBE07BA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9AAD0-71B0-4D8F-9623-D18ECC1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1A6B0-3801-44D6-9CE7-8C3ADEA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B5DED-C6C9-45DE-8FA5-0EEEB0C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72EE7-C574-4C59-A679-9E90623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1C701-0151-4A8A-8B7B-A86578D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4A932-AE13-4134-AC82-ED87E34D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69A61-7A5D-47C4-9DBB-939B075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91549-28D3-4276-87BA-A2B1779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915E6-CE9B-47B8-8B49-4E3E8152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D4B6E-4BFF-48E0-A478-B717766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6FEFE-4D2C-482A-B2A4-D210131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8AFC0-9A90-46C9-A3D9-B04CEDD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DD03E-BCCB-45BA-B790-68C0E6E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A86C5-1C9F-4D72-9007-52F62E7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32C03-88DD-4157-8EC7-EE943D0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7F09C-5877-4FE9-A1DB-D4DFF42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986ED1-1D1F-43BE-A6AF-8E581D6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D8B91F-E703-4AD1-86B1-1C04E02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a7e312d3f84c2f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9804118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3007A-9FE7-4252-853B-CE2D56C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E7A2-C033-4DDE-82BF-59E3DD11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04CB9-D359-4F7C-8EEF-FB7D646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84CBA-20BA-4356-84AD-9099E740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97B83-BDF2-452F-B26F-D4605BE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6B305-79B3-4A53-B674-7F2C25A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DB6AF-0DA0-4E11-8078-05740B17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352D5-0504-4C41-A59F-0D1D1883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6D6A3-3151-4369-B708-30AC47E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81ED8-5E39-4446-9C73-5E40A89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4967D-8413-408E-8405-8FE72427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8D62D-D244-4D6F-B46D-081099A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50825-57DC-4AB0-AB41-E88698B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3BABE-0349-40CC-9A3D-0BA8BA2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B65B2-7506-44E7-BA37-11DE675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78510-00FB-4C89-B96E-601B0F08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D1C9C-16EA-431A-A199-B9F21C65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544EF-F9AD-4AD4-AA97-F55E778B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44C53-799B-49AC-BCD5-FE17E62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757A6-62AA-40B5-91EE-4C3F4CC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4D0F9-CB10-47B3-A68F-6E46825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ECD2B-C382-4D1F-94D6-E4497BC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5BB32-BCC6-499E-AF99-C9A8AA0A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B12C2-4EAF-4815-BDA6-6C287A2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A05F5-EE39-451A-BB53-DD6DCE4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2F019-63B8-420E-833F-FC49B86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76278-6935-404F-B54C-4BD2F1E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df3fb1670b492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807368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C1390-05EC-4D64-8B13-5E067632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9221A-6134-43AA-B035-29C0181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87909-EA7F-41B5-8B5C-69A9F9F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809B8-5938-4A1F-B6B3-7B3642E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4DDDB-552F-4163-A1E1-1772C1A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C522D-790D-43E6-8ECA-94ABD86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C0EE1-A439-4F8A-9DCD-C46C5D7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5925E-9252-4D1B-9BC8-7AB83EB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E6856-B182-4AEC-81E1-DC42A2B5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44570-E803-4E85-958A-61EF2495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0C8D8-54AF-44E4-AFC5-18BD5DA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BB5C-8A57-4490-BABA-BE40E8F0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53AB0-4212-4A51-982D-7F70823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B514D-D81B-4617-AEEF-43E4F2F0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0A0FF-ED41-460D-A67C-16BEEA01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184DC-3D55-49DB-9715-66F66EE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2D531-A138-44DC-BD8F-33B5306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0EC7A-FC68-4F7C-B841-0822438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39EAE-FF70-44B1-AA06-AE0D192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d4509b4c1743e8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4051299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B2A1-42DF-4225-A7F2-EED39513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5312F-72D0-453F-B138-00FD38AE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14C2F-74FF-4EC7-BF0E-49A6002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68650-D9F4-45BE-B56B-2FEE49B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C65E-3C7A-4929-90B3-F8B6242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2535A-77D6-491E-9328-F00CC95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19F5D-59C8-4D39-8C91-715751CF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58491-9D89-4DFE-9CCE-A04887EA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03C13-755D-48A2-A085-C041249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59013-1E9F-498D-B924-67EF9F5E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881de20995841c2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518583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5AD5C-7D3D-44F9-8A46-1CE3E1D5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364C2-4156-417F-A23E-8360ADA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C7B0-8D30-4BB8-A6A4-C6C9978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4ADB-696B-4068-B065-C6AD1C1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4154B-0502-4125-959E-3074D19F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4E968-9E67-4916-BE53-C47B2EF9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266C4-65DC-428D-8BCE-B731388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3E152-ABC8-48CA-BDCF-35664C2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96915-E586-4A09-A74D-0CF6A01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458D4-B584-49E4-A635-00659851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b5830202844f95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191592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B22FC-11FE-4471-8575-1F9B0D7C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DBE7C-602D-4D7D-B240-D87A876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241CE-F8AC-4768-B3F8-0581DAB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3FD1-CD3C-45C6-83B4-8D7334F8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8EC24-24FD-430E-93BF-6D9E068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45C3C-61CE-4207-93FE-7C1A82CF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C8105-7A51-4DBD-81C1-A74DEBC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78D74-0F99-419A-AF38-421C9F95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3CCA7-C142-43FF-AC7B-E23A0988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3B0E0-6DEC-40A0-9D2E-DEBF338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C5B39-FFA5-4015-8479-2654D32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D516F-163A-4501-AB0A-7921387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C3A3C-A258-4C11-B582-4EE00887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811EB-20EB-48C8-B1B3-E01D3D7C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8E171-96BA-4B41-AE12-7C56585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A1B74-4A17-4C60-8C77-4EBA53F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014B6-3315-4A5F-8B8C-BBC5A85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B7303-8DCE-4DCE-92F1-15D90531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ED25E-EF35-447C-B2B2-D6D5570B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0D6A2-669A-4293-898F-4F0A63D1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96AF4-B1BF-41D7-A430-838272B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FC135-6D28-4DB3-914B-458C406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4A943-B75A-4B72-8506-E3889960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10A7E-47CD-418E-9FEF-9A5C26F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1CBAD-01C3-4422-91A1-721E755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62361-AF22-49FC-8F0D-5B1B4C2B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BF87C-7A55-4D5C-B426-42B5E08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79217-3A1F-49E0-AAB6-894686C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DDC6E-C077-4691-88FA-C3903F2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5BD0F2-8E5C-4C61-8BC0-F87EB90C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4C614-6E87-4F8B-AF52-BAE0C089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1E1AF-5D71-4378-8F8F-C06D51F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97e085426f45fe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2021138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115CC-8F5C-4E5D-A648-B405CA6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12771-3864-474D-8A41-7685EEC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5D083-F9CA-4051-8337-6D427E0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B2A39-B080-4D2B-B9C9-52B2A06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8F8C-1303-419F-BDA1-87D6AA1C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41E83-9E86-4989-BC84-76C299D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40C1F-DE39-40E9-B199-B4214747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FF883-387D-4817-9EB0-17240E19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AD700-8C08-4C1B-9EC6-B882C33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EC5F-F800-457B-B400-347F13F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99967-9657-4B95-8ABA-883B13CF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D8611-A26C-4BFC-BCD6-BA3ABAE8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7AE80-4462-4363-8593-3B6C813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6F0A2-C99A-4857-8B19-231103F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9D636-22EC-4CD8-8B45-FA00165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8F8EA-9147-4623-B884-7760FE61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DBA5F-7994-4F5D-9CAC-BD1B309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00884-B3AB-4D16-B42F-F2E3CF1F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852F7-A22D-4EB6-99E5-C6B0F71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4BBFB-FBC0-4B43-84CC-AF141AF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C8E88-41F0-427D-9C77-DD85DE0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A9BC3-9855-4B0D-A8ED-006A2193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DBE2F-F4DC-4642-B7CF-92FB86AC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0a09d8e97c4d54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6600352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DF713-7B74-4FD7-AE49-7C58CAD9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100D6-A91E-4E21-8842-042534F6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6949C-B9D2-4622-8523-3808476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B3177-5C66-4D8E-AE84-87D556B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7BEDD-F7BC-4CCE-B1EB-7C485D0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DD2BB-F848-4E9C-ACC4-1EDFE3D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1792cab3c46fd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435C4-AEAE-454E-AF0F-8062B1D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42ADD-9BBF-42E3-BF39-C5DA729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1504E-4D18-4DFE-A143-777331E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70517-BE89-4ED8-9040-2731539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6716D-2778-4875-B28E-56404B5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f7b0f96db1415f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278876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18360-2375-4DFC-87A7-5625A21F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7F6C0-3D23-4F3D-AF8B-83BB9DB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E359B-B84A-4BF8-B921-39697EC3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FCA28-27DB-48A0-93E1-3763DCA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F69B4-2744-4AE1-B7C0-34B8D68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9336-AF07-470D-9B59-6539CF7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9D272-8F7F-4F5B-B5EB-2D75300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E0D4-C33D-42F8-A405-0927769F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F233F-A0E9-4993-8B45-96880EB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A4B92-DC4D-48C3-B4C1-E3F0BDED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E8924-4FA1-4D32-8DE2-22094E5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4821D-2FD7-43F5-AD03-7B71380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17307-79F2-4DE4-A898-B0A3FF5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28117-4BDD-454F-9B3F-18ACB53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6BB7F-6A9D-401A-B201-5AE860E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3BFB6-A436-4B8B-AE7D-99474F0C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EE09C-3565-49E9-BB13-FC6238AF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DF825-2B3B-4642-82D6-C587856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0E48E-F77B-4986-A9C6-FA4622D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E0262-C6C4-43D0-8FA0-28A94ECD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E0B57-B005-46D5-A4A2-4FDCDAC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8C38A-4779-4422-B6DA-3B182C5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7a3662ac194359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1894709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CCEDD-8D5B-4A8E-B9BE-8B7D8CA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5A258-0BDD-4338-85A7-109B78E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0DCA9-FBA5-41A3-ABFF-1CC9613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E354D-9D96-4E88-85BE-431723FC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5CE00-2673-444E-8949-1F6CC3BC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0EE17-0094-4744-930F-6075A4CE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11955-F03E-4E30-B0F2-93E08999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F0A17-0E16-462E-A1A4-258977D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43D90-0EC1-4870-96E0-2E690D6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19260-E0BD-45D8-BA6B-662AC999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7BAEA-2E0D-4CA6-9052-7CB8EBDB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5a03ffd0254379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2291113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E0962-2939-404D-985F-0E069EEE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19B7C-C7D2-4C1C-94A7-0D4A78DB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D6715-A399-4D95-AA49-91AA2C4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A67F8-F6AE-42A8-B6A8-589DDFF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7C52-0D60-41F2-87CC-EA7D822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69f710b92c4dfc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CF7C6-BC82-405C-A533-C237E02A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4e5bd8a8214f0b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D742D-4598-4D59-B905-1379480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0a656846f84804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445576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B0EA0-C6B9-4829-A923-07233EC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6650D-FB39-465A-8027-6960DF3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75B1B-0E8E-4B40-B960-74F9498E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5151-0E98-44BA-86F8-4C9B22C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10D36-1AEB-4DA7-A68C-DDF6DCD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ED1E2-A18D-4218-A235-B2896651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6de13f3654385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DCFD7-2D3C-4B9E-B071-593F9F0C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7BBAB-5458-4543-B419-710DF706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3D0EB-E5A4-4449-9F1F-7F15631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531A1-A45B-4346-9498-6E30B6A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B944B-9452-4FCE-BF57-FA4E4CA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4522fe513c4450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B67D0-D5F3-4DBA-BC6E-A4582389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771ce46b774fa9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6742310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F0AFF-626A-4EDB-A73C-0A0E5E3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140EE-28A9-4898-9D1F-BD0720C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B9E46-3582-454B-9BD6-01777D1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00125-96AC-44FF-A0A7-AB1E2B2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ECE26-1854-4D88-AD6A-6B73C197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CD48D-36BD-4802-A124-0FDECF94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2C019-F5D7-49AF-934F-6FF62FD5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7D684-0506-4F37-8A53-99CB21D4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7F324-664D-4D25-B547-9B945D0F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6943-3297-4E8B-A5DA-91126FE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79A6-D96D-431B-8468-A98A7D95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A11A5-FA49-4EF8-A85A-8265C731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4E00A-1FDC-421E-A383-4E8F3DD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8E791-A00A-435A-8CB9-7E12749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1235E-309E-4C6F-838F-8D491B6C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DFD74-9461-43FB-87BA-01D4CA4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5D8C0-81DF-4A28-B3A3-EF7D677E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DF086-C3E2-4FBB-953E-463028D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DE3E8-8655-4C37-998C-1C894B3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105EA-B206-4F17-AA1B-6900F25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77AA2-260B-4423-9904-85800729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E2576-F793-4685-93A4-515E26A1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20EA1-D37C-49F7-ABB0-39DA2536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0FBED-F50C-4C22-A3D3-8ABC680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F37AD-D31C-4F2C-92C8-910B7E2B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7E949-5A5C-4E9C-821B-BD140DD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C2D81-770B-4303-9058-EB39469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6cecf409ae4a89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C4B4D-7DCA-4E28-A22F-60D5D6AB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7cf0dc60234763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AE2C2-FD5E-481C-B156-949B2DA3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ccc326a1be14528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27434-6BCF-4B68-8DB0-4922A62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889dd7c88a4e55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3503753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DC455-37AC-42F3-88F2-172F94BB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A4069-DA9A-459B-9323-A9A573C1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9F133-0B58-490C-8607-0A61900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CC94-B9D8-44B4-B225-3CD68645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E05A-FCC3-427B-8215-102212D6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E73E7-A3FE-48EB-A8DB-514686B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cb2a389bf43b9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EB40C-7985-4DF1-ADF9-2D7127BF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CAF4A-368F-42D2-989B-5404FA08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8D36C-91B8-40A2-8686-D55BE95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215F9-0E73-4FC1-AFC0-F8FFF77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FDA22-9E0E-4717-BCFA-5ADB2887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511c797ea04e72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18152544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A56C2-F961-40B9-923D-A749173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B3F58-194F-41C9-B6A8-1EBF8FA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02DC-EC36-45D7-80BE-F9A419D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A26AB-3F69-42C2-B122-6409E4F2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661A9-EB3A-4A7D-AB57-9FF0EF7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1A542-18DD-427B-9EDC-C6F810A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b415b6ca44b92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6AECE-D20B-4127-826D-F4E25EA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E3EC8-215F-4B99-B0BC-7194D49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8BBC4-2DA6-425A-837B-F86AB4B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152DC-BB0D-428F-8D72-356B9AC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228B8-13FC-4128-B232-F819C86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b8f11b3e9e4800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814077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AB3DB-3CD1-4954-A9BC-96623C49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AAD13-8F53-4146-A542-3113EF72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CB0B9-4303-457D-876C-27EED9A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7BD9F-1D7F-46D9-9FB6-D3FF4897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54404-CEAB-492A-AF3D-861EF08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E13A3-E4EB-443D-B149-D55B77D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736b26a004d4e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3EC95-FE6F-4A62-B444-FB379E9B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1B1D1-50EA-4002-A8AD-B04D8A3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CFC7D-E4A2-4857-9F64-D493F68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258C8-0E6F-4F7A-9FE5-6A561CA2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656B5-26C8-4464-94C0-BE5DD105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5cb4efd84648e6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9998413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467BD-E468-4AA3-AE03-963A4F4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19CF5-6927-413E-A963-A4F6D61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16719-8458-4EE9-ADE7-42EAF38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DEE0A-2A0C-4924-8C84-915956E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D09E8-44AB-45CD-9F25-1FA75B6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430B4-EFDA-463A-A50D-59A3F801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830d1df2544b2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0528C-B10E-4E8D-998D-82984C9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49372-CBA5-477B-8948-7606302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05D8D-2433-4D28-8F61-A02807B2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C8090-5718-4C4C-A05D-7F09A5B1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27388-F054-4CBB-AFC5-97460D8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cc657066b14aa3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9971832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34B0C1-CF5C-408D-BF4D-86590961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6F2C0-5941-4D25-B5F9-3C0C71B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25E0C-8525-45E7-A968-9DB8500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5EED9-EABA-4A0B-B932-AC2B2B16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F3D5C-FA13-4674-885D-2491C399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8C642-378F-4647-826C-38CC37DA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AD31D-9A78-4BC7-9DC3-B2EB4D0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A97CB-15D4-4783-A213-67A70CD3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9D70A-1A2A-49EC-9DA9-E3D7320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1EA6F-5822-477C-B1D7-1BF3DC76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16B12-7F16-4363-9841-8C2E5B9B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AC335-DF3F-48E1-BCDB-6BB11BB6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59CCC-AA28-4A58-9FDB-FC6A8C3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1B3B9-DE69-4CE8-96F9-B78A940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6C5C1-8665-48AC-A39F-BEEC262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AD7B0-4AD7-4430-B3DF-8B6D002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C1193-09FE-44EB-95D0-09C2333F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A3FA9-8972-4382-8044-9C59E7A8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D92EC-94AA-4183-8909-1B6443C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542C9-5F5D-4D0A-B115-B4BBE2C5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646C5-ED93-4EE6-B724-5E998E8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3E77B-FE1F-42F5-8604-2533ABBB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60327-AF91-4988-AAC7-58A61EAD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17D0E-B5D0-49AB-8A4A-759EC297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15492-DF9A-456F-A220-03F094F8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038CF-4266-4415-B5CC-CF5E1DCD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8AD3E-6E8C-462C-9F31-36DE53D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2224D-217B-4420-AF4A-B1C94FE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1D7B1-1BED-4019-A5FE-21536F8E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00E9D-D82E-42CD-9552-87B5A0F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ADE89-0E69-4B58-9527-FDB2941E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B358D-36FE-4593-9089-CF03508A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E7FE9-6857-4908-BCF0-B944A40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08B9C-8785-4E47-AF4F-BAF8472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D471E-7D34-4F27-8C43-37F809E9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B88D47-3808-4A8D-9AB5-6CEA7644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3D075F-64F9-46E6-801C-6AAF288D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52be4492e3444b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0795530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4F47B-FE2B-4045-A25F-A0FB80A2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55DD8-D921-4522-A374-B791FA0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6D245-6DE3-4F83-B02C-EF21FADC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E702-FAA1-4B65-AB94-8241ABD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321CA-FFC0-40F4-8E39-4CD93BD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5409-935F-4453-8462-BC9A9DE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89f060d9f4346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07AD1-83D1-474F-B62D-1A0CC5EE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3E2A0-01B9-4F4A-88FD-DC74EC4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526BF-FD55-4562-A598-7631862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B9ACC-6678-4C1D-B380-2D26637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4D1D3-2B98-45EC-80D7-EA78933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fbf489137a456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221660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CA309-9B56-4F18-9872-A610D9F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AB966-274A-41BB-B5C3-7E3C4A59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B7BD2-D758-4DDE-8254-BB2DE7B5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4DB34-E5EA-49B4-87B3-F682647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20668-0D58-4CAA-862F-FB72425C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A660A-5609-4D4A-9D17-32D26A3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45a425104193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40CA9-FEB2-463A-A32A-249DBF0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826F1-C0D1-49DF-84A6-D3456318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FFB44-2B6A-4AE5-A898-824D21D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F05C3-4F9C-4E17-8CD5-4E00644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2B376-4E4D-499B-8C51-6FA4F9AE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dc888d8a054a4f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2835066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99795-5DEF-4364-84F1-173AA249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EDB54-5B6E-4C29-B321-0EC75DD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72C9-0DF0-470B-A7A2-2050527C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09A73-6A76-45F5-8BE4-7D4F056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44635-D6DD-4E6B-A7A2-EBA5D37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49DE0-A2E4-493E-B1C5-F955283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39cc1d6734b66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BE5C0-FCD4-4B14-A580-ABB31A7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53E9-C687-4398-B944-96DBFC4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62DEB-3946-48B1-B0FC-891D3BB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3C2FE-408D-4E78-98B3-60D6B3DF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29E59-9CFE-41CC-A4D0-D9A24E2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ed920b6bf84ef6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3118988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8C6DF-7723-4693-A84C-35C1040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F3EA0-4DFE-4343-B2C0-C712FAC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8B300-CB7E-4820-ABA6-C01D1E1C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8E939-9347-43AC-A618-508E6218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001E8-C07B-4A2A-A453-E263A118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48727-6758-4020-BC51-37067DC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cb6bc09674204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59001-C2E1-4E8B-B945-E849EE7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5A662-A18E-445E-9A39-1092529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70F12-1922-4160-91B0-606332E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D1191-1497-4A47-A5A1-DBDEC43B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342DC-FD02-4F79-890B-7965752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3f48125f3642ee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4868891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C5E2D-1D72-4E2B-9784-200821E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2CD1E-2935-46E6-9F72-AA7782B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4ECD8-3E7C-4B62-BAA5-65385962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162A-E4FE-4638-81B8-E32A6C9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34ED6-CED0-4A50-BBD1-A558987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1D9EC-AD56-4D2B-B963-5CFB8582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10e6c9f964d12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DBFAE-3F91-4E1A-961C-AC673D8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97452-73D8-4D4C-B841-3C44A63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E536D-00C8-46DC-A6B4-D037A0F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EE7C6-0F7C-4E79-AF8F-09FD4E0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0F357-F42A-4B8C-88E6-AAFA7739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d052c8009a7465a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9293991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33725-D91A-44E3-914A-56CF156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C7315-21FD-4000-A197-5D41099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304C7-1CD3-48C2-95CF-B63EBB1A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7683D-D530-4104-BE35-94A0EED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6DEFF-987B-4E7C-B677-6B4357C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CA324-3674-4CDB-B8C9-A0BDBAD4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3836776284c90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E0E6-CDFF-4A0B-8577-CF57C910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9B14B-67D4-4CA5-8FD5-07244C3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01C5C-FF0B-4C75-9C6C-EFA1490E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C0CBC-7783-4C5A-A5D8-5ED836C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A05B8-2FDD-4AC3-9EBA-C3E3BE5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b4451534864611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8689609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7EB94-AAF4-41A5-8BA3-EFC7D91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DE878-F77F-49F3-8821-6AE49C3C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F7D44-7F86-48DB-9D22-F0DEB93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5087C-8A6D-43CD-8913-8C6BE74F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7558F-8926-47F5-8732-6742008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C0A1C-4D52-49F4-A357-78D27BD2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2ccfae8924480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70C46-5273-4D4C-A6B4-DE8D07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A291-E901-4799-B28F-FC535DCB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86BDB-1384-4892-A1FD-A8E68320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44A4B-0BA6-4807-B5AF-CE835D8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2435-08A2-487B-9120-D4C6A7DA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3e389cecbd4951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294174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674C1-C87B-45BA-8426-0BDE063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8359B-ABF5-40D1-95FC-078BB7E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F983A-72A0-4DE5-8291-E38A604C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2B73A-B669-49B8-A153-2FFD5242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E2CDC-95DB-4BE3-B65D-6E1A06F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3BDF4-C50B-42B1-A3D0-39ED05D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cfc53a314965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0C58B-56BD-48A7-A5DD-94713DF3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D6125-1749-4532-8048-B35E99D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DAA3A-EB22-4AD3-962D-0CAC54F4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D4966-3615-4B51-A75C-971CF9B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D4C3F-ADCF-4D3D-ABB1-19BB92B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1f670236f943ef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7428131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22B14-D5BC-4051-9F06-721A6F13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F83A1-EF59-400B-B1BB-B939081F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BAF51-9B91-4D1D-A296-15EBA749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E0830-2267-4AD4-8448-B59A4A43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49C30-8BAC-4B19-85AA-BE4DB06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87C1A-A273-41CD-B6ED-BD7BED36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936EE-1A2C-45E6-9069-C879085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42480-BC21-4E68-B60A-106F0592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D0096-3E0C-4701-BFD2-5280CC0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76eecf1ea04007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07C96-25A9-420D-91DF-C8308B1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fe8b02690c433a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D2E3D-689C-4350-A326-CBF63E7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7c6e4ad29d4a26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36293-21A1-4465-A9C3-A8B478F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88353661c0c44c2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E9583-CE2C-4FA9-8732-0253A52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cd980a1f7647df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8892704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3D62AB-5845-4E07-BFFF-896DFBB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7ADDB-A057-43AD-B62B-11148DA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26220-4C84-4758-AE40-3096FD1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Network：四类角色共同推动 AI 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B7D13-EB78-46CF-914F-5D43701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从战略方向到团队实践，四类角色分别承担决策、组织激活、业务推动和技术连接；下一页再查看各职能与市场中的 AI Ambassador 名单。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2F4D5-482D-4C9A-8ABC-9F057DB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AE487-422A-48F6-9398-BC8BE80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BABE9-0409-48BD-8EAE-0F443BD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53743-9529-4EA7-A58D-BAF17044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2FE2-ED95-4D14-BDAB-5CED9E2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C9B13-8A00-4523-8B36-D1305BA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7153F-5E29-41B5-B4B3-82079845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B96DA-68C2-443D-B2D2-E56A52B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CAFDE-2F3B-4833-A5BF-11E3006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F2AC4-E068-4FBA-B528-AA47083A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F40DD-50AC-4ADE-8684-4441358E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5EB9B-0A54-4564-9C61-FF52ADE5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4220C-A21E-4873-B390-C207923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BB7A1-A065-4D83-AE9E-69EC293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激活组织、推动参与和变化管理，帮助 AI 认知与应用扩大到更多团队。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6FA7E-7429-44FA-807C-93BB506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14621-0DA1-44C4-BD73-44DA419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76CFB-2C9E-464F-A027-1B585CCD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0B261-390A-4CE3-9322-C594C66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10952-D550-4CBC-B55C-1B03112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3923E-B7A2-4C8F-A069-BDF8208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1F577-DBD4-44DF-BBAB-FA150E1A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31D5B-3420-446B-89FD-4CD117A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9DC62-F814-4968-8EAC-A049153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96E8B-8959-436F-83C1-1CABAD9D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42F7D-8A2B-46A6-8E74-D3F83E4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DA772-C74D-4DE6-A953-C4FCABC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连接业务需求与 AI 能力，提供技术支持，并参与落地、运行和持续优化。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22944-A3A4-4543-A609-6C408BF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97d49304fb4389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10E8D-8F82-43EC-87EC-B08529E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d884bcbef84b71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22143533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649EC-1984-466E-92DF-6530766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9CE9-17B1-411E-888A-CB70685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73531-382A-48D8-98AA-33718CF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01F4-876E-4F16-B414-FC3E327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图片顶部说明 GCR AI Ambassador Representative Chair 为 Alison Gu，网络规模为 24 FTE。下方表格按 Function / BU、GCMT / Function Lead 和 AI Ambassador 三列建立对应关系，把中央学习资源与各职能、业务单元和市场中的实际问题连接起来。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B854F-4FAC-44EA-8107-FCD64A90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26FE1-D251-44F4-9B86-4FBF473D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9e79357bf48e6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C2C9B-CC19-4520-B1AE-7D07825C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CFDA5-B403-4EB4-AEC6-18A837C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F7E85-AC45-4F1B-833A-4393CE8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89FA6-6C47-498F-BDFE-FA25D7A0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2525E-9DF3-4AF4-844A-80511247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4c738e2ca943f4"/>
              </a:rPr>
              <a:t>回到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B0DB3-9DF9-4D3A-B85B-D607393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9fd21ea67f4446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264675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2026-08-25T08:00:05.5210000Z</dcterms:created>
  <dcterms:modified xsi:type="dcterms:W3CDTF">2026-08-25T08:00:05.5210000Z</dcterms:modified>
</coreProperties>
</file>