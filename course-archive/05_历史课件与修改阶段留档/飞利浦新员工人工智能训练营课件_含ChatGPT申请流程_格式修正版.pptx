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84da2c66d41c7" /><Relationship Type="http://schemas.openxmlformats.org/officeDocument/2006/relationships/extended-properties" Target="/docProps/app.xml" Id="R5e565b94b99147e6" /><Relationship Type="http://schemas.openxmlformats.org/officeDocument/2006/relationships/officeDocument" Target="/ppt/presentation.xml" Id="R08b9f9ec3293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26122b7754e92"/>
  </p:sldMasterIdLst>
  <p:notesMasterIdLst>
    <p:notesMasterId xmlns:r="http://schemas.openxmlformats.org/officeDocument/2006/relationships" r:id="Rf03665bfe7494a4f"/>
  </p:notesMasterIdLst>
  <p:sldIdLst>
    <p:sldId xmlns:r="http://schemas.openxmlformats.org/officeDocument/2006/relationships" id="256" r:id="R4f2a715796374010"/>
    <p:sldId xmlns:r="http://schemas.openxmlformats.org/officeDocument/2006/relationships" id="257" r:id="Rcbda7dda24964ac1"/>
    <p:sldId xmlns:r="http://schemas.openxmlformats.org/officeDocument/2006/relationships" id="258" r:id="Rdb8e9da903de47a5"/>
    <p:sldId xmlns:r="http://schemas.openxmlformats.org/officeDocument/2006/relationships" id="259" r:id="Re479d3fc21504b5a"/>
    <p:sldId xmlns:r="http://schemas.openxmlformats.org/officeDocument/2006/relationships" id="260" r:id="R7ee7cf0bbc17429b"/>
    <p:sldId xmlns:r="http://schemas.openxmlformats.org/officeDocument/2006/relationships" id="261" r:id="R29d62f003ca74ef3"/>
    <p:sldId xmlns:r="http://schemas.openxmlformats.org/officeDocument/2006/relationships" id="262" r:id="R650c17a594eb4667"/>
    <p:sldId xmlns:r="http://schemas.openxmlformats.org/officeDocument/2006/relationships" id="263" r:id="R03de3fcca6314c5b"/>
    <p:sldId xmlns:r="http://schemas.openxmlformats.org/officeDocument/2006/relationships" id="264" r:id="R8220752c18de4b0d"/>
    <p:sldId xmlns:r="http://schemas.openxmlformats.org/officeDocument/2006/relationships" id="265" r:id="R9ba8734014fb4e0f"/>
    <p:sldId xmlns:r="http://schemas.openxmlformats.org/officeDocument/2006/relationships" id="266" r:id="Rab27f1dac9c94180"/>
    <p:sldId xmlns:r="http://schemas.openxmlformats.org/officeDocument/2006/relationships" id="267" r:id="R5a31352c6be545df"/>
    <p:sldId xmlns:r="http://schemas.openxmlformats.org/officeDocument/2006/relationships" id="268" r:id="R08e06736c08c482f"/>
    <p:sldId xmlns:r="http://schemas.openxmlformats.org/officeDocument/2006/relationships" id="269" r:id="Re84c64294d834487"/>
    <p:sldId xmlns:r="http://schemas.openxmlformats.org/officeDocument/2006/relationships" id="270" r:id="R77e1fac282544b2a"/>
    <p:sldId xmlns:r="http://schemas.openxmlformats.org/officeDocument/2006/relationships" id="271" r:id="R10d6df78b68a4b4c"/>
    <p:sldId xmlns:r="http://schemas.openxmlformats.org/officeDocument/2006/relationships" id="272" r:id="R43919d3fefb7408e"/>
    <p:sldId xmlns:r="http://schemas.openxmlformats.org/officeDocument/2006/relationships" id="273" r:id="R96f8d55336f847c1"/>
    <p:sldId xmlns:r="http://schemas.openxmlformats.org/officeDocument/2006/relationships" id="274" r:id="R21fc9aad1323421a"/>
    <p:sldId xmlns:r="http://schemas.openxmlformats.org/officeDocument/2006/relationships" id="275" r:id="R08530263235f4293"/>
    <p:sldId xmlns:r="http://schemas.openxmlformats.org/officeDocument/2006/relationships" id="276" r:id="Rca0302698ffc4961"/>
    <p:sldId xmlns:r="http://schemas.openxmlformats.org/officeDocument/2006/relationships" id="277" r:id="R30fc8871e005492a"/>
    <p:sldId xmlns:r="http://schemas.openxmlformats.org/officeDocument/2006/relationships" id="278" r:id="R202d5e3f03384dc3"/>
    <p:sldId xmlns:r="http://schemas.openxmlformats.org/officeDocument/2006/relationships" id="279" r:id="R13b41dfeb4e845be"/>
    <p:sldId xmlns:r="http://schemas.openxmlformats.org/officeDocument/2006/relationships" id="280" r:id="Ra0258c25b1ed461c"/>
    <p:sldId xmlns:r="http://schemas.openxmlformats.org/officeDocument/2006/relationships" id="281" r:id="R4130f6dbca5d431b"/>
    <p:sldId xmlns:r="http://schemas.openxmlformats.org/officeDocument/2006/relationships" id="282" r:id="R80974dbc89194e9c"/>
    <p:sldId xmlns:r="http://schemas.openxmlformats.org/officeDocument/2006/relationships" id="283" r:id="Rb0c7e78abd144250"/>
    <p:sldId xmlns:r="http://schemas.openxmlformats.org/officeDocument/2006/relationships" id="284" r:id="Rfb347cf8229f48b5"/>
    <p:sldId xmlns:r="http://schemas.openxmlformats.org/officeDocument/2006/relationships" id="285" r:id="R484894248f8e4bcb"/>
    <p:sldId xmlns:r="http://schemas.openxmlformats.org/officeDocument/2006/relationships" id="286" r:id="R89c025a4390947c4"/>
    <p:sldId xmlns:r="http://schemas.openxmlformats.org/officeDocument/2006/relationships" id="287" r:id="Rbdf6b8b33b7943ec"/>
    <p:sldId xmlns:r="http://schemas.openxmlformats.org/officeDocument/2006/relationships" id="288" r:id="R061ee8bad7f04f45"/>
    <p:sldId xmlns:r="http://schemas.openxmlformats.org/officeDocument/2006/relationships" id="289" r:id="R23c7ff7ab3e24d80"/>
    <p:sldId xmlns:r="http://schemas.openxmlformats.org/officeDocument/2006/relationships" id="290" r:id="R4a527abbbb994b9f"/>
    <p:sldId xmlns:r="http://schemas.openxmlformats.org/officeDocument/2006/relationships" id="291" r:id="R1e7c7c288e414404"/>
    <p:sldId xmlns:r="http://schemas.openxmlformats.org/officeDocument/2006/relationships" id="292" r:id="R9b53cbdad057483c"/>
    <p:sldId xmlns:r="http://schemas.openxmlformats.org/officeDocument/2006/relationships" id="293" r:id="Rbd8ac979bd8c4d03"/>
    <p:sldId xmlns:r="http://schemas.openxmlformats.org/officeDocument/2006/relationships" id="294" r:id="R9b44fe26f5244187"/>
    <p:sldId xmlns:r="http://schemas.openxmlformats.org/officeDocument/2006/relationships" id="295" r:id="R7c1b8d75146e47e9"/>
    <p:sldId xmlns:r="http://schemas.openxmlformats.org/officeDocument/2006/relationships" id="296" r:id="Reb769ed35aef4fe6"/>
    <p:sldId xmlns:r="http://schemas.openxmlformats.org/officeDocument/2006/relationships" id="297" r:id="R6807b69d098b40a0"/>
    <p:sldId xmlns:r="http://schemas.openxmlformats.org/officeDocument/2006/relationships" id="298" r:id="R909b21d380604483"/>
    <p:sldId xmlns:r="http://schemas.openxmlformats.org/officeDocument/2006/relationships" id="299" r:id="R6799b27723be40c4"/>
    <p:sldId xmlns:r="http://schemas.openxmlformats.org/officeDocument/2006/relationships" id="300" r:id="R73c0814dd5734474"/>
    <p:sldId xmlns:r="http://schemas.openxmlformats.org/officeDocument/2006/relationships" id="301" r:id="Ra7ac2c0371584517"/>
    <p:sldId xmlns:r="http://schemas.openxmlformats.org/officeDocument/2006/relationships" id="302" r:id="R08e230fed569419b"/>
    <p:sldId xmlns:r="http://schemas.openxmlformats.org/officeDocument/2006/relationships" id="303" r:id="R59a401241f70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f839f7c62e4b6a" /><Relationship Type="http://schemas.openxmlformats.org/officeDocument/2006/relationships/slideMaster" Target="/ppt/slideMasters/slideMaster1.xml" Id="R2f526122b7754e92" /><Relationship Type="http://schemas.openxmlformats.org/officeDocument/2006/relationships/notesMaster" Target="/ppt/notesMasters/notesMaster1.xml" Id="Rf03665bfe7494a4f" /><Relationship Type="http://schemas.openxmlformats.org/officeDocument/2006/relationships/presProps" Target="/ppt/presProps.xml" Id="R5cae12200a174219" /><Relationship Type="http://schemas.openxmlformats.org/officeDocument/2006/relationships/tableStyles" Target="/ppt/tableStyles.xml" Id="R3832c54683f34a97" /><Relationship Type="http://schemas.openxmlformats.org/officeDocument/2006/relationships/slide" Target="/ppt/slides/slide1.xml" Id="R4f2a715796374010" /><Relationship Type="http://schemas.openxmlformats.org/officeDocument/2006/relationships/slide" Target="/ppt/slides/slide2.xml" Id="Rcbda7dda24964ac1" /><Relationship Type="http://schemas.openxmlformats.org/officeDocument/2006/relationships/slide" Target="/ppt/slides/slide3.xml" Id="Rdb8e9da903de47a5" /><Relationship Type="http://schemas.openxmlformats.org/officeDocument/2006/relationships/slide" Target="/ppt/slides/slide4.xml" Id="Re479d3fc21504b5a" /><Relationship Type="http://schemas.openxmlformats.org/officeDocument/2006/relationships/slide" Target="/ppt/slides/slide5.xml" Id="R7ee7cf0bbc17429b" /><Relationship Type="http://schemas.openxmlformats.org/officeDocument/2006/relationships/slide" Target="/ppt/slides/slide6.xml" Id="R29d62f003ca74ef3" /><Relationship Type="http://schemas.openxmlformats.org/officeDocument/2006/relationships/slide" Target="/ppt/slides/slide7.xml" Id="R650c17a594eb4667" /><Relationship Type="http://schemas.openxmlformats.org/officeDocument/2006/relationships/slide" Target="/ppt/slides/slide8.xml" Id="R03de3fcca6314c5b" /><Relationship Type="http://schemas.openxmlformats.org/officeDocument/2006/relationships/slide" Target="/ppt/slides/slide9.xml" Id="R8220752c18de4b0d" /><Relationship Type="http://schemas.openxmlformats.org/officeDocument/2006/relationships/slide" Target="/ppt/slides/slide10.xml" Id="R9ba8734014fb4e0f" /><Relationship Type="http://schemas.openxmlformats.org/officeDocument/2006/relationships/slide" Target="/ppt/slides/slide11.xml" Id="Rab27f1dac9c94180" /><Relationship Type="http://schemas.openxmlformats.org/officeDocument/2006/relationships/slide" Target="/ppt/slides/slide12.xml" Id="R5a31352c6be545df" /><Relationship Type="http://schemas.openxmlformats.org/officeDocument/2006/relationships/slide" Target="/ppt/slides/slide13.xml" Id="R08e06736c08c482f" /><Relationship Type="http://schemas.openxmlformats.org/officeDocument/2006/relationships/slide" Target="/ppt/slides/slide14.xml" Id="Re84c64294d834487" /><Relationship Type="http://schemas.openxmlformats.org/officeDocument/2006/relationships/slide" Target="/ppt/slides/slide15.xml" Id="R77e1fac282544b2a" /><Relationship Type="http://schemas.openxmlformats.org/officeDocument/2006/relationships/slide" Target="/ppt/slides/slide16.xml" Id="R10d6df78b68a4b4c" /><Relationship Type="http://schemas.openxmlformats.org/officeDocument/2006/relationships/slide" Target="/ppt/slides/slide17.xml" Id="R43919d3fefb7408e" /><Relationship Type="http://schemas.openxmlformats.org/officeDocument/2006/relationships/slide" Target="/ppt/slides/slide18.xml" Id="R96f8d55336f847c1" /><Relationship Type="http://schemas.openxmlformats.org/officeDocument/2006/relationships/slide" Target="/ppt/slides/slide19.xml" Id="R21fc9aad1323421a" /><Relationship Type="http://schemas.openxmlformats.org/officeDocument/2006/relationships/slide" Target="/ppt/slides/slide20.xml" Id="R08530263235f4293" /><Relationship Type="http://schemas.openxmlformats.org/officeDocument/2006/relationships/slide" Target="/ppt/slides/slide21.xml" Id="Rca0302698ffc4961" /><Relationship Type="http://schemas.openxmlformats.org/officeDocument/2006/relationships/slide" Target="/ppt/slides/slide22.xml" Id="R30fc8871e005492a" /><Relationship Type="http://schemas.openxmlformats.org/officeDocument/2006/relationships/slide" Target="/ppt/slides/slide23.xml" Id="R202d5e3f03384dc3" /><Relationship Type="http://schemas.openxmlformats.org/officeDocument/2006/relationships/slide" Target="/ppt/slides/slide24.xml" Id="R13b41dfeb4e845be" /><Relationship Type="http://schemas.openxmlformats.org/officeDocument/2006/relationships/slide" Target="/ppt/slides/slide25.xml" Id="Ra0258c25b1ed461c" /><Relationship Type="http://schemas.openxmlformats.org/officeDocument/2006/relationships/slide" Target="/ppt/slides/slide26.xml" Id="R4130f6dbca5d431b" /><Relationship Type="http://schemas.openxmlformats.org/officeDocument/2006/relationships/slide" Target="/ppt/slides/slide27.xml" Id="R80974dbc89194e9c" /><Relationship Type="http://schemas.openxmlformats.org/officeDocument/2006/relationships/slide" Target="/ppt/slides/slide28.xml" Id="Rb0c7e78abd144250" /><Relationship Type="http://schemas.openxmlformats.org/officeDocument/2006/relationships/slide" Target="/ppt/slides/slide29.xml" Id="Rfb347cf8229f48b5" /><Relationship Type="http://schemas.openxmlformats.org/officeDocument/2006/relationships/slide" Target="/ppt/slides/slide30.xml" Id="R484894248f8e4bcb" /><Relationship Type="http://schemas.openxmlformats.org/officeDocument/2006/relationships/slide" Target="/ppt/slides/slide31.xml" Id="R89c025a4390947c4" /><Relationship Type="http://schemas.openxmlformats.org/officeDocument/2006/relationships/slide" Target="/ppt/slides/slide32.xml" Id="Rbdf6b8b33b7943ec" /><Relationship Type="http://schemas.openxmlformats.org/officeDocument/2006/relationships/slide" Target="/ppt/slides/slide33.xml" Id="R061ee8bad7f04f45" /><Relationship Type="http://schemas.openxmlformats.org/officeDocument/2006/relationships/slide" Target="/ppt/slides/slide34.xml" Id="R23c7ff7ab3e24d80" /><Relationship Type="http://schemas.openxmlformats.org/officeDocument/2006/relationships/slide" Target="/ppt/slides/slide35.xml" Id="R4a527abbbb994b9f" /><Relationship Type="http://schemas.openxmlformats.org/officeDocument/2006/relationships/slide" Target="/ppt/slides/slide36.xml" Id="R1e7c7c288e414404" /><Relationship Type="http://schemas.openxmlformats.org/officeDocument/2006/relationships/slide" Target="/ppt/slides/slide37.xml" Id="R9b53cbdad057483c" /><Relationship Type="http://schemas.openxmlformats.org/officeDocument/2006/relationships/slide" Target="/ppt/slides/slide38.xml" Id="Rbd8ac979bd8c4d03" /><Relationship Type="http://schemas.openxmlformats.org/officeDocument/2006/relationships/slide" Target="/ppt/slides/slide39.xml" Id="R9b44fe26f5244187" /><Relationship Type="http://schemas.openxmlformats.org/officeDocument/2006/relationships/slide" Target="/ppt/slides/slide40.xml" Id="R7c1b8d75146e47e9" /><Relationship Type="http://schemas.openxmlformats.org/officeDocument/2006/relationships/slide" Target="/ppt/slides/slide41.xml" Id="Reb769ed35aef4fe6" /><Relationship Type="http://schemas.openxmlformats.org/officeDocument/2006/relationships/slide" Target="/ppt/slides/slide42.xml" Id="R6807b69d098b40a0" /><Relationship Type="http://schemas.openxmlformats.org/officeDocument/2006/relationships/slide" Target="/ppt/slides/slide43.xml" Id="R909b21d380604483" /><Relationship Type="http://schemas.openxmlformats.org/officeDocument/2006/relationships/slide" Target="/ppt/slides/slide44.xml" Id="R6799b27723be40c4" /><Relationship Type="http://schemas.openxmlformats.org/officeDocument/2006/relationships/slide" Target="/ppt/slides/slide45.xml" Id="R73c0814dd5734474" /><Relationship Type="http://schemas.openxmlformats.org/officeDocument/2006/relationships/slide" Target="/ppt/slides/slide46.xml" Id="Ra7ac2c0371584517" /><Relationship Type="http://schemas.openxmlformats.org/officeDocument/2006/relationships/slide" Target="/ppt/slides/slide47.xml" Id="R08e230fed569419b" /><Relationship Type="http://schemas.openxmlformats.org/officeDocument/2006/relationships/slide" Target="/ppt/slides/slide48.xml" Id="R59a401241f70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b360f220349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26bb4eb5b4570" /><Relationship Type="http://schemas.openxmlformats.org/officeDocument/2006/relationships/notesMaster" Target="/ppt/notesMasters/notesMaster1.xml" Id="Rd2733e97cc3b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14b853cae49b6" /><Relationship Type="http://schemas.openxmlformats.org/officeDocument/2006/relationships/notesMaster" Target="/ppt/notesMasters/notesMaster1.xml" Id="R790d1b7b7b41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40fd1deda480d" /><Relationship Type="http://schemas.openxmlformats.org/officeDocument/2006/relationships/notesMaster" Target="/ppt/notesMasters/notesMaster1.xml" Id="Rc4660fe079d8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28189994884ee8" /><Relationship Type="http://schemas.openxmlformats.org/officeDocument/2006/relationships/notesMaster" Target="/ppt/notesMasters/notesMaster1.xml" Id="Raf54de174e4f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b0af1c7fe4038" /><Relationship Type="http://schemas.openxmlformats.org/officeDocument/2006/relationships/notesMaster" Target="/ppt/notesMasters/notesMaster1.xml" Id="R56bc818f03fd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3c6104b93f4962" /><Relationship Type="http://schemas.openxmlformats.org/officeDocument/2006/relationships/notesMaster" Target="/ppt/notesMasters/notesMaster1.xml" Id="Ra855db9c4b6f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ae2ba89f743fa" /><Relationship Type="http://schemas.openxmlformats.org/officeDocument/2006/relationships/notesMaster" Target="/ppt/notesMasters/notesMaster1.xml" Id="Rc6cd91cb40ca44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6bab3209b646b9" /><Relationship Type="http://schemas.openxmlformats.org/officeDocument/2006/relationships/notesMaster" Target="/ppt/notesMasters/notesMaster1.xml" Id="Rf0a863c191494e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affc643a584cfe" /><Relationship Type="http://schemas.openxmlformats.org/officeDocument/2006/relationships/notesMaster" Target="/ppt/notesMasters/notesMaster1.xml" Id="Rdc3c6c3304c448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2ece9833eb44db" /><Relationship Type="http://schemas.openxmlformats.org/officeDocument/2006/relationships/notesMaster" Target="/ppt/notesMasters/notesMaster1.xml" Id="R76c3887a2797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6d10e017004f45" /><Relationship Type="http://schemas.openxmlformats.org/officeDocument/2006/relationships/notesMaster" Target="/ppt/notesMasters/notesMaster1.xml" Id="R4d636817af304e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9320038a8e454a" /><Relationship Type="http://schemas.openxmlformats.org/officeDocument/2006/relationships/notesMaster" Target="/ppt/notesMasters/notesMaster1.xml" Id="R9e747c23647640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705e16c00f4608" /><Relationship Type="http://schemas.openxmlformats.org/officeDocument/2006/relationships/notesMaster" Target="/ppt/notesMasters/notesMaster1.xml" Id="R9553c7fdc4a448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4b65c53c9f4608" /><Relationship Type="http://schemas.openxmlformats.org/officeDocument/2006/relationships/notesMaster" Target="/ppt/notesMasters/notesMaster1.xml" Id="Rdc70c9104ccb4e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55240841914ebb" /><Relationship Type="http://schemas.openxmlformats.org/officeDocument/2006/relationships/notesMaster" Target="/ppt/notesMasters/notesMaster1.xml" Id="R7d76ac0ae7244c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591967e86249c1" /><Relationship Type="http://schemas.openxmlformats.org/officeDocument/2006/relationships/notesMaster" Target="/ppt/notesMasters/notesMaster1.xml" Id="R388fb546acab47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396d2aae244448" /><Relationship Type="http://schemas.openxmlformats.org/officeDocument/2006/relationships/notesMaster" Target="/ppt/notesMasters/notesMaster1.xml" Id="R75d2415b1cdd40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026730bda74b4d" /><Relationship Type="http://schemas.openxmlformats.org/officeDocument/2006/relationships/notesMaster" Target="/ppt/notesMasters/notesMaster1.xml" Id="R2c434e3fa02a46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76f84dba584a42" /><Relationship Type="http://schemas.openxmlformats.org/officeDocument/2006/relationships/notesMaster" Target="/ppt/notesMasters/notesMaster1.xml" Id="R6099951fddc640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031669491241ef" /><Relationship Type="http://schemas.openxmlformats.org/officeDocument/2006/relationships/notesMaster" Target="/ppt/notesMasters/notesMaster1.xml" Id="Rd8cb9e0fb6864e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4c85a92d4b4e83" /><Relationship Type="http://schemas.openxmlformats.org/officeDocument/2006/relationships/notesMaster" Target="/ppt/notesMasters/notesMaster1.xml" Id="R94944747456b4f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386a45593c4f6c" /><Relationship Type="http://schemas.openxmlformats.org/officeDocument/2006/relationships/notesMaster" Target="/ppt/notesMasters/notesMaster1.xml" Id="Reda63e60845444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670e1f459c452a" /><Relationship Type="http://schemas.openxmlformats.org/officeDocument/2006/relationships/notesMaster" Target="/ppt/notesMasters/notesMaster1.xml" Id="R40cdc0eea3ba4c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3328e1b6264cdc" /><Relationship Type="http://schemas.openxmlformats.org/officeDocument/2006/relationships/notesMaster" Target="/ppt/notesMasters/notesMaster1.xml" Id="R5d92ac6e1e0a4d5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d3e20c4e4e4ae6" /><Relationship Type="http://schemas.openxmlformats.org/officeDocument/2006/relationships/notesMaster" Target="/ppt/notesMasters/notesMaster1.xml" Id="R5fa938d3d40f4d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422e49374764a6a" /><Relationship Type="http://schemas.openxmlformats.org/officeDocument/2006/relationships/notesMaster" Target="/ppt/notesMasters/notesMaster1.xml" Id="R917d83d2da4847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33401498274ba7" /><Relationship Type="http://schemas.openxmlformats.org/officeDocument/2006/relationships/notesMaster" Target="/ppt/notesMasters/notesMaster1.xml" Id="R24c1aebe089d43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8663b232fc14c6d" /><Relationship Type="http://schemas.openxmlformats.org/officeDocument/2006/relationships/notesMaster" Target="/ppt/notesMasters/notesMaster1.xml" Id="R9c957970ba2b47c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c4457286de4322" /><Relationship Type="http://schemas.openxmlformats.org/officeDocument/2006/relationships/notesMaster" Target="/ppt/notesMasters/notesMaster1.xml" Id="Rdf234487a3c046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9f03ca5515425f" /><Relationship Type="http://schemas.openxmlformats.org/officeDocument/2006/relationships/notesMaster" Target="/ppt/notesMasters/notesMaster1.xml" Id="R7cd4cda4746f47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39b5fc26804386" /><Relationship Type="http://schemas.openxmlformats.org/officeDocument/2006/relationships/notesMaster" Target="/ppt/notesMasters/notesMaster1.xml" Id="Rec892cfc50e9445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7b3fdfb40a4768" /><Relationship Type="http://schemas.openxmlformats.org/officeDocument/2006/relationships/notesMaster" Target="/ppt/notesMasters/notesMaster1.xml" Id="Rab1f501d33fc48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baad8fd721549e1" /><Relationship Type="http://schemas.openxmlformats.org/officeDocument/2006/relationships/notesMaster" Target="/ppt/notesMasters/notesMaster1.xml" Id="R705c415f000544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0f1c1c253847fd" /><Relationship Type="http://schemas.openxmlformats.org/officeDocument/2006/relationships/notesMaster" Target="/ppt/notesMasters/notesMaster1.xml" Id="R452083a59dc14c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43e9fc05884dae" /><Relationship Type="http://schemas.openxmlformats.org/officeDocument/2006/relationships/notesMaster" Target="/ppt/notesMasters/notesMaster1.xml" Id="R8ab47eb9884940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75dcb24183241ac" /><Relationship Type="http://schemas.openxmlformats.org/officeDocument/2006/relationships/notesMaster" Target="/ppt/notesMasters/notesMaster1.xml" Id="Rd850d039ff9546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a805fd08c3c4e40" /><Relationship Type="http://schemas.openxmlformats.org/officeDocument/2006/relationships/notesMaster" Target="/ppt/notesMasters/notesMaster1.xml" Id="Rc4e09016990e490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143edade8384140" /><Relationship Type="http://schemas.openxmlformats.org/officeDocument/2006/relationships/notesMaster" Target="/ppt/notesMasters/notesMaster1.xml" Id="R1316168d521e41c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03ab67c3466437a" /><Relationship Type="http://schemas.openxmlformats.org/officeDocument/2006/relationships/notesMaster" Target="/ppt/notesMasters/notesMaster1.xml" Id="R22de73776d594c0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2d18686c86148e3" /><Relationship Type="http://schemas.openxmlformats.org/officeDocument/2006/relationships/notesMaster" Target="/ppt/notesMasters/notesMaster1.xml" Id="R1bcbf342e093459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c0ebae3648d49cc" /><Relationship Type="http://schemas.openxmlformats.org/officeDocument/2006/relationships/notesMaster" Target="/ppt/notesMasters/notesMaster1.xml" Id="R8b37277e4c2b46c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e6b7406c32455c" /><Relationship Type="http://schemas.openxmlformats.org/officeDocument/2006/relationships/notesMaster" Target="/ppt/notesMasters/notesMaster1.xml" Id="R326819ca9e114aa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b56c006e0734b68" /><Relationship Type="http://schemas.openxmlformats.org/officeDocument/2006/relationships/notesMaster" Target="/ppt/notesMasters/notesMaster1.xml" Id="R658bc148a82b4c6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4ffb34bb830455e" /><Relationship Type="http://schemas.openxmlformats.org/officeDocument/2006/relationships/notesMaster" Target="/ppt/notesMasters/notesMaster1.xml" Id="Re066bbce7b6347a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8e37c9c2a6e4062" /><Relationship Type="http://schemas.openxmlformats.org/officeDocument/2006/relationships/notesMaster" Target="/ppt/notesMasters/notesMaster1.xml" Id="R0bc2783f1e07447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2ba0b9d92dc47a2" /><Relationship Type="http://schemas.openxmlformats.org/officeDocument/2006/relationships/notesMaster" Target="/ppt/notesMasters/notesMaster1.xml" Id="Rbbaa0c1362af459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f5e2a2165c34328" /><Relationship Type="http://schemas.openxmlformats.org/officeDocument/2006/relationships/notesMaster" Target="/ppt/notesMasters/notesMaster1.xml" Id="R99b81a9e711d4ee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1fdf7d582b240b9" /><Relationship Type="http://schemas.openxmlformats.org/officeDocument/2006/relationships/notesMaster" Target="/ppt/notesMasters/notesMaster1.xml" Id="Re29b2fbc8778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63729744645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760b2700a4dbc" /><Relationship Type="http://schemas.openxmlformats.org/officeDocument/2006/relationships/slideLayout" Target="/ppt/slideLayouts/slideLayout1.xml" Id="R915cb59c76b647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5cb59c76b647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4552e7c84868" /><Relationship Type="http://schemas.openxmlformats.org/officeDocument/2006/relationships/hyperlink" Target="https://aiskillsnavigator.microsoft.com/" TargetMode="External" Id="R5469d7d8340b481a" /><Relationship Type="http://schemas.openxmlformats.org/officeDocument/2006/relationships/notesSlide" Target="/ppt/notesSlides/notesSlide1.xml" Id="R26b2c66af725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0ac77767a4fa9" /><Relationship Type="http://schemas.openxmlformats.org/officeDocument/2006/relationships/hyperlink" Target="https://www.aigateway.ai.inside.philips.com/" TargetMode="External" Id="R45f66a6d94a34066" /><Relationship Type="http://schemas.openxmlformats.org/officeDocument/2006/relationships/notesSlide" Target="/ppt/notesSlides/notesSlide2.xml" Id="Ref32553e051640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f32dc66b14490" /><Relationship Type="http://schemas.openxmlformats.org/officeDocument/2006/relationships/hyperlink" Target="https://aiskillsnavigator.microsoft.com/" TargetMode="External" Id="R027dce6ff1e443ef" /><Relationship Type="http://schemas.openxmlformats.org/officeDocument/2006/relationships/notesSlide" Target="/ppt/notesSlides/notesSlide3.xml" Id="R43b64ad5eee0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789c9472c4d4c" /><Relationship Type="http://schemas.openxmlformats.org/officeDocument/2006/relationships/hyperlink" Target="https://www.aigateway.ai.inside.philips.com/" TargetMode="External" Id="R00552539846f45e1" /><Relationship Type="http://schemas.openxmlformats.org/officeDocument/2006/relationships/notesSlide" Target="/ppt/notesSlides/notesSlide4.xml" Id="Rb26dfadfd113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9ec9649064def" /><Relationship Type="http://schemas.openxmlformats.org/officeDocument/2006/relationships/image" Target="/ppt/media/image.png" Id="R85b83cf26df54b6a" /><Relationship Type="http://schemas.openxmlformats.org/officeDocument/2006/relationships/hyperlink" Target="https://www.aigateway.ai.inside.philips.com/" TargetMode="External" Id="Rac0b6b7c40a9432b" /><Relationship Type="http://schemas.openxmlformats.org/officeDocument/2006/relationships/notesSlide" Target="/ppt/notesSlides/notesSlide5.xml" Id="R19a872efbe5d41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84bfb56ce4e14" /><Relationship Type="http://schemas.openxmlformats.org/officeDocument/2006/relationships/image" Target="/ppt/media/image2.png" Id="R5330b723e4144c44" /><Relationship Type="http://schemas.openxmlformats.org/officeDocument/2006/relationships/hyperlink" Target="https://www.aigateway.ai.inside.philips.com/" TargetMode="External" Id="Rffeafd43c45c4dcf" /><Relationship Type="http://schemas.openxmlformats.org/officeDocument/2006/relationships/notesSlide" Target="/ppt/notesSlides/notesSlide6.xml" Id="R3300da52f3da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52d7fff5d4fc6" /><Relationship Type="http://schemas.openxmlformats.org/officeDocument/2006/relationships/image" Target="/ppt/media/image3.png" Id="R1aaa3da7825647ed" /><Relationship Type="http://schemas.openxmlformats.org/officeDocument/2006/relationships/hyperlink" Target="https://www.aigateway.ai.inside.philips.com/" TargetMode="External" Id="R2a3a52ee71f54657" /><Relationship Type="http://schemas.openxmlformats.org/officeDocument/2006/relationships/notesSlide" Target="/ppt/notesSlides/notesSlide7.xml" Id="Raeb2e6e9d2ce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4892799fa4243" /><Relationship Type="http://schemas.openxmlformats.org/officeDocument/2006/relationships/hyperlink" Target="https://www.aigateway.ai.inside.philips.com/" TargetMode="External" Id="R5040266f6d6348a9" /><Relationship Type="http://schemas.openxmlformats.org/officeDocument/2006/relationships/notesSlide" Target="/ppt/notesSlides/notesSlide8.xml" Id="Rf080996621c7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cad836e6d4bc4" /><Relationship Type="http://schemas.openxmlformats.org/officeDocument/2006/relationships/hyperlink" Target="https://www.aigateway.ai.inside.philips.com/" TargetMode="External" Id="R9386cc8068324ee6" /><Relationship Type="http://schemas.openxmlformats.org/officeDocument/2006/relationships/notesSlide" Target="/ppt/notesSlides/notesSlide9.xml" Id="R3e141ba5b3a04b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14724055640ab" /><Relationship Type="http://schemas.openxmlformats.org/officeDocument/2006/relationships/image" Target="/ppt/media/image4.png" Id="R4634d14384654c78" /><Relationship Type="http://schemas.openxmlformats.org/officeDocument/2006/relationships/hyperlink" Target="https://www.aigateway.ai.inside.philips.com/" TargetMode="External" Id="R989fbe9bcdcb4540" /><Relationship Type="http://schemas.openxmlformats.org/officeDocument/2006/relationships/notesSlide" Target="/ppt/notesSlides/notesSlide10.xml" Id="Rb65b80c91b9449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44300ca184b82" /><Relationship Type="http://schemas.openxmlformats.org/officeDocument/2006/relationships/image" Target="/ppt/media/image5.png" Id="R029919d915064c0f" /><Relationship Type="http://schemas.openxmlformats.org/officeDocument/2006/relationships/hyperlink" Target="https://www.aigateway.ai.inside.philips.com/" TargetMode="External" Id="R6b8369c8a4694996" /><Relationship Type="http://schemas.openxmlformats.org/officeDocument/2006/relationships/hyperlink" Target="https://philips.service-now.com/itportal?id=kb_article&amp;sysparm_article=KB1528249&amp;sys_id=24240f5bfb794b54ae1afb576eefdc0f&amp;spa=1" TargetMode="External" Id="R29989adfcb874bad" /><Relationship Type="http://schemas.openxmlformats.org/officeDocument/2006/relationships/notesSlide" Target="/ppt/notesSlides/notesSlide11.xml" Id="Ra956841eee8f42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2b7b4e56a47cf" /><Relationship Type="http://schemas.openxmlformats.org/officeDocument/2006/relationships/image" Target="/ppt/media/image6.png" Id="R6372c7f9dac64a2d" /><Relationship Type="http://schemas.openxmlformats.org/officeDocument/2006/relationships/hyperlink" Target="https://www.aigateway.ai.inside.philips.com/" TargetMode="External" Id="R5db8d41e27f94328" /><Relationship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 Id="Ra2c8e9a7bbc84841" /><Relationship Type="http://schemas.openxmlformats.org/officeDocument/2006/relationships/notesSlide" Target="/ppt/notesSlides/notesSlide12.xml" Id="R91817229efe349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e867294ac474e" /><Relationship Type="http://schemas.openxmlformats.org/officeDocument/2006/relationships/image" Target="/ppt/media/image7.png" Id="Rdba31e50993c4c4c" /><Relationship Type="http://schemas.openxmlformats.org/officeDocument/2006/relationships/hyperlink" Target="https://philips.service-now.com/softwareportal" TargetMode="External" Id="R22beec93ee704eca" /><Relationship Type="http://schemas.openxmlformats.org/officeDocument/2006/relationships/hyperlink" Target="https://philips.service-now.com/itportal?id=kb_article&amp;sysparm_article=KB1528249&amp;sys_id=24240f5bfb794b54ae1afb576eefdc0f&amp;spa=1" TargetMode="External" Id="R7a28835dc0da4abe" /><Relationship Type="http://schemas.openxmlformats.org/officeDocument/2006/relationships/notesSlide" Target="/ppt/notesSlides/notesSlide13.xml" Id="R42888cc72b0845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71c2c8f7d4a4a" /><Relationship Type="http://schemas.openxmlformats.org/officeDocument/2006/relationships/image" Target="/ppt/media/image8.png" Id="R1d7fc25dbb9a44d6" /><Relationship Type="http://schemas.openxmlformats.org/officeDocument/2006/relationships/hyperlink" Target="https://www.aigateway.ai.inside.philips.com/" TargetMode="External" Id="Rda94dd9896314f24" /><Relationship Type="http://schemas.openxmlformats.org/officeDocument/2006/relationships/notesSlide" Target="/ppt/notesSlides/notesSlide14.xml" Id="R06fa435d096944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c5ef78daf44b1" /><Relationship Type="http://schemas.openxmlformats.org/officeDocument/2006/relationships/hyperlink" Target="https://www.aigateway.ai.inside.philips.com/" TargetMode="External" Id="Ra81e13609db74b2f" /><Relationship Type="http://schemas.openxmlformats.org/officeDocument/2006/relationships/hyperlink" Target="https://philips-ai-tool-lab.github.io/ai-tool-lab-preview/" TargetMode="External" Id="R79c6ab370ac24f96" /><Relationship Type="http://schemas.openxmlformats.org/officeDocument/2006/relationships/notesSlide" Target="/ppt/notesSlides/notesSlide15.xml" Id="R18461db0bace4c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2568fad864ade" /><Relationship Type="http://schemas.openxmlformats.org/officeDocument/2006/relationships/hyperlink" Target="https://www.aigateway.ai.inside.philips.com/" TargetMode="External" Id="R970db83d6cf74a31" /><Relationship Type="http://schemas.openxmlformats.org/officeDocument/2006/relationships/hyperlink" Target="https://philips-ai-tool-lab.github.io/ai-tool-lab-preview/" TargetMode="External" Id="Rc9ea3a0cfab74b7e" /><Relationship Type="http://schemas.openxmlformats.org/officeDocument/2006/relationships/notesSlide" Target="/ppt/notesSlides/notesSlide16.xml" Id="R1da22297b53043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558206f55450d" /><Relationship Type="http://schemas.openxmlformats.org/officeDocument/2006/relationships/image" Target="/ppt/media/image9.png" Id="Rbd94454ce8d1461a" /><Relationship Type="http://schemas.openxmlformats.org/officeDocument/2006/relationships/hyperlink" Target="https://aiskillsnavigator.microsoft.com/" TargetMode="External" Id="R6c29c4715f894b4a" /><Relationship Type="http://schemas.openxmlformats.org/officeDocument/2006/relationships/hyperlink" Target="https://m365.cloud.microsoft/chat" TargetMode="External" Id="R4c940bbfd79b4433" /><Relationship Type="http://schemas.openxmlformats.org/officeDocument/2006/relationships/notesSlide" Target="/ppt/notesSlides/notesSlide17.xml" Id="R7b4a82013b8b40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0588af7b249c2" /><Relationship Type="http://schemas.openxmlformats.org/officeDocument/2006/relationships/hyperlink" Target="https://aiskillsnavigator.microsoft.com/" TargetMode="External" Id="R8f92b2f7fbdd47e5" /><Relationship Type="http://schemas.openxmlformats.org/officeDocument/2006/relationships/hyperlink" Target="https://aiskillsnavigator.microsoft.com/playlists/291ff1ba-c754-44f1-9814-ef8917f8c989" TargetMode="External" Id="Rdaf64dfe341d4a94" /><Relationship Type="http://schemas.openxmlformats.org/officeDocument/2006/relationships/hyperlink" Target="https://m365.cloud.microsoft/chat" TargetMode="External" Id="R1ccd1a47ee184896" /><Relationship Type="http://schemas.openxmlformats.org/officeDocument/2006/relationships/notesSlide" Target="/ppt/notesSlides/notesSlide18.xml" Id="Rf88f594f736346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64e42d0a84e6f" /><Relationship Type="http://schemas.openxmlformats.org/officeDocument/2006/relationships/image" Target="/ppt/media/image10.png" Id="R7bf97b822ce34cd9" /><Relationship Type="http://schemas.openxmlformats.org/officeDocument/2006/relationships/hyperlink" Target="https://aiskillsnavigator.microsoft.com/" TargetMode="External" Id="R14484073a0d440bd" /><Relationship Type="http://schemas.openxmlformats.org/officeDocument/2006/relationships/notesSlide" Target="/ppt/notesSlides/notesSlide19.xml" Id="Rc2f83ca39c7744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7deec2d14de5" /><Relationship Type="http://schemas.openxmlformats.org/officeDocument/2006/relationships/image" Target="/ppt/media/image11.png" Id="R1ef792f124f34dfc" /><Relationship Type="http://schemas.openxmlformats.org/officeDocument/2006/relationships/hyperlink" Target="https://aiskillsnavigator.microsoft.com/playlists/291ff1ba-c754-44f1-9814-ef8917f8c989" TargetMode="External" Id="Reeac6f62e1264efa" /><Relationship Type="http://schemas.openxmlformats.org/officeDocument/2006/relationships/notesSlide" Target="/ppt/notesSlides/notesSlide20.xml" Id="Rf59eb92fd58c4f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79e609b344914" /><Relationship Type="http://schemas.openxmlformats.org/officeDocument/2006/relationships/image" Target="/ppt/media/image12.png" Id="R7d829bcd55fd41e8" /><Relationship Type="http://schemas.openxmlformats.org/officeDocument/2006/relationships/hyperlink" Target="https://aiskillsnavigator.microsoft.com/playlists/291ff1ba-c754-44f1-9814-ef8917f8c989" TargetMode="External" Id="Rfa0eaebc1fc443d6" /><Relationship Type="http://schemas.openxmlformats.org/officeDocument/2006/relationships/hyperlink" Target="https://learn.microsoft.com/zh-cn/training/courses/ms-4004" TargetMode="External" Id="R248298301c8a4120" /><Relationship Type="http://schemas.openxmlformats.org/officeDocument/2006/relationships/notesSlide" Target="/ppt/notesSlides/notesSlide21.xml" Id="R350db942f1ee42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83b845a054377" /><Relationship Type="http://schemas.openxmlformats.org/officeDocument/2006/relationships/hyperlink" Target="https://aiskillsnavigator.microsoft.com/playlists/291ff1ba-c754-44f1-9814-ef8917f8c989" TargetMode="External" Id="R3d72afc7ba5e41a7" /><Relationship Type="http://schemas.openxmlformats.org/officeDocument/2006/relationships/notesSlide" Target="/ppt/notesSlides/notesSlide22.xml" Id="R94fa440f41ff4f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f9042d1ee4a8b" /><Relationship Type="http://schemas.openxmlformats.org/officeDocument/2006/relationships/hyperlink" Target="https://m365.cloud.microsoft/chat" TargetMode="External" Id="R6f072377b4de4013" /><Relationship Type="http://schemas.openxmlformats.org/officeDocument/2006/relationships/notesSlide" Target="/ppt/notesSlides/notesSlide23.xml" Id="Rb468348730fb4b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567b3a0354c69" /><Relationship Type="http://schemas.openxmlformats.org/officeDocument/2006/relationships/hyperlink" Target="https://m365.cloud.microsoft/chat" TargetMode="External" Id="Re50b6c78e2224213" /><Relationship Type="http://schemas.openxmlformats.org/officeDocument/2006/relationships/notesSlide" Target="/ppt/notesSlides/notesSlide24.xml" Id="Rf3b2661c344f49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e5774fd8046fb" /><Relationship Type="http://schemas.openxmlformats.org/officeDocument/2006/relationships/hyperlink" Target="https://m365.cloud.microsoft/chat" TargetMode="External" Id="R094af5e5d2b74e88" /><Relationship Type="http://schemas.openxmlformats.org/officeDocument/2006/relationships/notesSlide" Target="/ppt/notesSlides/notesSlide25.xml" Id="Re3ff673dc11c48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91289b08e47e9" /><Relationship Type="http://schemas.openxmlformats.org/officeDocument/2006/relationships/hyperlink" Target="https://m365.cloud.microsoft/chat" TargetMode="External" Id="R4f6c29bf48814e1f" /><Relationship Type="http://schemas.openxmlformats.org/officeDocument/2006/relationships/notesSlide" Target="/ppt/notesSlides/notesSlide26.xml" Id="R6336376e717441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a5f86f8864119" /><Relationship Type="http://schemas.openxmlformats.org/officeDocument/2006/relationships/hyperlink" Target="https://m365.cloud.microsoft/chat" TargetMode="External" Id="R0ff270d975ea4e7b" /><Relationship Type="http://schemas.openxmlformats.org/officeDocument/2006/relationships/notesSlide" Target="/ppt/notesSlides/notesSlide27.xml" Id="R3bc43866f567489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145df08e9402c" /><Relationship Type="http://schemas.openxmlformats.org/officeDocument/2006/relationships/hyperlink" Target="https://m365.cloud.microsoft/chat" TargetMode="External" Id="Rf3043b434f4b478a" /><Relationship Type="http://schemas.openxmlformats.org/officeDocument/2006/relationships/notesSlide" Target="/ppt/notesSlides/notesSlide28.xml" Id="Red68e449fb1940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ef32ebac4448" /><Relationship Type="http://schemas.openxmlformats.org/officeDocument/2006/relationships/image" Target="/ppt/media/image13.png" Id="R069a22389784407c" /><Relationship Type="http://schemas.openxmlformats.org/officeDocument/2006/relationships/hyperlink" Target="https://m365.cloud.microsoft/chat" TargetMode="External" Id="R90fc46d5ebf448d4" /><Relationship Type="http://schemas.openxmlformats.org/officeDocument/2006/relationships/notesSlide" Target="/ppt/notesSlides/notesSlide29.xml" Id="R98bd63f65a0a4f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f30a7e3a541ce" /><Relationship Type="http://schemas.openxmlformats.org/officeDocument/2006/relationships/hyperlink" Target="https://m365.cloud.microsoft/chat" TargetMode="External" Id="R830771b17596465e" /><Relationship Type="http://schemas.openxmlformats.org/officeDocument/2006/relationships/notesSlide" Target="/ppt/notesSlides/notesSlide30.xml" Id="Rf2ab802620f144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40e2935734bbd" /><Relationship Type="http://schemas.openxmlformats.org/officeDocument/2006/relationships/hyperlink" Target="https://m365.cloud.microsoft/chat" TargetMode="External" Id="R3746164f3d2042e0" /><Relationship Type="http://schemas.openxmlformats.org/officeDocument/2006/relationships/notesSlide" Target="/ppt/notesSlides/notesSlide31.xml" Id="R1eef0f7242a5487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2063772d74bb8" /><Relationship Type="http://schemas.openxmlformats.org/officeDocument/2006/relationships/hyperlink" Target="https://philips-ai-tool-lab.github.io/ai-tool-lab-preview/" TargetMode="External" Id="Rf10210e51eea455e" /><Relationship Type="http://schemas.openxmlformats.org/officeDocument/2006/relationships/hyperlink" Target="https://philips-ai-tool-lab.github.io/ai-tool-lab-preview/#agent-builder-path" TargetMode="External" Id="R839934253d224ac6" /><Relationship Type="http://schemas.openxmlformats.org/officeDocument/2006/relationships/hyperlink" Target="https://m365.cloud.microsoft/chat" TargetMode="External" Id="R69c6fa02ef364741" /><Relationship Type="http://schemas.openxmlformats.org/officeDocument/2006/relationships/notesSlide" Target="/ppt/notesSlides/notesSlide32.xml" Id="R2eb67e76229741f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09570b5194f1a" /><Relationship Type="http://schemas.openxmlformats.org/officeDocument/2006/relationships/image" Target="/ppt/media/image14.png" Id="R9b5c2f5f875e456f" /><Relationship Type="http://schemas.openxmlformats.org/officeDocument/2006/relationships/hyperlink" Target="https://philips-ai-tool-lab.github.io/ai-tool-lab-preview/" TargetMode="External" Id="R9ac5e292f88547ac" /><Relationship Type="http://schemas.openxmlformats.org/officeDocument/2006/relationships/hyperlink" Target="https://philips-ai-tool-lab.github.io/ai-tool-lab-preview/#agent-builder-path" TargetMode="External" Id="R8fcfd9100b90438f" /><Relationship Type="http://schemas.openxmlformats.org/officeDocument/2006/relationships/notesSlide" Target="/ppt/notesSlides/notesSlide33.xml" Id="Rd35ca5c541b64f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327a1159d4efd" /><Relationship Type="http://schemas.openxmlformats.org/officeDocument/2006/relationships/hyperlink" Target="https://philips-ai-tool-lab.github.io/ai-tool-lab-preview/labs/chief-of-staff/" TargetMode="External" Id="R12aa04446b7242de" /><Relationship Type="http://schemas.openxmlformats.org/officeDocument/2006/relationships/hyperlink" Target="https://philips-ai-tool-lab.github.io/ai-tool-lab-preview/labs/product-manual-faq/" TargetMode="External" Id="R05ebcde6674e4dce" /><Relationship Type="http://schemas.openxmlformats.org/officeDocument/2006/relationships/hyperlink" Target="https://philips-ai-tool-lab.github.io/ai-tool-lab-preview/labs/meeting-follow-up/" TargetMode="External" Id="R9c01b56e4c854682" /><Relationship Type="http://schemas.openxmlformats.org/officeDocument/2006/relationships/hyperlink" Target="https://philips-ai-tool-lab.github.io/ai-tool-lab-preview/labs/funnel-data-analyst/" TargetMode="External" Id="R2755dd9d2ce543d5" /><Relationship Type="http://schemas.openxmlformats.org/officeDocument/2006/relationships/notesSlide" Target="/ppt/notesSlides/notesSlide34.xml" Id="R1e713f7fa14a4a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5aa8fd3904cba" /><Relationship Type="http://schemas.openxmlformats.org/officeDocument/2006/relationships/image" Target="/ppt/media/image15.png" Id="Re71326f2f0f646fa" /><Relationship Type="http://schemas.openxmlformats.org/officeDocument/2006/relationships/hyperlink" Target="https://philips-ai-tool-lab.github.io/ai-tool-lab-preview/labs/chief-of-staff/" TargetMode="External" Id="R946b8e4de8744f56" /><Relationship Type="http://schemas.openxmlformats.org/officeDocument/2006/relationships/notesSlide" Target="/ppt/notesSlides/notesSlide35.xml" Id="Re3567980b0b84dd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527dd46f94ef6" /><Relationship Type="http://schemas.openxmlformats.org/officeDocument/2006/relationships/image" Target="/ppt/media/image16.png" Id="R78714b97b4794662" /><Relationship Type="http://schemas.openxmlformats.org/officeDocument/2006/relationships/hyperlink" Target="https://philips-ai-tool-lab.github.io/ai-tool-lab-preview/labs/product-manual-faq/" TargetMode="External" Id="R0f9c9890b0ef4bfa" /><Relationship Type="http://schemas.openxmlformats.org/officeDocument/2006/relationships/notesSlide" Target="/ppt/notesSlides/notesSlide36.xml" Id="R6ab2d2136306424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bf293bcfe4e4d" /><Relationship Type="http://schemas.openxmlformats.org/officeDocument/2006/relationships/image" Target="/ppt/media/image17.png" Id="R21cd5518499342ba" /><Relationship Type="http://schemas.openxmlformats.org/officeDocument/2006/relationships/hyperlink" Target="https://philips-ai-tool-lab.github.io/ai-tool-lab-preview/labs/meeting-follow-up/" TargetMode="External" Id="Rfc6d5d0fa4d54667" /><Relationship Type="http://schemas.openxmlformats.org/officeDocument/2006/relationships/notesSlide" Target="/ppt/notesSlides/notesSlide37.xml" Id="R44211dbe436f4d4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0db75d164444" /><Relationship Type="http://schemas.openxmlformats.org/officeDocument/2006/relationships/image" Target="/ppt/media/image18.png" Id="R504928cf4c5041b2" /><Relationship Type="http://schemas.openxmlformats.org/officeDocument/2006/relationships/hyperlink" Target="https://philips-ai-tool-lab.github.io/ai-tool-lab-preview/labs/funnel-data-analyst/" TargetMode="External" Id="Re4829f1ada8045ef" /><Relationship Type="http://schemas.openxmlformats.org/officeDocument/2006/relationships/notesSlide" Target="/ppt/notesSlides/notesSlide38.xml" Id="R2cc2a907a09247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a15a3ab334408" /><Relationship Type="http://schemas.openxmlformats.org/officeDocument/2006/relationships/hyperlink" Target="https://philips-ai-tool-lab.github.io/ai-tool-lab-preview/#agent-builder-path" TargetMode="External" Id="R6c9f563b1e1141fc" /><Relationship Type="http://schemas.openxmlformats.org/officeDocument/2006/relationships/notesSlide" Target="/ppt/notesSlides/notesSlide39.xml" Id="R3a89d771a85a4ec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bf53e76544b20" /><Relationship Type="http://schemas.openxmlformats.org/officeDocument/2006/relationships/image" Target="/ppt/media/image19.png" Id="Re81556df3f5e4cb9" /><Relationship Type="http://schemas.openxmlformats.org/officeDocument/2006/relationships/hyperlink" Target="https://m365.cloud.microsoft/chat" TargetMode="External" Id="R05873ea140064175" /><Relationship Type="http://schemas.openxmlformats.org/officeDocument/2006/relationships/notesSlide" Target="/ppt/notesSlides/notesSlide40.xml" Id="R6ff808e2705f4c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2daeec60f4b1c" /><Relationship Type="http://schemas.openxmlformats.org/officeDocument/2006/relationships/image" Target="/ppt/media/image20.png" Id="R326904aa26bd49bd" /><Relationship Type="http://schemas.openxmlformats.org/officeDocument/2006/relationships/hyperlink" Target="https://philips-ai-tool-lab.github.io/ai-tool-lab-preview/#agent-builder-path" TargetMode="External" Id="R3e99f6bc4edd42ab" /><Relationship Type="http://schemas.openxmlformats.org/officeDocument/2006/relationships/notesSlide" Target="/ppt/notesSlides/notesSlide41.xml" Id="R9d5f5da9b69e45a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9a53cc286419c" /><Relationship Type="http://schemas.openxmlformats.org/officeDocument/2006/relationships/image" Target="/ppt/media/image21.png" Id="R6dc331d096c64c43" /><Relationship Type="http://schemas.openxmlformats.org/officeDocument/2006/relationships/hyperlink" Target="https://philips-ai-tool-lab.github.io/ai-tool-lab-preview/labs/meeting-follow-up/" TargetMode="External" Id="Re3166a38538c4a96" /><Relationship Type="http://schemas.openxmlformats.org/officeDocument/2006/relationships/notesSlide" Target="/ppt/notesSlides/notesSlide42.xml" Id="R84dad2abc407492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2d23a69c34723" /><Relationship Type="http://schemas.openxmlformats.org/officeDocument/2006/relationships/image" Target="/ppt/media/image22.png" Id="Rde9b7cfa6d594c09" /><Relationship Type="http://schemas.openxmlformats.org/officeDocument/2006/relationships/hyperlink" Target="https://philips-ai-tool-lab.github.io/ai-tool-lab-preview/#agent-builder-path" TargetMode="External" Id="R4c78c5a45b294d2e" /><Relationship Type="http://schemas.openxmlformats.org/officeDocument/2006/relationships/notesSlide" Target="/ppt/notesSlides/notesSlide43.xml" Id="R269a62a41521498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342bd89d4ca9" /><Relationship Type="http://schemas.openxmlformats.org/officeDocument/2006/relationships/image" Target="/ppt/media/image23.png" Id="R188800d9d41d4081" /><Relationship Type="http://schemas.openxmlformats.org/officeDocument/2006/relationships/hyperlink" Target="https://philips-ai-tool-lab.github.io/ai-tool-lab-preview/labs/meeting-follow-up/" TargetMode="External" Id="Reef67b34fe424533" /><Relationship Type="http://schemas.openxmlformats.org/officeDocument/2006/relationships/notesSlide" Target="/ppt/notesSlides/notesSlide44.xml" Id="R7008fc2358124ad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520e4f34b4248" /><Relationship Type="http://schemas.openxmlformats.org/officeDocument/2006/relationships/image" Target="/ppt/media/image24.png" Id="Re79b804cd6f3460a" /><Relationship Type="http://schemas.openxmlformats.org/officeDocument/2006/relationships/hyperlink" Target="https://philips-ai-tool-lab.github.io/ai-tool-lab-preview/#agent-builder-path" TargetMode="External" Id="Rc8644c348e0f4d4c" /><Relationship Type="http://schemas.openxmlformats.org/officeDocument/2006/relationships/notesSlide" Target="/ppt/notesSlides/notesSlide45.xml" Id="R0be8dd89e2004e0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891ef8217427e" /><Relationship Type="http://schemas.openxmlformats.org/officeDocument/2006/relationships/image" Target="/ppt/media/image25.png" Id="Raa5fe5edc2834b88" /><Relationship Type="http://schemas.openxmlformats.org/officeDocument/2006/relationships/hyperlink" Target="https://m365.cloud.microsoft/chat" TargetMode="External" Id="Rcee8bdc8bbfc440a" /><Relationship Type="http://schemas.openxmlformats.org/officeDocument/2006/relationships/notesSlide" Target="/ppt/notesSlides/notesSlide46.xml" Id="Re5493f938e574ee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9e202ddc44dd6" /><Relationship Type="http://schemas.openxmlformats.org/officeDocument/2006/relationships/image" Target="/ppt/media/image26.png" Id="R5c89259ac04a414e" /><Relationship Type="http://schemas.openxmlformats.org/officeDocument/2006/relationships/hyperlink" Target="https://philips-ai-tool-lab.github.io/ai-tool-lab-preview/labs/meeting-follow-up/" TargetMode="External" Id="Rd1ba698011fe4ff9" /><Relationship Type="http://schemas.openxmlformats.org/officeDocument/2006/relationships/notesSlide" Target="/ppt/notesSlides/notesSlide47.xml" Id="Ree6fc973a069470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696cb14d34d90" /><Relationship Type="http://schemas.openxmlformats.org/officeDocument/2006/relationships/hyperlink" Target="https://philips-ai-tool-lab.github.io/ai-tool-lab-preview/labs/chief-of-staff/" TargetMode="External" Id="Rbd0567db75714069" /><Relationship Type="http://schemas.openxmlformats.org/officeDocument/2006/relationships/hyperlink" Target="https://philips-ai-tool-lab.github.io/ai-tool-lab-preview/labs/product-manual-faq/" TargetMode="External" Id="R42b1628050464a4c" /><Relationship Type="http://schemas.openxmlformats.org/officeDocument/2006/relationships/hyperlink" Target="https://philips-ai-tool-lab.github.io/ai-tool-lab-preview/labs/meeting-follow-up/" TargetMode="External" Id="Rd48049b3683a4207" /><Relationship Type="http://schemas.openxmlformats.org/officeDocument/2006/relationships/hyperlink" Target="https://philips-ai-tool-lab.github.io/ai-tool-lab-preview/labs/funnel-data-analyst/" TargetMode="External" Id="Rea341ac385f04175" /><Relationship Type="http://schemas.openxmlformats.org/officeDocument/2006/relationships/hyperlink" Target="https://m365.cloud.microsoft/chat" TargetMode="External" Id="Re4a6bb3c50d44643" /><Relationship Type="http://schemas.openxmlformats.org/officeDocument/2006/relationships/notesSlide" Target="/ppt/notesSlides/notesSlide48.xml" Id="Rf5b138f0f60f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95B07-D717-414D-B6AC-FCC3639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677C5-9DE0-4643-988B-122C1B34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CBC3D-24EB-4FDA-8F59-A2683367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D7D84-A3BC-4D7A-90F6-9968F1A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C1D23-5318-48F5-838C-055B8AE4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546C8-D4D2-470E-8871-0A3DC82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69d7d8340b481a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491689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E1C9F-AE3E-46E6-AC8A-B9514FFA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FA8F9-B56B-474C-B741-E59ABB3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A139-F942-40B6-9D11-E18AEE67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2690F-CD5A-4B6C-8D75-1BB306AA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以人引领、AI 赋能，意味着把 AI 放进真正创造价值的业务场景，同时持续建设工具、能力和负责任使用的共同基础。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27F64-4FAB-4BC0-8C30-4BA4F66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63BEA-5D82-4A3B-8B26-73276D2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A79DA-907E-4D77-B650-4B010510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8AB63-BC0C-46E6-B0DC-77A4927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B3A5C-884B-447C-B041-85E9924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7351E-B050-4E4E-9595-681B05CF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67890-BA4E-432F-9BAD-91EFC92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61C3B-1261-4C24-9C7D-0C96DCE6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B9C97-B8D9-47D4-AE25-90C1B6F6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62A74-1F4A-4236-A02A-95ADC79B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8E9F0-2FAF-41E7-9C32-9FE1A9CD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A61C-A356-452C-B301-B4A9DCDC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6C83D-F6D6-4413-8BBF-A658A5F5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84308-46B2-4494-9A73-473CEAB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00DF4-EB7E-4285-8DEE-2725784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96F48-090A-4B17-866F-1D5DF88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17661-03B6-4F46-95D4-1DA6BD6E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f66a6d94a34066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21131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DC46DB-532B-4ADA-8151-E3EEDB57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60C65-6BC0-4098-BD2E-B02CE4F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76E2E-7F43-4F2A-B131-017738E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459F7-CD92-42CD-A381-04E2A81B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81D77-1240-4719-9FF9-07741BCE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F8EBD-10CF-46D2-84E3-FF34FB2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6D7B6-1992-46FF-BBD1-A31538BD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5CF4-0C0B-4A79-A157-DB0011B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6AF84-CE79-4B17-8B63-5F76CC6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8BD8E-5A5C-41E3-BCA5-DF11C33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4B25B-4283-4B59-A82D-79EB0BA5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CC76-FD2D-4669-A414-E23641FB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3874F-CDC0-4DF2-BDEE-1B30D6D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06CE0-EB05-4F05-9277-43BDAF1E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33A12-13CD-4694-B564-FC4FD723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788AD-4611-4B2D-B6CF-AC851A72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A364F-E4AD-4453-BB46-6918B9FA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C03C1-05F7-4C04-967B-364C8985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CECC8-4C7B-4DBB-8127-F348544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3C88E-14F9-44E4-B25F-958CA03A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BA264-CE38-4437-86A9-614A821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34314-2350-4DE1-BB7B-E65D490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56714-10DE-46BA-9495-9346BA73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9DE5E-E123-4BF8-A3C8-9D1A4C0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C6854-86EC-4309-8016-B1015777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C3BB0-3789-468B-B389-3D86A609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01930-4D01-4C0D-A07F-1C9FC2A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943E8-36F5-4845-84D4-2B84654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155C5-1932-4A50-B836-9554B22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7dce6ff1e443ef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855487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B6B68-90CA-4C3B-B3CD-9DDB96D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CFE2E-AC06-4FDD-ADC9-21183F58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28F3E-88B8-4810-B947-0EAFC98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707D6-CBD8-4CFC-BD86-7399A570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B75A-EFC2-4CB3-A2CD-428BF0A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552539846f45e1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562365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285CC-1639-4700-A838-7FABBFA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A2571-9570-493E-9E0B-4BE0491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0B0A-67A1-4D0F-8962-ADAB197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7B1F7-EB0C-40A3-8A6B-7FCFFF39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F808B-CD89-4E71-950E-F1E3FFF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7C00F-3E4F-4AB1-AAAA-C95300F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83cf26df54b6a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36DA7-AD4D-402E-B6F8-8F10FA91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21599-0E2B-48AD-A87E-FF4ED62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3342-12EC-403B-A7F2-8646CD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F8502-92AC-4D68-B7F7-AE8601C1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项目管理：每一列底部列出 Sponsor、LT 和 Owner，便于确认业务支持、领导责任和日常推进责任。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D1C7-C2B0-49C7-90DC-3A1077B9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0b6b7c40a9432b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79746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8702-F5DF-4C05-9F68-C9F3376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B2A59-ED9A-4DAF-9AB2-69C8B6AE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3CC8B-B1E7-40E8-9A8B-E42D787F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72E8A-8487-4869-BDEB-A43B26B9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D6458-4103-4237-AA22-E942A99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4C1A4-3C13-42A9-BFD5-B5A8F84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0b723e4144c44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89431-4712-4429-A303-7EB36BC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BCEC8-EE30-4E72-87D7-333F071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9CA7F-5051-4B2A-8C3F-A610096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F35E1-A48B-438E-B9E1-5E06D082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4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F68A4-A1F9-4149-9348-16BE108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eafd43c45c4dcf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688203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9F9BD-6ED7-497C-BC81-3D52B2AC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47B9-E8D6-4B35-97A7-29B23DF2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1701E-6473-4FDF-BAB5-A5D6A54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04E4B-1F3B-43E5-ABBB-2E650E62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CE21F-0071-42C7-8BA8-CD8186D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2D9F-9C7C-4F6F-9E0A-7E769A55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a3da7825647ed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4613D-B233-4DC9-B03C-2EDD9BD6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6CA7C-4E57-499E-8AFE-45ED203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E863F-376C-481F-99D6-8D98533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77F08-34AB-4F0C-97F7-12972709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30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AC092-8478-4EE2-9308-A582623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3a52ee71f5465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3895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29890A-3375-44A8-AB01-2F69744D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A3E1-DF67-440C-B05E-7EEE8705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F2E1F-2BEA-4BD9-9277-51344803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Game Plan：五大支柱与基础支撑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437FD-BAA0-4EAE-AEC0-9FE4289A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Greater China 的 AI 布局从组织能力、商业洞察、运营服务、职能运营和生态创新五个方向推进，并由技术、数据、治理和 Responsible AI 共同支撑。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7C829-AF67-4A68-BE0D-BE5B68A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020F-F45A-4B77-A9C8-48AC9A1C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F8E64-9E1C-4AFD-B29B-E39DCE7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156F0-DB1D-47B6-BF06-AAA87778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F6176-F4E2-467D-A390-F219C01B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提升组织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673DF-5A7A-42B2-AB7E-E7AD1FF8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AI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F5209-9A31-444D-8F9F-CC5C6157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社群与网络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文化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9A9D8-6740-415C-95B6-BF85C70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518E1-2520-4ABF-AE67-3F8C2027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64170-D1A6-484B-8A84-8074321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9C854-07AE-475A-9F1D-B97A2C8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Win with AI &amp;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31431-8775-4998-A90F-BBAD9597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商机与漏斗洞察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赢丢单复盘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智能投标与定价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E3BE9-A297-4D7A-B0AD-8DC5BB4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6663B-5EAA-4902-BD51-DA4FE5FD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A7F4E-E902-455C-AD62-F6450ED0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运营与服务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0D045-678F-47E1-B246-6344F86A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Operational excellence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92291-0096-462A-B386-2B60F6C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无接触订单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服务运营平台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智慧工厂与供应链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3460D-34F4-41BE-8DA3-FE4605C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51A52-B418-4CD9-91F4-8162EBC7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22224-A464-4D74-AAE6-577E73D6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职能运营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AEBFE-A7E4-4D12-9487-C64E7EC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Functional excellence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51BCD-F1D1-480C-B107-EEB6560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战略与竞品情报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694A9-C832-47D8-BE63-320B1EB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7BA58-D5F9-4565-A702-A44CDE38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0B09E-7623-43DB-9341-4C4F15E9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与生态圈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581B8-5BD7-4426-9708-7BE6D1DB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E2E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7A0EF-0E01-46D4-BCDD-ABF64B21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端到端创新加速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本地第三方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生态协同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CEFAF-4D9D-47BD-8953-4D01CD38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68505-7722-4DE1-8924-64E4F702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CD5BE-59CA-4017-B318-417F1D4E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7BA7D2-12AA-49D9-AA0D-79C1A03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41D220-46E0-4E05-8B9A-C7227F30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2101C0-5826-413D-B8E1-DF864EE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D44A5B-2BDA-4CAE-8465-ADF372B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55B8D-7756-41B6-8265-774A2BFC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45CF47-66F5-4F90-893B-1F8237D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B9F973-124A-499B-BD58-6D3A770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40266f6d6348a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2318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D317B-97B0-49BA-BF5D-84108B8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444A1-3DE5-4DC6-8674-75711DB9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3206-178F-473C-8084-E70376C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E146-871E-4054-AD68-3478B8F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3B247-1B77-473A-855B-ACAED630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22679-D296-481C-B635-76CEAA3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D3A3C-C2FB-47D5-BB9B-96A1C8F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D6CE2-6E8F-4F7D-862A-E6464BB8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C4EF5-6C4E-4922-BCC5-736019F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97121-9098-4A82-B20F-4E60FD5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3E225-4E8E-40B9-9014-E355ACA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19276-BF02-43A8-B508-0D2B758B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5B074-D31D-4D39-88E7-3408D92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7E375-28F7-4884-9ABE-F1F2A4F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CFCC9-B309-4434-B00C-EDEFF188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347B6-65B9-4F5F-B3BC-9B4E068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880C3-9BE2-412B-9308-833157F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E67C8-92FB-4EB7-BAC4-6A433A4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B8625-D171-41CC-904F-F4654F0A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996EF-F097-4736-9A2A-301B5491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12DE4-E6DB-4550-9194-D301AE4E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8E992-D203-435F-A871-69712F8C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21CF8-70F2-49CB-8211-B1D72EA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86cc8068324ee6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76837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66A97-CD68-45DA-8E32-14D74A8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1B8D7-700F-4326-8820-8A8248F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682F4-E471-442D-97ED-E8E7C47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C0AD7-CC04-4858-AC3F-B405314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828D5-CB19-4381-BD8A-D40A313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BD4CC-FFFB-4972-B68E-3F21D15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4d14384654c78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43D01-1517-4CC3-B46A-AEDCAC6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E6221-119A-49CA-BBFB-62841C4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3DEA2-3F3E-43F7-94FB-40CCD56E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496C-30EC-4EAB-9A9E-586CBAF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访问入口：主卡提供“Request access”按钮，并说明引导助手可回答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C3A96-FECA-4F86-8EEF-2D002AE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9fbe9bcdcb4540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47511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7B805-3FED-4276-818E-6DEB5A1C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A1F42-1FFF-44A0-8E1A-C57A2CBB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7068C-749B-4DC4-B551-B8246860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 GCMT 批准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1DE15-08C8-4CD7-A1E2-0B6C431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面向明确的部门、企业或产品研发场景。申请账号和中国网络服务之前，需要先取得本部门对应 GCMT 的批准。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A4431-622E-4CD4-B17A-3F149F97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5F7A4-7672-43E0-AC46-57ACEA7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919d915064c0f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FC347-1DDD-4607-BCA2-38C65B4C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B1F0-CE9C-4E71-BDFE-1888E5C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CA13A-A4CF-4C0A-A98C-FEADAEA6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1DDA6-D821-446B-957E-D87C3E70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适用场景：部门或企业级应用、系统与智能体的技术架构设计和实际开发，以及 Philips 产品的科研、设计和开发。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部门统筹：各部门结合预算和业务需求确定申请范围，原材料建议申请人数不超过部门总人数的 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批准方式：个人可在预算允许的情况下取得 GCMT 邮件批准，也可由部门统一确认人员名单；名单后续可按月复核调整。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D632B-D829-4070-837B-BF2F87F7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8369c8a4694996"/>
              </a:rPr>
              <a:t>打开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794F4-63FB-4EEE-AD43-4B8DBD0A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989adfcb874bad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2085904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559A0-1C49-40E5-80D7-44DF388B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3E2E1-CB58-44FE-A633-20C3032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F9955-82B5-4EA9-9B76-01CF0BB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账号开通与中国网络服务分别申请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BFF13-8ED5-4231-AD16-4E1E471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取得 GCMT 批准后，同时完成 Enterprise ChatGPT 账号申请和 China Internet Acceleration Service 申请；两条路径各有一封审批完成邮件。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52164-539B-43C6-A8C3-52C47192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F7446-5969-4DEF-8C3A-3618556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2c7f9dac64a2d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685ED-4445-4AB0-A4AC-2D71AE22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D08F1-44AC-4286-A45C-63E15EB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71EC7-3FE1-4DB2-9E68-1931304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AE29E-F55D-4615-8002-3FC1877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账号开通：进入 AI Gateway，在 AI Assistant 对话框输入“Access”，提交 Enterprise ChatGPT 账号申请；开通后会收到 OpenAI 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网络服务：在 ServiceNow 申请 China Internet Acceleration Service for Premium Users，并上传个人承诺书和 GCMT 批准材料。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完成标志：网络服务审批完成后会收到 SNOW 关单邮件。确认 OpenAI 开通邮件和 SNOW 关单邮件均已收到，再安装登录工具。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9E712-6030-480B-BDAC-92146BE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b8d41e27f94328"/>
              </a:rPr>
              <a:t>申请 Enterprise ChatGPT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13F12-F4A8-4F08-83E0-2DE8089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c8e9a7bbc84841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2007140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7AF50-9180-4C8D-87DD-B915762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5BA3-5B8A-4699-B860-908D1D9D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DD8A-C65A-4E88-8018-A88751CC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审批完成后：通过 Proxy Doctor 登录 Enterprise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6D71E-02F9-4D31-9ED9-74BC230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确认两项审批完成后，从 Software Portal 安装 ChatGPT Proxy Doctor，通过工具打开 ChatGPT，并使用 Philips Single Sign-On 进入企业工作区。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CDC36-71AA-4819-B132-0F2435DE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73A20-9C04-4F73-B7D7-B58D8F4F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31e50993c4c4c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43E56-1D3F-417B-8BD8-D89E47C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044FA-F500-49A6-BE0C-A985BE4B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A18CC-CB94-4066-A994-5691EBA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CBF0D-786E-4608-B34A-9B9FEC50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安装与登录：进入 Software Portal 下载 ChatGPT Proxy Doctor；从该工具打开网页版或桌面应用，并使用 Philips 账号完成认证。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使用要求：使用 Philips 批准的企业账号和网络路径；不输入机密、患者或敏感个人数据；生成内容先作为草稿，由员工复核事实、合规和决策。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出现问题：确认两封审批邮件，重启并等待策略同步；记录错误信息、时间、网络和设备，再通过 ServiceNow 或本地 IT 获得支持。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65895-21CF-42D2-8C27-BE1F732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beec93ee704eca"/>
              </a:rPr>
              <a:t>打开 Software Portal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B0102-8299-40B0-B09F-5AB57D8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28835dc0da4abe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008926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C56D5-AE07-421D-A28E-E934387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24A98-77E4-4EF7-AD19-A373BA81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7B802-2505-4FDD-A357-0DB82DA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3E437-37FA-4896-BA95-818D1464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800C5-E53E-4BF8-B89E-1A61CCD2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5DC0F-27DA-46E0-BF2C-569ADE1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fc25dbb9a44d6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40B48-8871-49BE-BEBF-275DE447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A323B-CE75-4942-A12C-C4FBCA2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C8754-72D9-4209-85CF-D42D7F48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1C625-E5FD-4FF0-B3CC-8492F05D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866D2-5B1D-4BF3-89DC-12649F56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94dd9896314f2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173081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ADF8-B8C1-46BF-BDF0-ED4411E4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A7C4C-2A05-4CAD-8140-245B0881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92015-3176-4DD7-A835-368CE9B2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83C85-CB50-4DC2-A18A-8061CB0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 GCR AI Network 中不同角色的分工，再通过大使名单找到各职能、业务单元和市场中的本地连接人。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6D8BA-F304-43B2-8706-2A09194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1e13609db74b2f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274FF-2FCC-40CE-937D-7EB3FBA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c6ab370ac24f96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97466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85D379-33BF-4D92-AFFA-30A78C35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A107-5E52-4E56-8EB3-F71A1D9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A7682-53FF-4136-ACB1-95F90FD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Network：四类角色共同推动 AI 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1BEFA-2CBD-4B4A-935B-B50E317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制定方向，Ambassador 组织推广，Catalysts 从业务流程中寻找应用机会，Guru 提供技术连接与落地支持。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E72A9-E4EF-467B-9565-83FFD63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CDC98-63ED-4BD5-9FBE-FE9C4CC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C4A4-6119-4AF1-BC77-6B3F7CF7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3485E-54F8-4BDB-8063-83FAEDE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63146-9857-427A-84EF-9FC49A4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63237-602E-4EBD-A9DB-F11813F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9B8C1-6D43-4C58-8160-77D990D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273F2-F0BE-41F6-8B11-4EAF1A9D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7880A-6756-43F1-ACCD-5181ACE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E0293-4F0F-43EA-A9D1-471D758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9F98F-2B4E-43E7-9152-ED159D9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60302-7E4D-4979-9384-F64E1461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8CDB2-E73F-45B5-B1A6-CBA95E7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045D2-6F59-4553-816C-CAD5B839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激活组织、推动参与和变化管理，帮助 AI 认知与应用扩大到更多团队。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ACA34-8BBF-4F71-80F0-CB2C9BE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105ED-836E-4145-9858-425953D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858AF-8213-4383-B1BB-62F4F8C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EA38E-C8A3-463D-AF7C-69416FB7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E0F13-5020-4884-93D5-77D4D510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C6DA1-C359-459C-B624-391BBFA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95A9D-66DB-435B-BB40-0F9423F5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4116F-BDF8-4B53-8C05-5F42021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C5443-9717-4183-91AE-2072820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1822A-61AC-41D0-941D-A065C5D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D5CAE0-6A03-498A-882D-5A1BAC0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221F7-8F14-4239-B654-E314EF6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连接业务需求与 AI 能力，提供技术支持，并参与落地、运行和持续优化。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08AEF-F351-410F-B01D-BA4193F1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0db83d6cf74a31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43A0A-E306-4F20-B9C2-EEE6DDE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ea3a0cfab74b7e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7374575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2EE3F-802F-43A9-9C28-DFB076D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6202-0A37-4677-BC6C-41EB70B1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7225F-FCF9-4E4E-9F67-0A6D0CA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6F1E2-8A58-4A1B-AD01-0D6D149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GCR AI Ambassador Representative Chair 为 Alison Gu，网络规模为 24 FTE。名单按 Function / BU、GCMT / Function Lead 和 AI Ambassador 对应到各职能、业务单元与市场。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C038F-AB1D-406B-9E86-97D7E10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49F60-A9D8-431C-AE09-DF39AB3D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4454ce8d1461a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7C977-F2CC-4D81-A61C-46C23B4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85BFB-93BB-4CDF-A945-C832DCB5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2ABAC-D75F-4D70-9AB9-4791CED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60FC-48B1-4D24-8789-B1DCA1F4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覆盖范围：名单覆盖 ISC &amp; SSD、市场、财务、法务、HR、战略、质量、法规、临床、创新、IT，以及 ULS、区域市场、EI、HPM、SRC、PH、HK、TW、Medical Officer 和 Government Affairs。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A724A-4C08-4667-8FD8-EDBD12B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29c4715f894b4a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7B58C-F990-4B00-BAEE-5CD20CC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940bbfd79b4433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01079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2405D-51F6-462D-ABFF-E8CDBBA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4B71-A8D9-4DAB-8239-8FFA255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598BA-5D79-40FD-970B-021FEC6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1AC8E-113E-4500-9483-4A8409D2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1A140-E2C8-4C0A-83E8-318CEB60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92b2f7fbdd47e5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14F83-8956-4490-96CF-C49A589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f64dfe341d4a94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CEDEA-8856-4F2F-A17F-D24C89CD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cd1a47ee18489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352915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87365-65F4-4294-B68C-84485282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1D23-1A49-492F-ABDF-C53DF87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E1713-5198-42F8-8703-7E5150D2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0443C-CF20-441D-ABB2-70972F75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FCD15-02E0-47A6-9B13-359A2C8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BF54-8E33-44F4-816B-85BE07C7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97b822ce34cd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86556-73DE-4118-B9B6-DB3A0536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C961B-D72A-462D-A9E4-B6B7A51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3E817-70B2-4630-9670-5FE13F2D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9EC6-049A-42A8-8CC3-3370DC07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942F7-C51B-43BF-B1A4-0006F61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484073a0d440bd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456402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9D716-9280-499E-8BD1-F83E9F0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50BCD-29BC-4392-A755-C21ED0E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E801E-2CD7-4EC5-8916-809143DD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CEA63-4E27-4FFF-921E-9C62BF06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54F25-08A5-4FA3-A3F7-65EA3B1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E6BB0-E6D8-4B79-A023-430DE88E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792f124f34dfc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4E6E-8F55-4FF0-9DE2-095B292A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59941-6BCC-4185-A40E-94E9E548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BB30B-B5BC-43E4-B4B4-714F4225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5F2BB-25BC-44EF-94A2-9B2BEA45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AE5F1-B42C-4640-986F-256DBD3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ac6f62e1264efa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3913983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B29CD-EC4A-4310-8E25-4848B700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D4751-6D5C-4C15-894D-BC5EC915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F5481-4441-4992-8824-7B9A58A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70FEE-A946-49D7-A24F-2E7E20C8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37CF5-F56B-443B-8885-E33FD119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E61F6-DD19-484D-9DCF-9D6F902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29bcd55fd41e8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5E49F-D9F8-443D-BF3F-DA89A4D1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3664C-36F9-4A69-A9AC-34B7369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288C2-6145-4B41-BA2E-AD9641A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065A2-2F12-4F10-809F-513B82B4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60840-42DB-4E0C-BAE5-BEAF30B7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0eaebc1fc443d6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96DD4-13EA-4DBA-8999-16CC391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8298301c8a4120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16634613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285AE-4DBD-4BCB-AD0E-06568F8E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1F6DB-6ACB-495C-A30B-EF45019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56293-02F8-4B1D-B99D-9B9FBCE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193B1-14FC-43D8-8DBB-8AA7697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C544C-7C98-46C0-9ABC-72AF436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780C2-BB94-41FE-A608-AE0488A8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1C6EB-6FD9-4127-B0FA-D1882E5D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4C55D-F2DF-4518-BF10-9C64EAEF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A1D7E-2A47-4A2F-AAED-D96AD0C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CBA72-F115-40A1-8162-D660E5F6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3C14F-CFA0-4BF3-B9FD-7A46D4A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B6763-E0A1-4A34-A27C-400FB66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C8CA6-0532-4BDA-8E8B-FEE7C406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E2FD3-7F6E-4CAB-A874-6CAC51C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8FB9C-F195-4B9C-BF77-0E994F3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780DC-4801-4612-88EF-1E0D9111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0F83D-51D1-47DB-B89B-B00D2FF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431B6-FE22-406D-9381-1E3A08D9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F17E5-306C-4753-970C-D649337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20FF7-7C44-44B3-9EB7-524D13B7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E9D76-5B06-4D1C-A371-FE36253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DB24A-661C-4067-A32A-B86FB26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8C5EC-04D1-49D5-9358-8E7D46F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F9F4D-4F29-4EB0-B5BE-564EE191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0CE01-A35A-430C-95BF-2B32CFF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1B79E-1F77-4DA0-86B2-7B3124F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82083-D84F-4BC8-8462-C0F6FCC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3747E-4087-48FA-80F6-9F830C58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6B8BC-5A9E-443E-A761-110CCADB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3A0FE-D743-4CC3-BE62-3AE6C56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BFF15-C5B0-4213-B2DB-A1720CE6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BCF16-6980-4A66-9AC0-F4D2261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D7FAE-D094-4211-91B5-DC9580E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1CCD30-8EC6-4A99-81FC-A0190D6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E4F081-8F60-45DF-87C9-95C890A8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434B8-C9CA-4821-B6C6-FADD8712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45F54-0ED1-4848-A4AC-B817A4A1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0F976-27FB-4B63-A18C-FCBF68D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d72afc7ba5e41a7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2823507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8BE8F-82C8-47A7-ACB5-03B0A69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3FE9E-AEDD-46F7-8716-0B2D98E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9DCE7-11F9-4496-8B21-DD7F032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21EDE-D6E6-4AD0-9616-914F231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B9FF-56B6-460C-B70F-61CA7EA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3A66-E26D-4B0A-9902-287D55AC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6E2D7-2DE2-4A8E-A5A8-A95217D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43EAD-0060-45E1-BA2E-AC885E1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22137-B198-4907-AFA1-405EEF6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99794-8150-4784-8E62-C1785B2C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32EDF-D3DB-4222-BC70-13B496E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F619E-D85F-43DA-8DD6-D4A246B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40E98-9DC8-40B7-89B1-D839D8C3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1AFFD-B093-4033-B770-89A5547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BB846-95EB-4290-978F-9A104C14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13062-9F2F-4F48-8D84-97F305EF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33C6F-5DFD-4466-B769-84BE7F4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25F2C-6550-411E-B486-59846D4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7FD20-9CED-4601-9390-9F796599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6FCDC-A95D-485B-8086-8B30EDCD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DCC46-8E52-47BE-9014-7A999F7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97451-34BC-4914-AA6E-45B5787F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1E301-B470-402E-ADBF-90393CC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B1BEE-65A3-4F83-AB3F-05B21014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BAE28-F7AF-4BF3-99E3-2F66975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9D982-6C27-40A9-A0D7-BB8A546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975F6-EA2F-432A-BA9F-723B17B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072377b4de401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657025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2272C-3D0F-44D8-AFEB-402504DF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863C9-EC05-444A-865E-1E5D9C0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9363D-1E34-47CA-A7E0-ECE18A2A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41D1-840F-40EA-92B8-DAB998B7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87B55-7B47-4FC6-B05E-FDD06BD3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20FC0-9010-421D-A09F-7B25D4A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2C6AE-011E-4B33-9A11-B0F28FBF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CB1CE-ED58-4B1F-A31E-CE57EEF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3E407-4141-4C34-9556-0F8D703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6315F-14D3-4FB6-81E0-FCDBEECB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3BE3B-644C-4E21-A28D-EDB9134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F978C-3EE1-4B6C-AE1D-87DE09B8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67672-933A-4EDC-8C46-5F51F8F8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EEEC1-A672-44E0-BC9B-BDF7D3CF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45930-45E9-4256-A274-E0D9F86C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B71F5-54D3-4339-8A0F-8D4E3D29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559E4-130B-473B-BFF2-6909AD1B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6ECFF-E2A2-4C87-A813-9D340E4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8084B-B78D-41DE-9146-9F922930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0b6c78e222421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8632007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67F9E-AF1F-4707-91FA-AEA552D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0B7EE-FE34-4485-AB9C-0A69586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BDD13-786C-4A07-833D-6F1733DD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F6E77-E2E8-4C28-83E0-F450883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F18EF-6E23-421D-A459-8FD20366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5EAA3-5F46-4282-8F98-D61BB8F1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36824-4A4B-49BF-A35B-661B128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580E1-0EBE-414B-9E31-F04C003D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2290F-9BC0-4C9D-8E4D-DC185076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C499F-17D3-4E56-8E62-2BF33F81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4af5e5d2b74e88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848661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5FBC9-54AA-439C-A195-30829E5A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2564-C85E-42E7-AC28-A043E7CC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538BF-0E05-44F2-A70F-36B39682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E7708-84EF-46D7-A197-FD882B3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49A2D-D910-49F5-B601-55A3E67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B658C-4340-4186-9F7F-5C5A2889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437A-9F37-49F1-9BDC-52311ED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51889-5595-42C6-9D73-85DFAE42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508FF-83C7-40CD-BAB3-AC09655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1C2AB-9778-4498-ACA6-A9F40DF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6c29bf48814e1f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8858484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5CE38C-7417-463E-B026-9DC8C55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CDBEA-ED04-4045-89FF-5EA36A7A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05E76-9245-49DD-8CBF-8537B649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ADC6A-31B9-4C61-98B9-13F6D87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60A86-F8B8-4394-9D35-8F455342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33CB3-E3CB-435E-B3F8-D46630E3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263AA-43A4-4B64-99A4-A072413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A095E-C121-484F-9BC4-9428226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485E0-06FC-4A35-87AB-34262F68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1C98E-91D0-4404-9280-7E91AEE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DBD72-5B36-42A3-B029-C94F36FF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6654C-459F-4C3C-9A03-0326DF85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35B29-96CB-4A00-9F02-4C7FDDC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DF71A-5779-45B4-8C98-DA76A83A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00E7E-9855-47AF-A9DD-B074A439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ED88A-E877-4484-909D-F48A47AA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4D2DE-6E98-4182-A63C-F3C3171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DD5A9-31D4-4A90-8818-D17C7D0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13553-E495-4E7A-A999-F035E6A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6357C-6DBF-4197-A7CF-51328A5A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D99C6-EC6F-4579-B2D7-8A604BB6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145FD-4EED-4557-9CB3-95A2AC9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C5A20-BA3C-4DEC-86CC-9C7AF80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7A194-54C6-4B86-BDBA-EC1B03C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E03BE-7AA2-4F27-AA91-0D24770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65201-43F6-4596-8A9C-C8C6746E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FC071-9478-480D-BA68-DC700427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09E23-184D-45B7-B0FE-D0B97502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4BE2D-EA96-45E7-A1F3-65ECAFF8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DE854A-B779-4D54-AB30-2473FB0C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C2E232-34D8-42D2-88BA-85B1774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D97078-6422-4406-8B68-85B2823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f270d975ea4e7b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3686299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FBC2E-CDAF-4CCA-83C7-A118D6A2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957A8-C400-4E9B-AAE7-F8B464F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A9939-090D-45DA-BB82-5A89EB8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A3423-C846-4086-B783-9787E0E8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提示词需要说明工作背景、具体任务、输出形式和判断边界。Copilot 据此理解任务目的、处理范围、交付格式以及需要人工确认的事项。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DBC78-1953-4078-9573-DBE97634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21B7-76E7-422D-870A-68231BF1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32EBE-B7A6-4FA2-A65E-CF369C39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1E2D0-ED6E-47CF-80BB-644E823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59D29-A918-4023-8EE8-D6C584A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51C4D-D7B2-4D1A-8B08-65B501C2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CAFC-937E-45DA-B5B5-26B9546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F04FA-EAE2-419F-B821-F1A14FC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AD6C2-E192-4D54-B546-61D7A4E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F0260-BB28-4EBA-9F65-0C709CF5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01B1F-0318-4243-BE00-C564827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D1A9A-C879-4AA5-90BC-6B733BA2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7D863-1122-41D3-B838-B2B773C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5F3F1-9273-4E50-88C8-3160803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B18C9-AC0E-4C25-A5A1-BD309F1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605A3-85E0-4F9D-AFB8-A5EEEBE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06D33-F65C-4CFE-9EE3-671C6C6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D3D83-12C2-4EBB-A328-CAADE1B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F794C-20E4-4D3F-8C5E-64FD004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043b434f4b478a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6470426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BCAA0-E455-4832-92B0-7500B4B6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CB7EA-B42E-4AFF-8744-34EB9ECE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50AED-D705-4936-8740-AB94FA62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91A2D-B8EB-4A77-AA5E-FFAA75F0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FF201-6D58-4958-BB47-E60A946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752B2-51E6-43B1-9A3D-45FEA499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a22389784407c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10F46-D0CA-4C51-BD6A-2EEE187D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BEF96-E9EE-45F2-8EBC-B11CB2B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9B5AD-9A2B-4844-8406-ECCFB3BC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A8DEC-9278-448C-BEE3-B144115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8673D-951D-4C91-843D-ED0CE806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fc46d5ebf448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610890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FA8B8-8282-42E6-8D44-3FD6EBC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8360E-F221-4DEF-AE99-747E65B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94102-53D7-4FB4-B2FA-44314A9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BCEF-9750-42A1-AED0-C93E9B15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2F118-D704-4193-84B8-05EDE02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0634A-3D50-4DF2-9A77-2F538A69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F245-9492-4262-8804-75184208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54457-38AD-4F6B-AAE0-4C68BF5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3DE3C-9BD9-4C7A-9CC5-C16CF3A7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99A91-442D-4D91-AD6F-B6B8001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45DA9-1E09-4E07-BBDE-EEF20239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2B5E-53BF-4FF8-B4FF-A8F18EEC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BD7E9-3061-4B18-963D-88E16F39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23C12-79A9-401F-B1E5-A7870367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7B1F6-C544-480D-830E-974A164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08CB0-CA57-48CC-B731-0888D44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255B1-AB87-4353-8EEA-59101F45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36064-2B26-4B68-A940-F76BC6D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45AC1-FD0F-45FB-B893-64FB0FB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E457B-F285-4791-AF9C-18D8C6F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F4089-E4BF-449F-B609-06FE15D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2FD60-17BB-40D8-A43B-7754DC6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0771b17596465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9199333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6E2FC-7D12-4C49-8CAE-BB8E700F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B0395-1CDB-4C4F-8209-9B20315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7A151-6BA8-49C4-8CDB-A68616D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02249-C014-4E4B-8568-F7073FD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026D-A0CF-4D4F-952E-92416005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4E042-10AD-47AA-817B-5011D7D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16B68-31C2-4468-B41A-0EB4156F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3E059-783A-4AAB-867E-FB48A4B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6143C-B4FB-4CB8-BB7D-A9490A2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93156-78B9-4A42-B5EB-87996880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204B0-1FBA-4031-B48D-550389CE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46164f3d2042e0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6801623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9C1C-001C-4565-8E3F-1B65BD9C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D1175-2C2C-4E9E-8EC7-B519527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6E1E9-176C-47FF-AFAF-FD90687B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B922E-83B8-4F73-A1F8-12D5003E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6A50-74D2-45A9-B07C-65D85F3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0210e51eea455e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77EA-03F5-4797-BC87-7271D53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9934253d224ac6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00DCD-C7B0-4739-9CC7-08242A9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c6fa02ef364741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594585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242E6-6E6B-4F7E-BC44-2342FAAA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C610E-72D0-4610-A3EF-9CD4DFD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D11E4-146D-4B20-9C1E-5D36D1CC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8D89D-C8EF-4079-AF6A-BCF03CC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EF319-2230-4EFC-87FC-22575C9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E4704-D3E2-411F-9192-12A2EEF5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c2f5f875e456f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A85A1-AD95-4738-A6D7-03173E0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C2FE7-69C2-49F9-9BE3-AEB6811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38B45-1391-41B9-AE07-33F1948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0155E-8745-4888-A2F5-972447A6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1622C-920C-428C-B1C5-D19C158C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c5e292f88547ac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DBDD-9BEB-4EFB-9E6F-F1A7862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cfd9100b90438f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0360896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FAE55-067A-4F7F-9F23-743848CF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BDC67-9993-4678-A0B7-28AB9197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BFD71-FE34-4D9F-8929-CFA2AB5D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1BD07-7D16-46AF-8861-4D97D96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33F25-F55A-4800-850A-BC0FDF68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CC09-E918-449D-B415-ED503BC6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4BDC1-5159-4BAD-91F8-E609E1E3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DE46-8CD3-4F25-9926-32CD2B3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E3484-541D-4286-BC4C-13B73822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971FD-B46D-4CD9-8964-C0636DFF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934C-A022-473B-BE25-FE3AFF6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E94A3-BE74-4D12-88E6-2A032042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D4C26-55D4-4CF0-A3DC-0CA21182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087C2-6CA4-4111-8C9E-5E366D7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E030C-2C51-4660-8877-48755C2A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43AA5-004A-40E3-9FB2-568F11DA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8A98A-2C2E-4F92-BBE3-B300BE1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F8DCE-4351-4FA9-AD51-20196A86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C6089-5E6F-488C-83DE-B3EA135F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5DE44-2382-4009-88AD-AD624E1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EE064-27FA-4E80-AD6C-7476236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A4B65-63FF-4059-9702-3238F42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01676-1F4B-47A0-ADE4-D4468D8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EF6DF-4A13-463F-B14D-1F54367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226DD-51C1-4A34-ABA6-45A62971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762E2-F2A1-4C87-B2D4-4C435B1D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FCB34-63A4-4A3C-9680-C51FAC6B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aa04446b7242de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2B1A5-5E3D-4A7E-9BF7-B27BD17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5ebcde6674e4dce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3B95E-7F24-44A5-B801-78F52CB7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01b56e4c854682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83EA3-2B2A-4878-B226-8191C51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55dd9d2ce543d5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7657948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675F9-43B1-4623-A308-BC2B14B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C3CD7-5AC0-4F2B-B641-64F31EFA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881F6-03E4-4532-8173-7178B9F3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BE45F-8083-4963-9A0E-04CB30C0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375EA-AA52-47BC-BDB3-5D2FD41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9003B-2052-4834-AD0C-A680860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326f2f0f646fa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A3984-37DE-4E3A-A7CF-782726A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0284-BF65-4D3F-B8AF-6D599FE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6ABEF-551A-48CC-B247-1088B79D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212C5-80A1-4E77-9D5D-B551641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B78FB-7E0F-479E-956B-46DBE72F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6b8e4de8744f56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9752109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46D36-73A2-4B63-AF23-96FF1210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1FC7D-DA29-46A2-826B-94D8338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917DC-B1AF-4EB5-9F6C-6FACF7C3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48DE6-67DB-4A1B-8F8A-8A2EA8D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66DA4-A40A-4F74-9FCF-9245549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F36C9-D29B-46A8-B59B-F575E3B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14b97b4794662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95BDA-D2F9-4096-AE2E-3FAEB0B5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0399D-2282-4BD6-B42F-743A21C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0B26F-E63E-41CF-91DE-E3B4C9BD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70D0C-369B-4E04-8BBF-11B290F7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60DAE-3202-4DC2-B984-59155F25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9c9890b0ef4bfa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1681174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9023-AB71-4D28-BF12-8E7F8949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F4F1E-ED59-4657-927E-8A6B31C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C1A77-FCBA-4F6A-A7AB-A33E527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C9D43-490E-42A4-955C-0464BB8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C2251-DEA6-47BD-974A-B220EFD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0B2A-894D-4C48-BDC3-B14BF75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d5518499342ba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5477F-29E1-44C7-A631-5A9911F5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DE850-5CE7-40BC-BEB5-27807130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E4CFE-8A1D-4BA4-801A-BDF94E5F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1622C-90C7-40C9-99B0-A94B4204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488E8-AA0A-431C-B0A9-C9C15DD8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6d5d0fa4d54667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9252344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48ADB-D914-4193-BD76-0113805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690B7-1F67-4288-ABF4-DCAF994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136E7-59FB-42E6-9406-CB505F9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11482-AA26-40F9-B42B-9E3162E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0943F-5A37-40AC-AE7D-7222DDF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BB3E7-3C9F-43DD-BE5F-5A727F3F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928cf4c5041b2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685D1-2925-4DA1-9C38-0893048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360F9-8795-42C4-972D-A551303D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0B310-F5C9-4CAC-86EC-7D1A0D7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393A3-2E9C-418E-99FD-FE761C3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CC326-2075-4148-9330-A1BCCEA9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829f1ada8045ef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7018025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EF1569-DBBD-48F1-B6E8-4BFF9FEC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B10D4-C6AB-4D3E-ADEC-963C920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E478-AA47-48F6-AEA1-CBFA36BB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3B8D0-78C3-4F91-ABDA-0A768F7B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03095-F824-4CB2-9159-310698B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2095-47B2-46D9-8014-F9CF56B8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03B7F-7A24-4CE0-ABB7-9AE365F8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1B689-9C0C-4F14-A307-56C3437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53210-A64A-42F7-8CE6-E6B2731B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4F5A9-8202-4A5E-96A8-48BE022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6474A-9FCC-41A1-92B3-8D96F57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CA431-DDA3-4C85-9E55-ECFD48A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D5ABB-56D7-4E44-B1E4-07BA060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EEC87-FD31-4D2E-87DF-6DDEA49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57ED2-11A7-4332-923D-A380EC5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BFC4-7261-4630-A243-E0CA5F18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428C1-0E59-496F-AB6D-ED74449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4FD4C-C485-44B7-9977-CB5DB0ED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99B96-5521-4155-99E2-77CA26D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932D1-FF6A-4F30-835C-362C83F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C8F42-FAEE-4414-B40C-833D803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28CA4-8B64-49A5-8960-A99914BB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C6AB8-9113-4BBE-9DF9-9918361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132C5-F966-4A5B-87D0-E881B30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B8A5E-9CF2-480F-B65C-68E1BF0E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6E405-B62B-446A-8649-134D669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EC444-9FBB-43B7-8629-6A90E01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1BF86-924E-4D55-8FDE-9802E88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E6843-FEEE-485F-9BE7-569B2FE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83F33-8592-4BD4-98C0-32C6F9D4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0FE8A-C985-4661-AA6A-9A0647B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BA9EE-606D-4BF1-9BC0-30D01AA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EB559B-35EF-4F3D-9807-3232C9CD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E0FB5-166B-460B-8670-DB2FBC5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5A0EC-EEE9-4A8F-9939-2BCDB146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DA06F0-0768-4E2A-A8F9-3A3FA0A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A12ED-A25F-4FC3-B16B-8A438B9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9f563b1e1141fc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8982046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12B27-9EDC-40C8-872F-5AD5BB3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39D4E-5223-438A-AAB4-11A2EA2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6AD5E-CBEC-40F3-B0B0-E3C2CFF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F951F-5287-48C3-A643-707E9CA9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63595-5347-4261-B82A-0F752B8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E0DE3-1420-4DB4-B532-FDBE3F3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556df3f5e4cb9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E7C6D-E31D-481D-B61F-6A9AB3C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09CB3-B0BE-43AF-970E-B9D4CFDC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886AE-DE71-44A3-9EFE-FAF08E3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CF49D-1072-4CC5-B8A6-3AE9DAB9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6056-1F36-4969-9360-2355E66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5873ea14006417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179386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0A387-E2AB-45A3-AF11-65BC9C9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6BECC-C84C-4693-BA23-85CBAB2C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ABBC-4E48-4232-A431-CD7D7F71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FEEF0-6F9A-4C2B-969C-CA187D2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0EBC-332A-479C-BBD8-40889415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06306-66AA-4971-AAD7-7CD0257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904aa26bd49bd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142F8-0B73-48CA-B12F-F7D6A63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6F862-05B8-4982-919F-0C8863D0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975E9-0C12-4B9C-A342-BC62263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198CC-5762-42A9-91DA-C59B0AC9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6688A-75F4-4CA7-95C1-8E582EB2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99f6bc4edd42ab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92182636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8E3D3-8B1A-4EFE-8B0A-5542A8A6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C49E-8042-4660-AB4D-D3448B96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43957-9AB9-4865-90E0-52FBAC5A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560F5-1B89-4626-814E-5308496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DF64-2FD2-4F88-9A87-4F2F171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A415-CB4A-4C37-BF13-FF5DDB1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331d096c64c43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C9A9E-6657-4D81-B481-A42B5C29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6092B-7FAA-4354-BAA3-0B898A81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7F939-80A6-4DC6-AE80-A11FBA1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568C3-4F5A-4D2A-97BC-72A72263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D86F3-5D99-4FCE-854B-F66ABC0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166a38538c4a96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455493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B5E13-D45D-4974-9F78-C923D72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386B7-5C9A-4819-A495-F076FF9C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E682E-F6B6-432A-9EAC-2E31D4B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D6A00-C98B-4654-B878-5AA2F36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73D85-348A-497D-932B-2163317A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8F9B5-FFF5-4CC7-B4F9-9D7AF24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7cfa6d594c09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D225D-F13F-44BB-9BD3-E4F1C6C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A610E-6C91-40F4-B012-0AAA773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174D8-7AA7-4A69-8818-E6CCB38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A5A08-6812-4263-AED2-04B1016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B570C-7AA5-4B56-BF3C-2D3C7D3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78c5a45b294d2e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200164169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8ABAE-05A1-4A76-AC2E-68E92E8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3F380-AE5C-407A-8BE2-A92F630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40B05-06CB-4DA9-B026-D30E215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E332A-198A-41A9-854E-BF55FDA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A2FD5-5C2F-4B97-9A9C-91BDDDF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80DD-A0DE-463A-812B-DCAC813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800d9d41d4081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2B248-54C3-4A2D-BD27-14601FC0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F2BEB-31AC-409C-A056-C2A342D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CCF58-734C-4D9C-BB45-903173C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B55C9-E294-4E28-B4EC-23530914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D51F3-D853-4471-921B-24CF925B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f67b34fe42453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2291887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59294-7379-4286-A53D-5383A452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6E2AD-EF0A-4450-A355-0EB8BA7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E56A6-254D-4D46-8C79-A2630097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0343-D5B5-4636-8EB1-085CFF63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4DFA-77F2-4DC8-8BFF-2855DB8F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18FCB-2943-4E8C-9A4D-09ECFD6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b804cd6f3460a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37B41-6914-4D39-8CC8-9588B665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15F3-87E6-4360-B392-6D95D661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D0477-8886-45E0-AC10-FA04F2E6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CBFF8-A5ED-461E-A8BC-EFC7FD9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Message：写明输入、输出和必要约束，可注明负责人、截止日期与状态。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个高频入口。需要新增时点击 Add a suggested prompt。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68265-D32A-46C5-BAA8-D8EBC90D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644c348e0f4d4c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5493806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428A3-148F-445F-B7DB-07C8A876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FF501-3650-42A1-A6F6-4C20C73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D71D7-9AB5-4373-B286-22D465B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9597-6FC8-4F1C-9C47-2A9EB02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D0472-C8E1-4046-B960-EBEEEBA6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30929-CDC0-45D0-8FE2-8F414F7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fe5edc2834b88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A93FA-E96B-4B72-83E2-D17EFE1C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6EBE3-32C2-4E4A-9530-95F86B8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8CD3-BB98-4AC3-B1CF-6586243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489D7-351E-40B1-9CC7-83A646E0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BCC1F-EF94-4FD8-8388-DD3D307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e8bdc8bbfc440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73808408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5AF37-2191-40B2-B9B1-9BD5D55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D54F5-06D7-4B0D-9DEF-EDCAE90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5B5C-B4A2-4E32-A224-46568A7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B48A0-C3E1-4B6B-9F6E-85E82ED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9FCC8-370F-4D91-9431-4B84A5F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99FC2-8256-498B-810C-4CD419D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9259ac04a414e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AF117-2DBA-4BE6-9926-03846344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F362A-0CA0-41D1-9799-94DC0BB0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295DB-CCF3-4379-A47B-5F65354C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8F885-92DE-436B-B740-8D56DAD9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A1EC5-19FA-430C-8098-776EB6D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ba698011fe4ff9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57892257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B8ED-FD21-4635-983A-E50F5AF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8410-5E15-4378-97D3-CC81AF8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18794-EC2F-41F2-82BF-5EF87FFD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806B-4E29-43D5-B185-6099404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CE7AB-79D9-455A-8F3E-2B0F6ED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9371B-FEBE-438E-903C-BABF167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F75DF-B146-4CD3-ACAC-DB67B93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9E06-FA78-4BE8-8DCB-4A62F10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13732-8D44-487A-9DC9-1097F10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0567db75714069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D0821-F0B0-4F41-A4CD-5CA8991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b1628050464a4c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D3DBD-F59C-4445-A61D-4BB54D98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8049b3683a4207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105AF-5057-458B-878B-B19BFDDC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341ac385f04175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24578-3642-426A-B9B1-635B66B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a6bb3c50d44643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693262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2026-08-26T08:50:54.0410000Z</dcterms:created>
  <dcterms:modified xsi:type="dcterms:W3CDTF">2026-08-26T08:50:54.0410000Z</dcterms:modified>
</coreProperties>
</file>