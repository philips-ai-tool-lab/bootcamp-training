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9362c8d4314f59" /><Relationship Type="http://schemas.openxmlformats.org/officeDocument/2006/relationships/extended-properties" Target="/docProps/app.xml" Id="R065cf04e5ab84045" /><Relationship Type="http://schemas.openxmlformats.org/officeDocument/2006/relationships/officeDocument" Target="/ppt/presentation.xml" Id="R8b0f9698e5cb4a78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xmlns:r="http://schemas.openxmlformats.org/officeDocument/2006/relationships" id="2147483648" r:id="R17b114eff0094900"/>
  </p:sldMasterIdLst>
  <p:notesMasterIdLst>
    <p:notesMasterId xmlns:r="http://schemas.openxmlformats.org/officeDocument/2006/relationships" r:id="Rdc4345f76bce4e62"/>
  </p:notesMasterIdLst>
  <p:sldIdLst>
    <p:sldId xmlns:r="http://schemas.openxmlformats.org/officeDocument/2006/relationships" id="256" r:id="R43ce9c84bec54654"/>
    <p:sldId xmlns:r="http://schemas.openxmlformats.org/officeDocument/2006/relationships" id="259" r:id="Re97bf0e14d444592"/>
    <p:sldId xmlns:r="http://schemas.openxmlformats.org/officeDocument/2006/relationships" id="257" r:id="Rc8b58e8c3c184217"/>
    <p:sldId xmlns:r="http://schemas.openxmlformats.org/officeDocument/2006/relationships" id="262" r:id="R5169c2e946ab44d0"/>
    <p:sldId xmlns:r="http://schemas.openxmlformats.org/officeDocument/2006/relationships" id="265" r:id="Rf63557e4cc474a0c"/>
    <p:sldId xmlns:r="http://schemas.openxmlformats.org/officeDocument/2006/relationships" id="261" r:id="R1b46465bb6224643"/>
    <p:sldId xmlns:r="http://schemas.openxmlformats.org/officeDocument/2006/relationships" id="276" r:id="R074adc3c951447e4"/>
    <p:sldId xmlns:r="http://schemas.openxmlformats.org/officeDocument/2006/relationships" id="278" r:id="R21b9578b1d6b4582"/>
    <p:sldId xmlns:r="http://schemas.openxmlformats.org/officeDocument/2006/relationships" id="279" r:id="R38032e27e95840c4"/>
    <p:sldId xmlns:r="http://schemas.openxmlformats.org/officeDocument/2006/relationships" id="285" r:id="R1ba3ea1f4b774166"/>
    <p:sldId xmlns:r="http://schemas.openxmlformats.org/officeDocument/2006/relationships" id="287" r:id="Rec3ceca538024f09"/>
    <p:sldId xmlns:r="http://schemas.openxmlformats.org/officeDocument/2006/relationships" id="289" r:id="R0be287305bb04be0"/>
    <p:sldId xmlns:r="http://schemas.openxmlformats.org/officeDocument/2006/relationships" id="290" r:id="Rdec13ecca53a4d1c"/>
    <p:sldId xmlns:r="http://schemas.openxmlformats.org/officeDocument/2006/relationships" id="291" r:id="Re37e8377d14644ec"/>
    <p:sldId xmlns:r="http://schemas.openxmlformats.org/officeDocument/2006/relationships" id="292" r:id="Rdc44fb0399d74ac6"/>
    <p:sldId xmlns:r="http://schemas.openxmlformats.org/officeDocument/2006/relationships" id="294" r:id="Rc6895e500f244bb1"/>
    <p:sldId xmlns:r="http://schemas.openxmlformats.org/officeDocument/2006/relationships" id="295" r:id="R2263b729641d421e"/>
    <p:sldId xmlns:r="http://schemas.openxmlformats.org/officeDocument/2006/relationships" id="298" r:id="Rf3bd3da0123d42be"/>
    <p:sldId xmlns:r="http://schemas.openxmlformats.org/officeDocument/2006/relationships" id="299" r:id="Rf8f5d905dca04447"/>
    <p:sldId xmlns:r="http://schemas.openxmlformats.org/officeDocument/2006/relationships" id="300" r:id="Rb264e5c9bfcf48f4"/>
    <p:sldId xmlns:r="http://schemas.openxmlformats.org/officeDocument/2006/relationships" id="307" r:id="Rd24f4a576a3c4b09"/>
    <p:sldId xmlns:r="http://schemas.openxmlformats.org/officeDocument/2006/relationships" id="308" r:id="R07b9c783e8fa4af8"/>
    <p:sldId xmlns:r="http://schemas.openxmlformats.org/officeDocument/2006/relationships" id="309" r:id="R9dd1ccab537444de"/>
    <p:sldId xmlns:r="http://schemas.openxmlformats.org/officeDocument/2006/relationships" id="310" r:id="R05b9ebdaeca249be"/>
    <p:sldId xmlns:r="http://schemas.openxmlformats.org/officeDocument/2006/relationships" id="312" r:id="Rb2ed024f7c144422"/>
    <p:sldId xmlns:r="http://schemas.openxmlformats.org/officeDocument/2006/relationships" id="311" r:id="R891e9eb570104b15"/>
    <p:sldId xmlns:r="http://schemas.openxmlformats.org/officeDocument/2006/relationships" id="313" r:id="R19a1310457964937"/>
    <p:sldId xmlns:r="http://schemas.openxmlformats.org/officeDocument/2006/relationships" id="314" r:id="R9ce55a1ed6b24ac1"/>
    <p:sldId xmlns:r="http://schemas.openxmlformats.org/officeDocument/2006/relationships" id="305" r:id="R4db73102df264727"/>
    <p:sldId xmlns:r="http://schemas.openxmlformats.org/officeDocument/2006/relationships" id="315" r:id="R00d08b21506d433f"/>
    <p:sldId xmlns:r="http://schemas.openxmlformats.org/officeDocument/2006/relationships" id="316" r:id="R1f42045a36294db1"/>
    <p:sldId xmlns:r="http://schemas.openxmlformats.org/officeDocument/2006/relationships" id="297" r:id="Rc50ffa967e1144ab"/>
    <p:sldId xmlns:r="http://schemas.openxmlformats.org/officeDocument/2006/relationships" id="301" r:id="Re7af463e061f42f1"/>
    <p:sldId xmlns:r="http://schemas.openxmlformats.org/officeDocument/2006/relationships" id="302" r:id="R64bd48f4300e4a38"/>
    <p:sldId xmlns:r="http://schemas.openxmlformats.org/officeDocument/2006/relationships" id="303" r:id="Rc7e507cb89ae45c5"/>
    <p:sldId xmlns:r="http://schemas.openxmlformats.org/officeDocument/2006/relationships" id="304" r:id="Rcb7fc43f1f1d44b6"/>
    <p:sldId xmlns:r="http://schemas.openxmlformats.org/officeDocument/2006/relationships" id="306" r:id="R7ed2c15731c44151"/>
    <p:sldId xmlns:r="http://schemas.openxmlformats.org/officeDocument/2006/relationships" id="280" r:id="R8b4ab544c2b2411c"/>
    <p:sldId xmlns:r="http://schemas.openxmlformats.org/officeDocument/2006/relationships" id="281" r:id="R4418962ec78c429e"/>
    <p:sldId xmlns:r="http://schemas.openxmlformats.org/officeDocument/2006/relationships" id="282" r:id="R46ed4bc919e643e4"/>
    <p:sldId xmlns:r="http://schemas.openxmlformats.org/officeDocument/2006/relationships" id="283" r:id="R59afd6864e3741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14a04d007dc94a93"/><Relationship Type="http://schemas.openxmlformats.org/officeDocument/2006/relationships/slideMaster" Target="/ppt/slideMasters/slideMaster1.xml" Id="R17b114eff0094900"/><Relationship Type="http://schemas.openxmlformats.org/officeDocument/2006/relationships/notesMaster" Target="/ppt/notesMasters/notesMaster1.xml" Id="Rdc4345f76bce4e62"/><Relationship Type="http://schemas.openxmlformats.org/officeDocument/2006/relationships/presProps" Target="/ppt/presProps.xml" Id="R3d18d66907db4b7e"/><Relationship Type="http://schemas.openxmlformats.org/officeDocument/2006/relationships/viewProps" Target="/ppt/viewProps.xml" Id="R71f519ff8ff240e7"/><Relationship Type="http://schemas.openxmlformats.org/officeDocument/2006/relationships/tableStyles" Target="/ppt/tableStyles.xml" Id="R33df2456b7c74d04"/><Relationship Type="http://schemas.openxmlformats.org/officeDocument/2006/relationships/slide" Target="/ppt/slides/slide1.xml" Id="R43ce9c84bec54654"/><Relationship Type="http://schemas.openxmlformats.org/officeDocument/2006/relationships/slide" Target="/ppt/slides/slide2.xml" Id="Rc8b58e8c3c184217"/><Relationship Type="http://schemas.openxmlformats.org/officeDocument/2006/relationships/slide" Target="/ppt/slides/slide4.xml" Id="Re97bf0e14d444592"/><Relationship Type="http://schemas.openxmlformats.org/officeDocument/2006/relationships/slide" Target="/ppt/slides/slide6.xml" Id="R1b46465bb6224643"/><Relationship Type="http://schemas.openxmlformats.org/officeDocument/2006/relationships/slide" Target="/ppt/slides/slide7.xml" Id="R5169c2e946ab44d0"/><Relationship Type="http://schemas.openxmlformats.org/officeDocument/2006/relationships/slide" Target="/ppt/slides/slide10.xml" Id="Rf63557e4cc474a0c"/><Relationship Type="http://schemas.openxmlformats.org/officeDocument/2006/relationships/slide" Target="/ppt/slides/slide21.xml" Id="R074adc3c951447e4"/><Relationship Type="http://schemas.openxmlformats.org/officeDocument/2006/relationships/slide" Target="/ppt/slides/slide23.xml" Id="R21b9578b1d6b4582"/><Relationship Type="http://schemas.openxmlformats.org/officeDocument/2006/relationships/slide" Target="/ppt/slides/slide24.xml" Id="R38032e27e95840c4"/><Relationship Type="http://schemas.openxmlformats.org/officeDocument/2006/relationships/slide" Target="/ppt/slides/slide25.xml" Id="R8b4ab544c2b2411c"/><Relationship Type="http://schemas.openxmlformats.org/officeDocument/2006/relationships/slide" Target="/ppt/slides/slide26.xml" Id="R4418962ec78c429e"/><Relationship Type="http://schemas.openxmlformats.org/officeDocument/2006/relationships/slide" Target="/ppt/slides/slide27.xml" Id="R46ed4bc919e643e4"/><Relationship Type="http://schemas.openxmlformats.org/officeDocument/2006/relationships/slide" Target="/ppt/slides/slide28.xml" Id="R59afd6864e374196"/><Relationship Type="http://schemas.openxmlformats.org/officeDocument/2006/relationships/slide" Target="/ppt/slides/slide30.xml" Id="R1ba3ea1f4b774166"/><Relationship Type="http://schemas.openxmlformats.org/officeDocument/2006/relationships/slide" Target="/ppt/slides/slide32.xml" Id="Rec3ceca538024f09"/><Relationship Type="http://schemas.openxmlformats.org/officeDocument/2006/relationships/slide" Target="/ppt/slides/slide34.xml" Id="R0be287305bb04be0"/><Relationship Type="http://schemas.openxmlformats.org/officeDocument/2006/relationships/slide" Target="/ppt/slides/slide35.xml" Id="Rdec13ecca53a4d1c"/><Relationship Type="http://schemas.openxmlformats.org/officeDocument/2006/relationships/slide" Target="/ppt/slides/slide36.xml" Id="Re37e8377d14644ec"/><Relationship Type="http://schemas.openxmlformats.org/officeDocument/2006/relationships/slide" Target="/ppt/slides/slide37.xml" Id="Rdc44fb0399d74ac6"/><Relationship Type="http://schemas.openxmlformats.org/officeDocument/2006/relationships/slide" Target="/ppt/slides/slide39.xml" Id="Rc6895e500f244bb1"/><Relationship Type="http://schemas.openxmlformats.org/officeDocument/2006/relationships/slide" Target="/ppt/slides/slide40.xml" Id="R2263b729641d421e"/><Relationship Type="http://schemas.openxmlformats.org/officeDocument/2006/relationships/slide" Target="/ppt/slides/slide42.xml" Id="Rc50ffa967e1144ab"/><Relationship Type="http://schemas.openxmlformats.org/officeDocument/2006/relationships/slide" Target="/ppt/slides/slide43.xml" Id="Rf3bd3da0123d42be"/><Relationship Type="http://schemas.openxmlformats.org/officeDocument/2006/relationships/slide" Target="/ppt/slides/slide44.xml" Id="Rf8f5d905dca04447"/><Relationship Type="http://schemas.openxmlformats.org/officeDocument/2006/relationships/slide" Target="/ppt/slides/slide45.xml" Id="Rb264e5c9bfcf48f4"/><Relationship Type="http://schemas.openxmlformats.org/officeDocument/2006/relationships/slide" Target="/ppt/slides/slide46.xml" Id="Re7af463e061f42f1"/><Relationship Type="http://schemas.openxmlformats.org/officeDocument/2006/relationships/slide" Target="/ppt/slides/slide47.xml" Id="R64bd48f4300e4a38"/><Relationship Type="http://schemas.openxmlformats.org/officeDocument/2006/relationships/slide" Target="/ppt/slides/slide48.xml" Id="Rc7e507cb89ae45c5"/><Relationship Type="http://schemas.openxmlformats.org/officeDocument/2006/relationships/slide" Target="/ppt/slides/slide49.xml" Id="Rcb7fc43f1f1d44b6"/><Relationship Type="http://schemas.openxmlformats.org/officeDocument/2006/relationships/slide" Target="/ppt/slides/slide50.xml" Id="R4db73102df264727"/><Relationship Type="http://schemas.openxmlformats.org/officeDocument/2006/relationships/slide" Target="/ppt/slides/slide51.xml" Id="R7ed2c15731c44151"/><Relationship Type="http://schemas.openxmlformats.org/officeDocument/2006/relationships/slide" Target="/ppt/slides/slide52.xml" Id="Rd24f4a576a3c4b09"/><Relationship Type="http://schemas.openxmlformats.org/officeDocument/2006/relationships/slide" Target="/ppt/slides/slide53.xml" Id="R07b9c783e8fa4af8"/><Relationship Type="http://schemas.openxmlformats.org/officeDocument/2006/relationships/slide" Target="/ppt/slides/slide54.xml" Id="R9dd1ccab537444de"/><Relationship Type="http://schemas.openxmlformats.org/officeDocument/2006/relationships/slide" Target="/ppt/slides/slide55.xml" Id="R05b9ebdaeca249be"/><Relationship Type="http://schemas.openxmlformats.org/officeDocument/2006/relationships/slide" Target="/ppt/slides/slide56.xml" Id="R891e9eb570104b15"/><Relationship Type="http://schemas.openxmlformats.org/officeDocument/2006/relationships/slide" Target="/ppt/slides/slide57.xml" Id="Rb2ed024f7c144422"/><Relationship Type="http://schemas.openxmlformats.org/officeDocument/2006/relationships/slide" Target="/ppt/slides/slide58.xml" Id="R19a1310457964937"/><Relationship Type="http://schemas.openxmlformats.org/officeDocument/2006/relationships/slide" Target="/ppt/slides/slide59.xml" Id="R9ce55a1ed6b24ac1"/><Relationship Type="http://schemas.openxmlformats.org/officeDocument/2006/relationships/slide" Target="/ppt/slides/slide60.xml" Id="R00d08b21506d433f"/><Relationship Type="http://schemas.openxmlformats.org/officeDocument/2006/relationships/slide" Target="/ppt/slides/slide61.xml" Id="R1f42045a36294db1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9aade8541d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614465eeeb474d" /><Relationship Type="http://schemas.openxmlformats.org/officeDocument/2006/relationships/notesMaster" Target="/ppt/notesMasters/notesMaster1.xml" Id="R51db6b2e74b241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52584e189b4809" /><Relationship Type="http://schemas.openxmlformats.org/officeDocument/2006/relationships/notesMaster" Target="/ppt/notesMasters/notesMaster1.xml" Id="Re935316010aa47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106ce8f6e34550" /><Relationship Type="http://schemas.openxmlformats.org/officeDocument/2006/relationships/notesMaster" Target="/ppt/notesMasters/notesMaster1.xml" Id="R5f05516f99c547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99b651cf594f6a" /><Relationship Type="http://schemas.openxmlformats.org/officeDocument/2006/relationships/notesMaster" Target="/ppt/notesMasters/notesMaster1.xml" Id="Raca519f01d4245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2e65296a3f4385" /><Relationship Type="http://schemas.openxmlformats.org/officeDocument/2006/relationships/notesMaster" Target="/ppt/notesMasters/notesMaster1.xml" Id="R201be1053ddd42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9760bf76064d2d" /><Relationship Type="http://schemas.openxmlformats.org/officeDocument/2006/relationships/notesMaster" Target="/ppt/notesMasters/notesMaster1.xml" Id="R0c6691b11c2a42a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3beb63ad074fc2" /><Relationship Type="http://schemas.openxmlformats.org/officeDocument/2006/relationships/notesMaster" Target="/ppt/notesMasters/notesMaster1.xml" Id="R23f082070c1242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d05623d779466c" /><Relationship Type="http://schemas.openxmlformats.org/officeDocument/2006/relationships/notesMaster" Target="/ppt/notesMasters/notesMaster1.xml" Id="R3fc539a517df48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29af2f04c941e4" /><Relationship Type="http://schemas.openxmlformats.org/officeDocument/2006/relationships/notesMaster" Target="/ppt/notesMasters/notesMaster1.xml" Id="R222b9d7e5be845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b194c4b330a423d" /><Relationship Type="http://schemas.openxmlformats.org/officeDocument/2006/relationships/notesMaster" Target="/ppt/notesMasters/notesMaster1.xml" Id="R400cfffa948947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acc1499a7764678" /><Relationship Type="http://schemas.openxmlformats.org/officeDocument/2006/relationships/notesMaster" Target="/ppt/notesMasters/notesMaster1.xml" Id="Rd797bf83dcc5431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58e443d74754d20" /><Relationship Type="http://schemas.openxmlformats.org/officeDocument/2006/relationships/notesMaster" Target="/ppt/notesMasters/notesMaster1.xml" Id="R40ceaaf74ac34e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1fd29a485664105" /><Relationship Type="http://schemas.openxmlformats.org/officeDocument/2006/relationships/notesMaster" Target="/ppt/notesMasters/notesMaster1.xml" Id="R6ed3e278c9c24c5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e56fc13e4634037" /><Relationship Type="http://schemas.openxmlformats.org/officeDocument/2006/relationships/notesMaster" Target="/ppt/notesMasters/notesMaster1.xml" Id="R2d700f698d134a8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250589eb8c74fa8" /><Relationship Type="http://schemas.openxmlformats.org/officeDocument/2006/relationships/notesMaster" Target="/ppt/notesMasters/notesMaster1.xml" Id="Rde698b4c920f494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1d51c7e61674ecf" /><Relationship Type="http://schemas.openxmlformats.org/officeDocument/2006/relationships/notesMaster" Target="/ppt/notesMasters/notesMaster1.xml" Id="R08e5fca99abc454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7603a265a7f4d48" /><Relationship Type="http://schemas.openxmlformats.org/officeDocument/2006/relationships/notesMaster" Target="/ppt/notesMasters/notesMaster1.xml" Id="R3d9dc4e3843f4b5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409a4f67b314025" /><Relationship Type="http://schemas.openxmlformats.org/officeDocument/2006/relationships/notesMaster" Target="/ppt/notesMasters/notesMaster1.xml" Id="R14d1dd8d7cb449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dca9b4d1f0c4e44" /><Relationship Type="http://schemas.openxmlformats.org/officeDocument/2006/relationships/notesMaster" Target="/ppt/notesMasters/notesMaster1.xml" Id="Rd339c09844fc42b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590402b62c04273" /><Relationship Type="http://schemas.openxmlformats.org/officeDocument/2006/relationships/notesMaster" Target="/ppt/notesMasters/notesMaster1.xml" Id="R468d47a3aae645e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b1d7405bac341dd" /><Relationship Type="http://schemas.openxmlformats.org/officeDocument/2006/relationships/notesMaster" Target="/ppt/notesMasters/notesMaster1.xml" Id="R5fcccc28bb2e46b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d157845e1fa42a3" /><Relationship Type="http://schemas.openxmlformats.org/officeDocument/2006/relationships/notesMaster" Target="/ppt/notesMasters/notesMaster1.xml" Id="R34dd00dba7aa4df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e5b4a012ac8462e" /><Relationship Type="http://schemas.openxmlformats.org/officeDocument/2006/relationships/notesMaster" Target="/ppt/notesMasters/notesMaster1.xml" Id="R8eae6cb20b904d5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5316faba08a4c5b" /><Relationship Type="http://schemas.openxmlformats.org/officeDocument/2006/relationships/notesMaster" Target="/ppt/notesMasters/notesMaster1.xml" Id="R84ad269a4f2343b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bf44a07011b457a" /><Relationship Type="http://schemas.openxmlformats.org/officeDocument/2006/relationships/notesMaster" Target="/ppt/notesMasters/notesMaster1.xml" Id="Rd8c1e03bc4734b3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54bc736c8e3449a" /><Relationship Type="http://schemas.openxmlformats.org/officeDocument/2006/relationships/notesMaster" Target="/ppt/notesMasters/notesMaster1.xml" Id="Rb4e11b9cb73c4f2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7cb5cb304444edc" /><Relationship Type="http://schemas.openxmlformats.org/officeDocument/2006/relationships/notesMaster" Target="/ppt/notesMasters/notesMaster1.xml" Id="R1d81450870ab462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6f419fc542c4b48" /><Relationship Type="http://schemas.openxmlformats.org/officeDocument/2006/relationships/notesMaster" Target="/ppt/notesMasters/notesMaster1.xml" Id="Ra2d296d6fe1b4aa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16cea53a1924c1f" /><Relationship Type="http://schemas.openxmlformats.org/officeDocument/2006/relationships/notesMaster" Target="/ppt/notesMasters/notesMaster1.xml" Id="Ra319212dc30a465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4dc5e4b967b460c" /><Relationship Type="http://schemas.openxmlformats.org/officeDocument/2006/relationships/notesMaster" Target="/ppt/notesMasters/notesMaster1.xml" Id="Rb737b72d9396432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11e4028ad1d4dc0" /><Relationship Type="http://schemas.openxmlformats.org/officeDocument/2006/relationships/notesMaster" Target="/ppt/notesMasters/notesMaster1.xml" Id="R29e166ce5a09466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d19831a6d3c4330" /><Relationship Type="http://schemas.openxmlformats.org/officeDocument/2006/relationships/notesMaster" Target="/ppt/notesMasters/notesMaster1.xml" Id="R43abaadb1bfa4e8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282806641054d5f" /><Relationship Type="http://schemas.openxmlformats.org/officeDocument/2006/relationships/notesMaster" Target="/ppt/notesMasters/notesMaster1.xml" Id="R73880c42137d4f0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2a863b5659d427d" /><Relationship Type="http://schemas.openxmlformats.org/officeDocument/2006/relationships/notesMaster" Target="/ppt/notesMasters/notesMaster1.xml" Id="R9f93b0147186491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3188668bc5943c9" /><Relationship Type="http://schemas.openxmlformats.org/officeDocument/2006/relationships/notesMaster" Target="/ppt/notesMasters/notesMaster1.xml" Id="R94d880173830421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5cca7797dda4021" /><Relationship Type="http://schemas.openxmlformats.org/officeDocument/2006/relationships/notesMaster" Target="/ppt/notesMasters/notesMaster1.xml" Id="R7fe42dd378bd449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d9948403970492e" /><Relationship Type="http://schemas.openxmlformats.org/officeDocument/2006/relationships/notesMaster" Target="/ppt/notesMasters/notesMaster1.xml" Id="Rafa8af5c03bb4ed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38e25c40b6a4b24" /><Relationship Type="http://schemas.openxmlformats.org/officeDocument/2006/relationships/notesMaster" Target="/ppt/notesMasters/notesMaster1.xml" Id="R55ec88adb4c04cc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80647861e5147d5" /><Relationship Type="http://schemas.openxmlformats.org/officeDocument/2006/relationships/notesMaster" Target="/ppt/notesMasters/notesMaster1.xml" Id="Rc01b4bb7e58e440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0e04bbe88d74a06" /><Relationship Type="http://schemas.openxmlformats.org/officeDocument/2006/relationships/notesMaster" Target="/ppt/notesMasters/notesMaster1.xml" Id="Rf9cb88311638438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7aa8b974f86453f" /><Relationship Type="http://schemas.openxmlformats.org/officeDocument/2006/relationships/notesMaster" Target="/ppt/notesMasters/notesMaster1.xml" Id="R49335e53d44f449c" 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0–1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2–4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[Updated] Jul. townhall AI slide.pptx — slide 1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1–2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8–11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4–6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6–8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[Updated] Jul. townhall AI slide.pptx — slide 2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11–13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[Updated] Jul. townhall AI slide.pptx — slide 3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13–15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GCR AI Ambassador image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15–16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https://aiskillsnavigator.microsoft.com/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课后参考，不计入 90 分钟主讲。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课后参考，不计入 90 分钟主讲。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课后参考，不计入 90 分钟主讲。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课后参考，不计入 90 分钟主讲。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16–18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18–19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https://m365.cloud.microsoft/chat</a:t>
            </a:r>
          </a:p>
          <a:p>
            <a:r>
              <a:t>- Local fictional Green Office Week training data</a:t>
            </a:r>
          </a:p>
          <a:p>
            <a:r>
              <a:t/>
            </a:r>
          </a:p>
          <a:p>
            <a:r>
              <a:t>绿色办公周为虚构培训资料。保留原日期及资料状态，不推断今天的真实进度。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19–21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Local fictional Green Office Week Project Brief</a:t>
            </a:r>
          </a:p>
          <a:p>
            <a:r>
              <a:t>- https://m365.cloud.microsoft/chat</a:t>
            </a:r>
          </a:p>
          <a:p>
            <a:r>
              <a:t/>
            </a:r>
          </a:p>
          <a:p>
            <a:r>
              <a:t>绿色办公周为虚构培训资料。保留原日期及资料状态，不推断今天的真实进度。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21–23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Local fictional Green Office Week Meeting Notes</a:t>
            </a:r>
          </a:p>
          <a:p>
            <a:r>
              <a:t>- https://m365.cloud.microsoft/chat</a:t>
            </a:r>
          </a:p>
          <a:p>
            <a:r>
              <a:t/>
            </a:r>
          </a:p>
          <a:p>
            <a:r>
              <a:t>绿色办公周为虚构培训资料。保留原日期及资料状态，不推断今天的真实进度。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23–25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Local fictional Green Office Week Timeline</a:t>
            </a:r>
          </a:p>
          <a:p>
            <a:r>
              <a:t>- https://m365.cloud.microsoft/chat</a:t>
            </a:r>
          </a:p>
          <a:p>
            <a:r>
              <a:t/>
            </a:r>
          </a:p>
          <a:p>
            <a:r>
              <a:t>绿色办公周为虚构培训资料。保留原日期及资料状态，不推断今天的真实进度。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25–27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https://m365.cloud.microsoft/chat</a:t>
            </a:r>
          </a:p>
          <a:p>
            <a:r>
              <a:t/>
            </a:r>
          </a:p>
          <a:p>
            <a:r>
              <a:t>绿色办公周为虚构培训资料。保留原日期及资料状态，不推断今天的真实进度。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27–28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M365 Copilot screenshot</a:t>
            </a:r>
          </a:p>
          <a:p>
            <a:r>
              <a:t>- https://m365.cloud.microsoft/chat</a:t>
            </a:r>
          </a:p>
          <a:p>
            <a:r>
              <a:t/>
            </a:r>
          </a:p>
          <a:p>
            <a:r>
              <a:t>绿色办公周为虚构培训资料。保留原日期及资料状态，不推断今天的真实进度。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28–34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https://m365.cloud.microsoft/chat</a:t>
            </a:r>
          </a:p>
          <a:p>
            <a:r>
              <a:t/>
            </a:r>
          </a:p>
          <a:p>
            <a:r>
              <a:t>绿色办公周为虚构培训资料。保留原日期及资料状态，不推断今天的真实进度。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80–90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https://m365.cloud.microsoft/chat</a:t>
            </a:r>
          </a:p>
          <a:p>
            <a:r>
              <a:t/>
            </a:r>
          </a:p>
          <a:p>
            <a:r>
              <a:t>绿色办公周为虚构培训资料。保留原日期及资料状态，不推断今天的真实进度。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34–46 分钟。本场总时长 90 分钟。</a:t>
            </a:r>
          </a:p>
          <a:p>
            <a:r>
              <a:t/>
            </a:r>
          </a:p>
          <a:p>
            <a:r>
              <a:t>讲解提示：这是示例提示词，不是唯一写法。重点是把背景、任务、输出和约束说清楚。</a:t>
            </a:r>
          </a:p>
          <a:p>
            <a:r>
              <a:t>[Sources]</a:t>
            </a:r>
          </a:p>
          <a:p>
            <a:r>
              <a:t>- Bootcamp_AI培训资料汇总_20260820/02_Copilot日常实操案例/01_绿色办公周_项目简介_虚构数据.txt</a:t>
            </a:r>
          </a:p>
          <a:p>
            <a:r>
              <a:t>- Bootcamp_AI培训资料汇总_20260820/02_Copilot日常实操案例/02_绿色办公周_会议纪要_虚构数据.txt</a:t>
            </a:r>
          </a:p>
          <a:p>
            <a:r>
              <a:t>- Bootcamp_AI培训资料汇总_20260820/02_Copilot日常实操案例/03_绿色办公周_时间表_虚构数据.txt</a:t>
            </a:r>
          </a:p>
          <a:p>
            <a:r>
              <a:t/>
            </a:r>
          </a:p>
          <a:p>
            <a:r>
              <a:t>绿色办公周为虚构培训资料。保留原日期及资料状态，不推断今天的真实进度。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46–50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Green Office Week fictional training files and example prompt on slides 24–32</a:t>
            </a:r>
          </a:p>
          <a:p>
            <a:r>
              <a:t/>
            </a:r>
          </a:p>
          <a:p>
            <a:r>
              <a:t>绿色办公周为虚构培训资料。保留原日期及资料状态，不推断今天的真实进度。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50–51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  <a:p>
            <a:r>
              <a:t>- https://m365.cloud.microsoft/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课后参考，不计入 90 分钟主讲。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课后参考，不计入 90 分钟主讲。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课后参考，不计入 90 分钟主讲。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课后参考，不计入 90 分钟主讲。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https://philips-ai-tool-lab.github.io/ai-tool-lab-preview/labs/product-manual-faq/</a:t>
            </a:r>
          </a:p>
          <a:p>
            <a:r>
              <a:t>- Current site screenshot: lab2-product-manual-new-ui.png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68–70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https://learn.microsoft.com/en-us/microsoft-365/copilot/extensibility/agent-builder-build-agents</a:t>
            </a:r>
          </a:p>
          <a:p>
            <a:r>
              <a:t>https://learn.microsoft.com/en-us/microsoft-365/copilot/extensibility/agent-builder-add-knowledge</a:t>
            </a:r>
          </a:p>
          <a:p>
            <a:r>
              <a:t>https://learn.microsoft.com/en-us/microsoft-365/copilot/extensibility/agent-builder-share-manage-agents</a:t>
            </a:r>
          </a:p>
          <a:p>
            <a:r>
              <a:t>配图：既有培训资源 agent-share-dialog.png。</a:t>
            </a:r>
          </a:p>
          <a:p>
            <a:r>
              <a:t>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课后参考，不计入 90 分钟主讲。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https://philips-ai-tool-lab.github.io/ai-tool-lab-preview/labs/funnel-data-analyst/</a:t>
            </a:r>
          </a:p>
          <a:p>
            <a:r>
              <a:t>- Current site screenshot: lab4-funnel-attachments-new-ui.png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51–53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https://learn.microsoft.com/en-us/microsoft-365/copilot/extensibility/agent-builder-build-agents</a:t>
            </a:r>
          </a:p>
          <a:p>
            <a:r>
              <a:t>https://learn.microsoft.com/en-us/microsoft-365/copilot/extensibility/agent-builder-add-knowledge</a:t>
            </a:r>
          </a:p>
          <a:p>
            <a:r>
              <a:t>https://learn.microsoft.com/en-us/microsoft-365/copilot/extensibility/agent-builder-share-manage-agents</a:t>
            </a:r>
          </a:p>
          <a:p>
            <a:r>
              <a:t>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53–54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https://learn.microsoft.com/en-us/microsoft-365/copilot/extensibility/agent-builder-build-agents</a:t>
            </a:r>
          </a:p>
          <a:p>
            <a:r>
              <a:t>https://learn.microsoft.com/en-us/microsoft-365/copilot/extensibility/agent-builder-add-knowledge</a:t>
            </a:r>
          </a:p>
          <a:p>
            <a:r>
              <a:t>https://learn.microsoft.com/en-us/microsoft-365/copilot/extensibility/agent-builder-share-manage-agents</a:t>
            </a:r>
          </a:p>
          <a:p>
            <a:r>
              <a:t>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54–55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https://learn.microsoft.com/en-us/microsoft-365/copilot/extensibility/agent-builder-build-agents</a:t>
            </a:r>
          </a:p>
          <a:p>
            <a:r>
              <a:t>https://learn.microsoft.com/en-us/microsoft-365/copilot/extensibility/agent-builder-add-knowledge</a:t>
            </a:r>
          </a:p>
          <a:p>
            <a:r>
              <a:t>https://learn.microsoft.com/en-us/microsoft-365/copilot/extensibility/agent-builder-share-manage-agents</a:t>
            </a:r>
          </a:p>
          <a:p>
            <a:r>
              <a:t>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55–59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https://learn.microsoft.com/en-us/microsoft-365/copilot/extensibility/agent-builder-build-agents</a:t>
            </a:r>
          </a:p>
          <a:p>
            <a:r>
              <a:t>https://learn.microsoft.com/en-us/microsoft-365/copilot/extensibility/agent-builder-add-knowledge</a:t>
            </a:r>
          </a:p>
          <a:p>
            <a:r>
              <a:t>https://learn.microsoft.com/en-us/microsoft-365/copilot/extensibility/agent-builder-share-manage-agents</a:t>
            </a:r>
          </a:p>
          <a:p>
            <a:r>
              <a:t>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61–62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https://learn.microsoft.com/en-us/microsoft-365/copilot/extensibility/agent-builder-build-agents</a:t>
            </a:r>
          </a:p>
          <a:p>
            <a:r>
              <a:t>https://learn.microsoft.com/en-us/microsoft-365/copilot/extensibility/agent-builder-add-knowledge</a:t>
            </a:r>
          </a:p>
          <a:p>
            <a:r>
              <a:t>https://learn.microsoft.com/en-us/microsoft-365/copilot/extensibility/agent-builder-share-manage-agents</a:t>
            </a:r>
          </a:p>
          <a:p>
            <a:r>
              <a:t>配图：既有培训资源 funnel-capabilities.png。</a:t>
            </a:r>
          </a:p>
          <a:p>
            <a:r>
              <a:t>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59–61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https://learn.microsoft.com/en-us/microsoft-365/copilot/extensibility/agent-builder-build-agents</a:t>
            </a:r>
          </a:p>
          <a:p>
            <a:r>
              <a:t>https://learn.microsoft.com/en-us/microsoft-365/copilot/extensibility/agent-builder-add-knowledge</a:t>
            </a:r>
          </a:p>
          <a:p>
            <a:r>
              <a:t>https://learn.microsoft.com/en-us/microsoft-365/copilot/extensibility/agent-builder-share-manage-agents</a:t>
            </a:r>
          </a:p>
          <a:p>
            <a:r>
              <a:t>配图：既有培训资源 lab3-mail-template-new-ui.png。</a:t>
            </a:r>
          </a:p>
          <a:p>
            <a:r>
              <a:t>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62–64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https://learn.microsoft.com/en-us/microsoft-365/copilot/extensibility/agent-builder-build-agents</a:t>
            </a:r>
          </a:p>
          <a:p>
            <a:r>
              <a:t>https://learn.microsoft.com/en-us/microsoft-365/copilot/extensibility/agent-builder-add-knowledge</a:t>
            </a:r>
          </a:p>
          <a:p>
            <a:r>
              <a:t>https://learn.microsoft.com/en-us/microsoft-365/copilot/extensibility/agent-builder-share-manage-agents</a:t>
            </a:r>
          </a:p>
          <a:p>
            <a:r>
              <a:t>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64–68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https://learn.microsoft.com/en-us/microsoft-365/copilot/extensibility/agent-builder-build-agents</a:t>
            </a:r>
          </a:p>
          <a:p>
            <a:r>
              <a:t>https://learn.microsoft.com/en-us/microsoft-365/copilot/extensibility/agent-builder-add-knowledge</a:t>
            </a:r>
          </a:p>
          <a:p>
            <a:r>
              <a:t>https://learn.microsoft.com/en-us/microsoft-365/copilot/extensibility/agent-builder-share-manage-agents</a:t>
            </a:r>
          </a:p>
          <a:p>
            <a:r>
              <a:t>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70–75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https://learn.microsoft.com/en-us/microsoft-365/copilot/extensibility/agent-builder-build-agents</a:t>
            </a:r>
          </a:p>
          <a:p>
            <a:r>
              <a:t>https://learn.microsoft.com/en-us/microsoft-365/copilot/extensibility/agent-builder-add-knowledge</a:t>
            </a:r>
          </a:p>
          <a:p>
            <a:r>
              <a:t>https://learn.microsoft.com/en-us/microsoft-365/copilot/extensibility/agent-builder-share-manage-agents</a:t>
            </a:r>
          </a:p>
          <a:p>
            <a:r>
              <a:t>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授课节奏：第 75–80 分钟。本场总时长 90 分钟。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https://learn.microsoft.com/en-us/microsoft-365/copilot/extensibility/agent-builder-build-agents</a:t>
            </a:r>
          </a:p>
          <a:p>
            <a:r>
              <a:t>https://learn.microsoft.com/en-us/microsoft-365/copilot/extensibility/agent-builder-add-knowledge</a:t>
            </a:r>
          </a:p>
          <a:p>
            <a:r>
              <a:t>https://learn.microsoft.com/en-us/microsoft-365/copilot/extensibility/agent-builder-share-manage-agents</a:t>
            </a:r>
          </a:p>
          <a:p>
            <a:r>
              <a:t>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4980e71df43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ab18cc06a463e" /><Relationship Type="http://schemas.openxmlformats.org/officeDocument/2006/relationships/slideLayout" Target="/ppt/slideLayouts/slideLayout1.xml" Id="Rdc69cdd779f546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69cdd779f546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4867cf6e34324" /><Relationship Type="http://schemas.openxmlformats.org/officeDocument/2006/relationships/hyperlink" Target="https://aiskillsnavigator.microsoft.com/" TargetMode="External" Id="R733973a6259d4369" /><Relationship Type="http://schemas.openxmlformats.org/officeDocument/2006/relationships/notesSlide" Target="/ppt/notesSlides/notesSlide1.xml" Id="Re209cd2b930f42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16a3fdb2945d1" /><Relationship Type="http://schemas.openxmlformats.org/officeDocument/2006/relationships/hyperlink" Target="https://www.aigateway.ai.inside.philips.com/" TargetMode="External" Id="R4734d1283af143bb" /><Relationship Type="http://schemas.openxmlformats.org/officeDocument/2006/relationships/notesSlide" Target="/ppt/notesSlides/notesSlide2.xml" Id="R7377446e554747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b792e24464d87" /><Relationship Type="http://schemas.openxmlformats.org/officeDocument/2006/relationships/hyperlink" Target="https://aiskillsnavigator.microsoft.com/" TargetMode="External" Id="Ra96e34d84b174720" /><Relationship Type="http://schemas.openxmlformats.org/officeDocument/2006/relationships/notesSlide" Target="/ppt/notesSlides/notesSlide4.xml" Id="R411cbca64c354a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2d30fe76347c9" /><Relationship Type="http://schemas.openxmlformats.org/officeDocument/2006/relationships/hyperlink" Target="https://www.aigateway.ai.inside.philips.com/" TargetMode="External" Id="Rce97535521694c55" /><Relationship Type="http://schemas.openxmlformats.org/officeDocument/2006/relationships/notesSlide" Target="/ppt/notesSlides/notesSlide6.xml" Id="Reae3c27faa3740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04c32ea2c428b" /><Relationship Type="http://schemas.openxmlformats.org/officeDocument/2006/relationships/image" Target="/ppt/media/image.png" Id="R88a919e44fc94857" /><Relationship Type="http://schemas.openxmlformats.org/officeDocument/2006/relationships/hyperlink" Target="https://www.aigateway.ai.inside.philips.com/" TargetMode="External" Id="R9a4eb6c35cb34bd4" /><Relationship Type="http://schemas.openxmlformats.org/officeDocument/2006/relationships/notesSlide" Target="/ppt/notesSlides/notesSlide7.xml" Id="Ra24ca15d25d143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a2e9c77144b12" /><Relationship Type="http://schemas.openxmlformats.org/officeDocument/2006/relationships/hyperlink" Target="https://www.aigateway.ai.inside.philips.com/" TargetMode="External" Id="R9cdac7a92b2e4e89" /><Relationship Type="http://schemas.openxmlformats.org/officeDocument/2006/relationships/notesSlide" Target="/ppt/notesSlides/notesSlide10.xml" Id="Rde4772111edf42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307f843a746a2" /><Relationship Type="http://schemas.openxmlformats.org/officeDocument/2006/relationships/hyperlink" Target="https://www.aigateway.ai.inside.philips.com/" TargetMode="External" Id="R26169fe1ff074579" /><Relationship Type="http://schemas.openxmlformats.org/officeDocument/2006/relationships/hyperlink" Target="https://philips-ai-tool-lab.github.io/ai-tool-lab-preview/" TargetMode="External" Id="R4682e9adfb4d46ab" /><Relationship Type="http://schemas.openxmlformats.org/officeDocument/2006/relationships/notesSlide" Target="/ppt/notesSlides/notesSlide21.xml" Id="Ra67c93b24cbc4fc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73e8e4575471f" /><Relationship Type="http://schemas.openxmlformats.org/officeDocument/2006/relationships/image" Target="/ppt/media/image6.png" Id="Rae9db0a6318144e2" /><Relationship Type="http://schemas.openxmlformats.org/officeDocument/2006/relationships/hyperlink" Target="https://aiskillsnavigator.microsoft.com/" TargetMode="External" Id="Re493ec952a234e74" /><Relationship Type="http://schemas.openxmlformats.org/officeDocument/2006/relationships/hyperlink" Target="https://m365.cloud.microsoft/chat" TargetMode="External" Id="R8ae0141e77b446e6" /><Relationship Type="http://schemas.openxmlformats.org/officeDocument/2006/relationships/notesSlide" Target="/ppt/notesSlides/notesSlide23.xml" Id="Rf23cbf1e23ba499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ee28fdb284640" /><Relationship Type="http://schemas.openxmlformats.org/officeDocument/2006/relationships/hyperlink" Target="https://aiskillsnavigator.microsoft.com/" TargetMode="External" Id="Rc57d8be15054439c" /><Relationship Type="http://schemas.openxmlformats.org/officeDocument/2006/relationships/hyperlink" Target="https://aiskillsnavigator.microsoft.com/playlists/291ff1ba-c754-44f1-9814-ef8917f8c989" TargetMode="External" Id="Rf07a42d075314104" /><Relationship Type="http://schemas.openxmlformats.org/officeDocument/2006/relationships/hyperlink" Target="https://m365.cloud.microsoft/chat" TargetMode="External" Id="R0b701f497d274b7d" /><Relationship Type="http://schemas.openxmlformats.org/officeDocument/2006/relationships/notesSlide" Target="/ppt/notesSlides/notesSlide24.xml" Id="R5e048003902340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7d40d09b344c0" /><Relationship Type="http://schemas.openxmlformats.org/officeDocument/2006/relationships/image" Target="/ppt/media/image7.png" Id="R0a887a9545c44709" /><Relationship Type="http://schemas.openxmlformats.org/officeDocument/2006/relationships/hyperlink" Target="https://aiskillsnavigator.microsoft.com/" TargetMode="External" Id="R363b1af7d03041ff" /><Relationship Type="http://schemas.openxmlformats.org/officeDocument/2006/relationships/notesSlide" Target="/ppt/notesSlides/notesSlide25.xml" Id="Rdef6b62506d24c0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454523c3a4986" /><Relationship Type="http://schemas.openxmlformats.org/officeDocument/2006/relationships/image" Target="/ppt/media/image8.png" Id="R5aae278b22874d22" /><Relationship Type="http://schemas.openxmlformats.org/officeDocument/2006/relationships/hyperlink" Target="https://aiskillsnavigator.microsoft.com/playlists/291ff1ba-c754-44f1-9814-ef8917f8c989" TargetMode="External" Id="Ra3a6ec04d7384491" /><Relationship Type="http://schemas.openxmlformats.org/officeDocument/2006/relationships/notesSlide" Target="/ppt/notesSlides/notesSlide26.xml" Id="R0bb8900c1e74494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aaa713cb64237" /><Relationship Type="http://schemas.openxmlformats.org/officeDocument/2006/relationships/image" Target="/ppt/media/image9.png" Id="Re1a0c162ef194e25" /><Relationship Type="http://schemas.openxmlformats.org/officeDocument/2006/relationships/hyperlink" Target="https://aiskillsnavigator.microsoft.com/playlists/291ff1ba-c754-44f1-9814-ef8917f8c989" TargetMode="External" Id="R0ea3ed0ae55143b3" /><Relationship Type="http://schemas.openxmlformats.org/officeDocument/2006/relationships/hyperlink" Target="https://learn.microsoft.com/zh-cn/training/courses/ms-4004" TargetMode="External" Id="Rad1d2984650d4da2" /><Relationship Type="http://schemas.openxmlformats.org/officeDocument/2006/relationships/notesSlide" Target="/ppt/notesSlides/notesSlide27.xml" Id="R31e5e17275554bb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f784bfc0f4b7f" /><Relationship Type="http://schemas.openxmlformats.org/officeDocument/2006/relationships/hyperlink" Target="https://aiskillsnavigator.microsoft.com/playlists/291ff1ba-c754-44f1-9814-ef8917f8c989" TargetMode="External" Id="Ra5b20b6c18a949f1" /><Relationship Type="http://schemas.openxmlformats.org/officeDocument/2006/relationships/notesSlide" Target="/ppt/notesSlides/notesSlide28.xml" Id="Rd1476ab57e4348c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3bc4a9c4a4a50" /><Relationship Type="http://schemas.openxmlformats.org/officeDocument/2006/relationships/hyperlink" Target="https://m365.cloud.microsoft/chat" TargetMode="External" Id="R48eaf1bcede94e7e" /><Relationship Type="http://schemas.openxmlformats.org/officeDocument/2006/relationships/notesSlide" Target="/ppt/notesSlides/notesSlide30.xml" Id="Re41ecc521773486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a27ef2d334cc1" /><Relationship Type="http://schemas.openxmlformats.org/officeDocument/2006/relationships/hyperlink" Target="https://m365.cloud.microsoft/chat" TargetMode="External" Id="Rc4896ff5091c483b" /><Relationship Type="http://schemas.openxmlformats.org/officeDocument/2006/relationships/notesSlide" Target="/ppt/notesSlides/notesSlide32.xml" Id="R5a1ae79352854ed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7d4e2a1804075" /><Relationship Type="http://schemas.openxmlformats.org/officeDocument/2006/relationships/hyperlink" Target="https://m365.cloud.microsoft/chat" TargetMode="External" Id="R8edcd21aaa0d40b3" /><Relationship Type="http://schemas.openxmlformats.org/officeDocument/2006/relationships/notesSlide" Target="/ppt/notesSlides/notesSlide34.xml" Id="R45d7675b003d422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1f37acaa64203" /><Relationship Type="http://schemas.openxmlformats.org/officeDocument/2006/relationships/hyperlink" Target="https://m365.cloud.microsoft/chat" TargetMode="External" Id="Rd0ea93149c4d41e3" /><Relationship Type="http://schemas.openxmlformats.org/officeDocument/2006/relationships/notesSlide" Target="/ppt/notesSlides/notesSlide35.xml" Id="R130779412fdf45d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bd50103b9442e" /><Relationship Type="http://schemas.openxmlformats.org/officeDocument/2006/relationships/hyperlink" Target="https://m365.cloud.microsoft/chat" TargetMode="External" Id="R1954c0c41e764ac8" /><Relationship Type="http://schemas.openxmlformats.org/officeDocument/2006/relationships/notesSlide" Target="/ppt/notesSlides/notesSlide36.xml" Id="Rf0c1556b6567414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8c2f68b7d4d2e" /><Relationship Type="http://schemas.openxmlformats.org/officeDocument/2006/relationships/hyperlink" Target="https://m365.cloud.microsoft/chat" TargetMode="External" Id="R480630006141487a" /><Relationship Type="http://schemas.openxmlformats.org/officeDocument/2006/relationships/notesSlide" Target="/ppt/notesSlides/notesSlide37.xml" Id="R103e479123714f3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d3dda295645a4" /><Relationship Type="http://schemas.openxmlformats.org/officeDocument/2006/relationships/image" Target="/ppt/media/image10.png" Id="Rff932c9a258c4b82" /><Relationship Type="http://schemas.openxmlformats.org/officeDocument/2006/relationships/hyperlink" Target="https://m365.cloud.microsoft/chat" TargetMode="External" Id="R3778623769374714" /><Relationship Type="http://schemas.openxmlformats.org/officeDocument/2006/relationships/notesSlide" Target="/ppt/notesSlides/notesSlide39.xml" Id="R19175977dc984f9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db589d0dc44f8" /><Relationship Type="http://schemas.openxmlformats.org/officeDocument/2006/relationships/hyperlink" Target="https://m365.cloud.microsoft/chat" TargetMode="External" Id="Re06a29a99c4e435e" /><Relationship Type="http://schemas.openxmlformats.org/officeDocument/2006/relationships/notesSlide" Target="/ppt/notesSlides/notesSlide40.xml" Id="R54edc65a6d5141be" /></Relationships>
</file>

<file path=ppt/slides/_rels/slide4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838f419ab86400a"/><Relationship Type="http://schemas.openxmlformats.org/officeDocument/2006/relationships/hyperlink" Target="https://philips-ai-tool-lab.github.io/ai-tool-lab-preview/" TargetMode="External" Id="R1bd4a0bb7b744373"/><Relationship Type="http://schemas.openxmlformats.org/officeDocument/2006/relationships/notesSlide" Target="/ppt/notesSlides/notesSlide42.xml" Id="R1bf006e43a04467d"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b5443edab47d1" /><Relationship Type="http://schemas.openxmlformats.org/officeDocument/2006/relationships/hyperlink" Target="https://m365.cloud.microsoft/chat" TargetMode="External" Id="R6a353577f04042f1" /><Relationship Type="http://schemas.openxmlformats.org/officeDocument/2006/relationships/notesSlide" Target="/ppt/notesSlides/notesSlide43.xml" Id="R25f200a951be408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8751d065b41d4" /><Relationship Type="http://schemas.openxmlformats.org/officeDocument/2006/relationships/hyperlink" Target="https://m365.cloud.microsoft/chat" TargetMode="External" Id="R7ddf77c6e5ee4bca" /><Relationship Type="http://schemas.openxmlformats.org/officeDocument/2006/relationships/notesSlide" Target="/ppt/notesSlides/notesSlide44.xml" Id="R6b7a056c289c48b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93e6640f84813" /><Relationship Type="http://schemas.openxmlformats.org/officeDocument/2006/relationships/hyperlink" Target="https://philips-ai-tool-lab.github.io/ai-tool-lab-preview/" TargetMode="External" Id="R3cff2cec528046c7" /><Relationship Type="http://schemas.openxmlformats.org/officeDocument/2006/relationships/hyperlink" Target="https://philips-ai-tool-lab.github.io/ai-tool-lab-preview/#agent-builder-path" TargetMode="External" Id="R62c1e45ee7df4797" /><Relationship Type="http://schemas.openxmlformats.org/officeDocument/2006/relationships/hyperlink" Target="https://m365.cloud.microsoft/" TargetMode="External" Id="R968380ad729e4337" /><Relationship Type="http://schemas.openxmlformats.org/officeDocument/2006/relationships/notesSlide" Target="/ppt/notesSlides/notesSlide45.xml" Id="R848e8e1327b9447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5fdd7995f46b5" /><Relationship Type="http://schemas.openxmlformats.org/officeDocument/2006/relationships/image" Target="/ppt/media/image11.png" Id="R9e47e38461de4c5d" /><Relationship Type="http://schemas.openxmlformats.org/officeDocument/2006/relationships/hyperlink" Target="https://philips-ai-tool-lab.github.io/ai-tool-lab-preview/" TargetMode="External" Id="R51bee05c1ce74fee" /><Relationship Type="http://schemas.openxmlformats.org/officeDocument/2006/relationships/hyperlink" Target="https://philips-ai-tool-lab.github.io/ai-tool-lab-preview/#agent-builder-path" TargetMode="External" Id="Rd37a437d64074617" /><Relationship Type="http://schemas.openxmlformats.org/officeDocument/2006/relationships/notesSlide" Target="/ppt/notesSlides/notesSlide46.xml" Id="R0584ae4df34d423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5e0d425bc467f" /><Relationship Type="http://schemas.openxmlformats.org/officeDocument/2006/relationships/hyperlink" Target="https://philips-ai-tool-lab.github.io/ai-tool-lab-preview/labs/chief-of-staff/" TargetMode="External" Id="R799698c112f64506" /><Relationship Type="http://schemas.openxmlformats.org/officeDocument/2006/relationships/hyperlink" Target="https://philips-ai-tool-lab.github.io/ai-tool-lab-preview/labs/product-manual-faq/" TargetMode="External" Id="R1608d30d5e1e4cd4" /><Relationship Type="http://schemas.openxmlformats.org/officeDocument/2006/relationships/hyperlink" Target="https://philips-ai-tool-lab.github.io/ai-tool-lab-preview/labs/meeting-follow-up/" TargetMode="External" Id="R38bce2ca958f467a" /><Relationship Type="http://schemas.openxmlformats.org/officeDocument/2006/relationships/hyperlink" Target="https://philips-ai-tool-lab.github.io/ai-tool-lab-preview/labs/funnel-data-analyst/" TargetMode="External" Id="R7b978472f66f446f" /><Relationship Type="http://schemas.openxmlformats.org/officeDocument/2006/relationships/notesSlide" Target="/ppt/notesSlides/notesSlide47.xml" Id="R3bfbd828b85145d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8c8a079544ea0" /><Relationship Type="http://schemas.openxmlformats.org/officeDocument/2006/relationships/image" Target="/ppt/media/image12.png" Id="Rd6e138da35c84421" /><Relationship Type="http://schemas.openxmlformats.org/officeDocument/2006/relationships/hyperlink" Target="https://philips-ai-tool-lab.github.io/ai-tool-lab-preview/labs/chief-of-staff/" TargetMode="External" Id="R4a7ff746ff304523" /><Relationship Type="http://schemas.openxmlformats.org/officeDocument/2006/relationships/notesSlide" Target="/ppt/notesSlides/notesSlide48.xml" Id="Rf0ad1ed067fa41d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c053797cf45f0" /><Relationship Type="http://schemas.openxmlformats.org/officeDocument/2006/relationships/image" Target="/ppt/media/image13.png" Id="Ra99aba33bde1449c" /><Relationship Type="http://schemas.openxmlformats.org/officeDocument/2006/relationships/hyperlink" Target="https://philips-ai-tool-lab.github.io/ai-tool-lab-preview/labs/product-manual-faq/" TargetMode="External" Id="R1478eec76b0b4413" /><Relationship Type="http://schemas.openxmlformats.org/officeDocument/2006/relationships/notesSlide" Target="/ppt/notesSlides/notesSlide49.xml" Id="R81961a1920bc4ff4" /></Relationships>
</file>

<file path=ppt/slides/_rels/slide5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8ab299631d347ac"/><Relationship Type="http://schemas.openxmlformats.org/officeDocument/2006/relationships/image" Target="/ppt/media/image14.png" Id="R5e546392d6754176"/><Relationship Type="http://schemas.openxmlformats.org/officeDocument/2006/relationships/hyperlink" Target="https://m365.cloud.microsoft/" TargetMode="External" Id="Re6fd211add324b39"/><Relationship Type="http://schemas.openxmlformats.org/officeDocument/2006/relationships/notesSlide" Target="/ppt/notesSlides/notesSlide50.xml" Id="R40ae4d0068f44530"/><Relationship Id="rIdBootcamp90Image" Type="http://schemas.openxmlformats.org/officeDocument/2006/relationships/image" Target="../media/bootcamp90-agent-share-dialog.png"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f7b068c10431a" /><Relationship Type="http://schemas.openxmlformats.org/officeDocument/2006/relationships/image" Target="/ppt/media/image15.png" Id="R2f5643bb409e440a" /><Relationship Type="http://schemas.openxmlformats.org/officeDocument/2006/relationships/hyperlink" Target="https://philips-ai-tool-lab.github.io/ai-tool-lab-preview/labs/funnel-data-analyst/" TargetMode="External" Id="Rbf3cff0263f34551" /><Relationship Type="http://schemas.openxmlformats.org/officeDocument/2006/relationships/notesSlide" Target="/ppt/notesSlides/notesSlide51.xml" Id="R50d0fda807d749b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6761d91f6476d" /><Relationship Type="http://schemas.openxmlformats.org/officeDocument/2006/relationships/hyperlink" Target="https://philips-ai-tool-lab.github.io/ai-tool-lab-preview/#agent-builder-path" TargetMode="External" Id="R0a64b80258574438" /><Relationship Type="http://schemas.openxmlformats.org/officeDocument/2006/relationships/notesSlide" Target="/ppt/notesSlides/notesSlide52.xml" Id="Re6fbf580a3c749d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a76bcc3bc43e0" /><Relationship Type="http://schemas.openxmlformats.org/officeDocument/2006/relationships/image" Target="/ppt/media/image16.png" Id="R38b8d6723b1c4e65" /><Relationship Type="http://schemas.openxmlformats.org/officeDocument/2006/relationships/hyperlink" Target="https://m365.cloud.microsoft/" TargetMode="External" Id="Rca59a81fe7de4844" /><Relationship Type="http://schemas.openxmlformats.org/officeDocument/2006/relationships/notesSlide" Target="/ppt/notesSlides/notesSlide53.xml" Id="Ra2a15e5f94b647c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6ed4f7e93437a" /><Relationship Type="http://schemas.openxmlformats.org/officeDocument/2006/relationships/image" Target="/ppt/media/image17.png" Id="R95d1edd537c5448f" /><Relationship Type="http://schemas.openxmlformats.org/officeDocument/2006/relationships/hyperlink" Target="https://philips-ai-tool-lab.github.io/ai-tool-lab-preview/#agent-builder-path" TargetMode="External" Id="Rbcd2aa856d6c4cd4" /><Relationship Type="http://schemas.openxmlformats.org/officeDocument/2006/relationships/notesSlide" Target="/ppt/notesSlides/notesSlide54.xml" Id="R1dc4fe602d444fe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8db3c063b45a8" /><Relationship Type="http://schemas.openxmlformats.org/officeDocument/2006/relationships/image" Target="/ppt/media/image18.png" Id="R72384ed2c05e44f0" /><Relationship Type="http://schemas.openxmlformats.org/officeDocument/2006/relationships/hyperlink" Target="https://philips-ai-tool-lab.github.io/ai-tool-lab-preview/labs/meeting-follow-up/" TargetMode="External" Id="R601fd7f870784d04" /><Relationship Type="http://schemas.openxmlformats.org/officeDocument/2006/relationships/notesSlide" Target="/ppt/notesSlides/notesSlide55.xml" Id="R925698b19998449f" /></Relationships>
</file>

<file path=ppt/slides/_rels/slide5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23d5f11251a4b45"/><Relationship Type="http://schemas.openxmlformats.org/officeDocument/2006/relationships/image" Target="/ppt/media/image19.png" Id="R719f4497009e4f6a"/><Relationship Type="http://schemas.openxmlformats.org/officeDocument/2006/relationships/hyperlink" Target="https://philips-ai-tool-lab.github.io/ai-tool-lab-preview/#agent-builder-path" TargetMode="External" Id="R197bb64ca848475f"/><Relationship Type="http://schemas.openxmlformats.org/officeDocument/2006/relationships/notesSlide" Target="/ppt/notesSlides/notesSlide56.xml" Id="R73c056dad065406b"/><Relationship Id="rIdBootcamp90Image" Type="http://schemas.openxmlformats.org/officeDocument/2006/relationships/image" Target="../media/bootcamp90-funnel-capabilities.png"/></Relationships>
</file>

<file path=ppt/slides/_rels/slide5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78b9255dbc04979"/><Relationship Type="http://schemas.openxmlformats.org/officeDocument/2006/relationships/image" Target="/ppt/media/image20.png" Id="R2687961084a84b57"/><Relationship Type="http://schemas.openxmlformats.org/officeDocument/2006/relationships/hyperlink" Target="https://philips-ai-tool-lab.github.io/ai-tool-lab-preview/labs/meeting-follow-up/" TargetMode="External" Id="R4df6ba6bc23a46e8"/><Relationship Type="http://schemas.openxmlformats.org/officeDocument/2006/relationships/notesSlide" Target="/ppt/notesSlides/notesSlide57.xml" Id="Re74cd526b569485d"/><Relationship Id="rIdBootcamp90Image" Type="http://schemas.openxmlformats.org/officeDocument/2006/relationships/image" Target="../media/bootcamp90-lab3-mail-template-new-ui.png"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c6332960745bf" /><Relationship Type="http://schemas.openxmlformats.org/officeDocument/2006/relationships/image" Target="/ppt/media/image21.png" Id="R031c396543814649" /><Relationship Type="http://schemas.openxmlformats.org/officeDocument/2006/relationships/hyperlink" Target="https://philips-ai-tool-lab.github.io/ai-tool-lab-preview/#agent-builder-path" TargetMode="External" Id="Rb8430bee99cd4375" /><Relationship Type="http://schemas.openxmlformats.org/officeDocument/2006/relationships/notesSlide" Target="/ppt/notesSlides/notesSlide58.xml" Id="Raf1f401ad90c44d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638555b004f47" /><Relationship Type="http://schemas.openxmlformats.org/officeDocument/2006/relationships/image" Target="/ppt/media/image22.png" Id="Rba6aa71dd30f48c6" /><Relationship Type="http://schemas.openxmlformats.org/officeDocument/2006/relationships/hyperlink" Target="https://m365.cloud.microsoft/" TargetMode="External" Id="Rd2891e14149a416d" /><Relationship Type="http://schemas.openxmlformats.org/officeDocument/2006/relationships/notesSlide" Target="/ppt/notesSlides/notesSlide59.xml" Id="R512adc098b17442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d9fd443874b75" /><Relationship Type="http://schemas.openxmlformats.org/officeDocument/2006/relationships/image" Target="/ppt/media/image14.png" Id="Ra36a756c4e4c4ceb" /><Relationship Type="http://schemas.openxmlformats.org/officeDocument/2006/relationships/hyperlink" Target="https://philips-ai-tool-lab.github.io/ai-tool-lab-preview/labs/meeting-follow-up/" TargetMode="External" Id="R0648c5474f4d4443" /><Relationship Type="http://schemas.openxmlformats.org/officeDocument/2006/relationships/notesSlide" Target="/ppt/notesSlides/notesSlide60.xml" Id="R475992df61c34165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aaf2dfb9840b7" /><Relationship Type="http://schemas.openxmlformats.org/officeDocument/2006/relationships/hyperlink" Target="https://philips-ai-tool-lab.github.io/ai-tool-lab-preview/labs/chief-of-staff/" TargetMode="External" Id="Rc5d392f8fe314041" /><Relationship Type="http://schemas.openxmlformats.org/officeDocument/2006/relationships/hyperlink" Target="https://philips-ai-tool-lab.github.io/ai-tool-lab-preview/labs/product-manual-faq/" TargetMode="External" Id="Rbf76cd62081f41e6" /><Relationship Type="http://schemas.openxmlformats.org/officeDocument/2006/relationships/hyperlink" Target="https://philips-ai-tool-lab.github.io/ai-tool-lab-preview/labs/meeting-follow-up/" TargetMode="External" Id="Rbdfa598896a64116" /><Relationship Type="http://schemas.openxmlformats.org/officeDocument/2006/relationships/hyperlink" Target="https://philips-ai-tool-lab.github.io/ai-tool-lab-preview/labs/funnel-data-analyst/" TargetMode="External" Id="R08698bd27bcd4023" /><Relationship Type="http://schemas.openxmlformats.org/officeDocument/2006/relationships/hyperlink" Target="https://m365.cloud.microsoft/" TargetMode="External" Id="R1b088dbc8ce04ae9" /><Relationship Type="http://schemas.openxmlformats.org/officeDocument/2006/relationships/notesSlide" Target="/ppt/notesSlides/notesSlide61.xml" Id="R21da4de621494582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Copilot 日常工作与 Agent 实践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Philips AI 资源与支持、Copilot 项目接手练习、会议跟进 Agent 演示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一场 90 分钟，讲解、演示与练习结合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33973a6259d4369"/>
              </a:rPr>
              <a:t>打开 AI Skills Navigator  ↗</a:t>
            </a:r>
          </a:p>
        </p:txBody>
      </p:sp>
      <p:sp>
        <p:nvSpPr>
          <p:cNvPr id="8" name="页码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5DBF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AI 资源与支持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围绕患者、客户和业务的真实问题，选择能产生价值的场景。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通过减少重复劳动和交接，让跨团队协作更顺畅，交付更高效。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通过工具、学习和经验分享，帮助员工掌握可重复使用的方法。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34d1283af143bb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AI 资源与支持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 90 分钟安排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先了解公司 AI 资源和使用入口，再用三份虚构资料完成 Copilot 练习，随后观看会议跟进 Agent 的完整演示，最后集中答疑。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公司 AI 资源</a:t>
            </a:r>
          </a:p>
          <a:p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10 分钟</a:t>
            </a:r>
          </a:p>
        </p:txBody>
      </p:sp>
      <p:sp>
        <p:nvSpPr>
          <p:cNvPr id="10" name="Arrow: Chevron 9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入口与支持</a:t>
            </a:r>
          </a:p>
          <a:p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 分钟</a:t>
            </a:r>
          </a:p>
        </p:txBody>
      </p:sp>
      <p:sp>
        <p:nvSpPr>
          <p:cNvPr id="14" name="Arrow: Chevron 13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练习</a:t>
            </a:r>
          </a:p>
          <a:p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35 分钟</a:t>
            </a:r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演示</a:t>
            </a:r>
          </a:p>
          <a:p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30 分钟</a:t>
            </a:r>
          </a:p>
        </p:txBody>
      </p:sp>
      <p:sp>
        <p:nvSpPr>
          <p:cNvPr id="23" name="Arrow: Chevron 22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答疑交流</a:t>
            </a:r>
          </a:p>
          <a:p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10 分钟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课堂完成一项 Copilot 练习，并用会议跟进 Agent 检查信息缺口。其他案例留作课后参考，可按岗位需要继续学习。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96e34d84b174720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01 AI 资源与支持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本次培训的工具入口与使用准备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80"/>
          </a:bodyPr>
          <a:lstStyle xmlns:a="http://schemas.openxmlformats.org/drawingml/2006/main"/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用于了解公司提供的 AI 工具、使用要求和支持入口。今天的实际操作在 Microsoft 365 Copilot 中完成。</a:t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开始前，使用 Philips 工作账号登录，确认可以添加练习文件，并能看到 Agents 的创建入口。功能是否可用，以账号权限和公司设置为准。</a:t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课堂只使用发放的虚构资料。AI 输出先作为草稿，重要事实和决定由本人核对。学习课程在 AI Skills Navigator，课后可继续访问。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97535521694c55"/>
              </a:rPr>
              <a:t>打开 AI Gateway  ↗</a:t>
            </a:r>
          </a:p>
        </p:txBody>
      </p:sp>
      <p:sp>
        <p:nvSpPr>
          <p:cNvPr id="7" name="页码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5DBF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AI 资源与支持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战略：业务场景与推进方式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这张内部战略图展示五条工作方向，以及各方向在资料编制时记录的 Now、Next 和负责人。课堂重点是理解 AI 怎样结合业务问题。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919e44fc94857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五条方向涵盖员工能力、供应商可持续发展、法规合规、商业市场，以及报告分析。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图中的 Now 与 Next 区分资料记录的现有项目和后续计划，不能直接当作今天的实时进度。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每个项目都列出支持人和推进责任人。接着明确输入资料、输出要求和人工检查方式。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4eb6c35cb34b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AI 资源与支持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简化订单处理，</a:t>
            </a:r>
          </a:p>
          <a:p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改善服务运营，</a:t>
            </a:r>
          </a:p>
          <a:p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支持工厂与供应链。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支持市场、财务与 HR，</a:t>
            </a:r>
          </a:p>
          <a:p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以及法规、质量、法务</a:t>
            </a:r>
          </a:p>
          <a:p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和战略分析。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cdac7a92b2e4e89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AI 资源与支持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支持网络：不同问题对应不同角色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提供方向，Ambassador 支持学习，Catalysts 梳理业务场景，Guru 连接技术资源。遇到工具和学习问题，可以先找所属团队的 Ambassador。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部门与业务支持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熟悉日常流程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连接技术资源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169fe1ff074579"/>
              </a:rPr>
              <a:t>回到 AI Gateway  ↗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682e9adfb4d46ab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AI 资源与支持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这份内部名单按部门或业务单元、管理负责人和 AI Ambassador 排列。它帮助我们找到咨询起点，具体联系人以公司最新名单为准。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db0a6318144e2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首先在名单中找到自己的部门或业务单元，再查看同一行的 AI Ambassador。画面说明查找方式，完整名单可在课后放大查看。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工具和学习问题先找 Ambassador 交流，业务决定和数据授权由本部门负责人确认。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找到支持入口后，我们进入 Copilot 练习，学习比较资料、保留不确定信息并起草沟通。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93ec952a234e74"/>
              </a:rPr>
              <a:t>进入 Copilot 学习与实操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ae0141e77b446e6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02 COPILOT 实操 · 35 分钟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 Copilot 完成一次项目接手练习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我们使用三份虚构的绿色办公周资料，练习将原始信息整理成项目简报和跟进邮件草稿。</a:t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先观察怎样加入资料、说明任务和检查结果，再独立练习 12 分钟，最后一起核对问题。</a:t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Skills Navigator 和 MS-4004 的入口保留在课后参考部分。本场直接进入 Copilot 操作。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7d8be15054439c"/>
              </a:rPr>
              <a:t>AI Skills Navigator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07a42d075314104"/>
              </a:rPr>
              <a:t>MS-4004 学习路径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b701f497d274b7d"/>
              </a:rPr>
              <a:t>打开 M365 Copilot  ↗</a:t>
            </a:r>
          </a:p>
        </p:txBody>
      </p:sp>
      <p:sp>
        <p:nvSpPr>
          <p:cNvPr id="9" name="页码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5DBF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课后参考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课后学习：AI Skills Navigator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可以从微软 AI Skills Navigator 按岗位或主题选择学习资源。画面展示已有学习页面，栏目与推荐内容以实际登录后为准。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87a9545c44709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63b1af7d03041ff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课后参考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课后学习：Philips Copilot 学习列表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Philips: Summer 2026 M365 Copilot Courses 学习列表。先完成基础，再选择与岗位相关的应用案例，课程数量与进度以登录后为准。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e278b22874d22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8615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截图顶部展示学习内容数量和完成进度，Continue learning 可回到上次位置。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建议先学 AI 与 Copilot Chat 基础，再进入 MS-4004，选择与自己岗位相关的业务案例。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向下滚动可以查看后续课程。按自己的工作问题选择内容，不需要在一次培训中完成全部学习。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a6ec04d7384491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课后参考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课后学习：按岗位选择 MS-4004 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截图选中 Copilot Chat 基础单元，MS-4004 位于左侧列表下方。可按自己的岗位和任务进入对应案例，具体页面以当前学习列表为准。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0c162ef194e25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先看左侧目录，展开课程名称后可进入各个单元。图中选中了 Copilot Chat 的基础介绍，MS-4004 位于下方。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右侧显示正文和学习目标，也提供单元总结等复习功能。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课后按岗位选择案例，并把其中的资料处理、提示词和核查方法用于自己的日常任务。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a3ed0ae55143b3"/>
              </a:rPr>
              <a:t>打开 MS-4004 播放列表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d1d2984650d4da2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课后参考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课后学习：MS-4004 的岗位案例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课程按岗位组织案例，可以先选择熟悉的工作，再学习如何阅读资料、比较来源和起草沟通。岗位范围与课程内容以 Microsoft Learn 当前页面为准。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首先，可以从与自己最接近的岗位进入 MS-4004，例如管理、销售、市场、财务、IT 或人力资源。接着，不要停留在岗位名称上，而要观察案例实际解决的是阅读资料、比较来源、整理风险还是起草沟通。这样学习到的方法才能跨越岗位，迁移到自己的日常工作。</a:t>
            </a:r>
          </a:p>
        </p:txBody>
      </p:sp>
      <p:sp>
        <p:nvSpPr>
          <p:cNvPr id="38" name="Rectangle: Rounded Corners 37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5b20b6c18a949f1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的四类通用任务：读、理、查、写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无论岗位是什么，都可以先理解资料，再整理结构、核对来源，最后起草沟通。绿色办公周练习会把这四类动作连成一次完整任务。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阅读项目简介、纪要或邮件，提取目标、背景和关键事实。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将结果整理成项目简报或跟进邮件草稿。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eaf1bcede94e7e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虚构案例：接手绿色办公周项目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这是培训模拟，全部资料均为虚构。资料中的日期与状态保留原样，不代表今天真实发生的公司活动。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8"/>
          </a:bodyPr>
          <a:lstStyle xmlns:a="http://schemas.openxmlformats.org/drawingml/2006/main"/>
          <a:p>
            <a:pPr algn="l" eaLnBrk="1" latinLnBrk="0" hangingPunct="0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模拟接手绿色办公周。先读懂三份资料，再说明资料记录的情况、风险和需要确认的问题。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项目简介说明背景。</a:t>
            </a:r>
          </a:p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会议纪要记录决定。</a:t>
            </a:r>
          </a:p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时间表保存里程碑状态。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先整理目标和资料记录。</a:t>
            </a:r>
          </a:p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再提取负责人及截止日期。</a:t>
            </a:r>
          </a:p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最后比较冲突和缺失信息。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形成一页项目接手简报及行动项表，再起草一封跟进邮件。所有待确认事项继续保留。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4896ff5091c483b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1：项目简介中的目标与范围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项目简介提供目标、成功指标、工作预算和关键日期。这里把报名开放写成 28 Aug，稍后需要与时间表比较。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活动与受众：资料设定在 2026 年 9 月 14–18 日举行，面向约 400 名内部同事。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成功指标：报名 150 人，出席率为已报名者的 80%，反馈目标 4.2/5。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预算与范围：工作预算 CNY 25,000，仅内部沟通，材料中英双语。资料记录供应商尚未选定、尚未签合同，预算不等于合同金额。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关键日期：项目简介写明 8 月 28 日开放报名，9 月 9 日关闭报名。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edcd21aaa0d40b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资料确认：活动日期、内部沟通、双语材料和场地安排原则。</a:t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记录的行动项：项目负责人 8 月 21 日确认五天议程，设施协调人 8 月 25 日确认房间布置及回收站点，沟通负责人 8 月 28 日发布双语报名通知。</a:t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开放问题：餐饮供应商和可选闭幕活动仍待确认。资料没有提供已签约合同金额，也不能据此推断当前审批或签约进度。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ea93149c4d41e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3：报名日期冲突与里程碑状态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项目简介写 28 Aug 开放报名，时间表写 31 Aug，需要保留两种记录并核实。表中仅为时间表节选，状态代表资料记录，不能据今天日期判断进度。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资料状态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54c0c41e764ac8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示例提示词的结构：背景、任务、输出、约束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先交代背景，再说明任务和输出，最后限定资料范围及判断边界。完整可复制版本随练习材料发放。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首先说明背景：我刚接手绿色办公周项目，需要快速理解三份附件。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接着说明任务：请总结目标、成功指标、已确认决策、行动项、风险和开放问题，并比较不同来源。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输出一页简报和行动项表，再起草跟进邮件。行动项包含事项、负责人、截止日期和资料状态。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仅依据附件，冲突保留来源与各版本，缺失写“资料中未找到”。不要推断今天进度，邮件只起草。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0630006141487a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Copilot：登录并加入练习资料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 Microsoft 365 Copilot，用 Philips 工作账号登录，在输入框旁添加三份练习文件。按钮位置可能随账号界面变化，以现场页面为准。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32c9a258c4b82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先新建对话，确认使用的是 Philips 工作账号。截图中的输入框用于填写任务，加号用于添加文件。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接着加入项目简介、会议纪要和时间表，核对三份文件都已出现。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最后粘贴示例提示词并提交。若当前账号不能添加文件，先跟随讲师观察，课后确认权限后再练习。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77862376937471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现场演示：加入资料、生成草稿、逐项核对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观察资料是否齐全、任务是否说清，以及生成后怎样继续追问。演示结束后，大家使用同一组资料独立完成练习。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把行动项整理成事项、负责人、截止日期和资料状态，并保留未知项。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06a29a99c4e435e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答疑与下一步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答疑交流：把方法带回日常工作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最后 10 分钟讨论练习中遇到的问题，以及哪些重复任务适合继续用 Copilot 或 Agent 处理。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可以交流的问题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你在哪一步遇到困难：加入资料、描述任务、核对结果，还是配置 Agent？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哪些信息仍然缺失，需要由谁确认？怎样改写提示词，才能让结果更清楚地保留这些边界？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回到岗位后，可以先选一个范围清楚的小任务，按今天的方法练习，再核对它是否节省时间、减少遗漏。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感谢参与。后续页面提供课后参考，可按岗位需要继续练习。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d4a0bb7b744373"/>
              </a:rPr>
              <a:t>打开课后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12 分钟练习：项目接手简报与邮件草稿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三份虚构资料和完整示例提示词在课程群内发放。下面是精简示例，可根据任务调整，但必须保留资料边界。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加入三份资料，整理目标、记录状态和行动项，比较不同来源。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“仅依据附件，输出简报、行动项表和邮件草稿。冲突保留来源与各版本，缺失写‘资料中未找到’。不要推断当前进度或新增事实，邮件不发送。”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简报含目标、指标、预算与风险。行动项含事项、负责人、截止日期和资料状态。另附待确认清单。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 8 月 28 日与 31 日的报名冲突。27 日公告审批与 28 日发布是不同节点，先核实再判断。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353577f04042f1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练习核查：来源、冲突与信息缺口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简报和邮件需要忠于资料。能够清楚区分已知信息与待确认事项，才便于后续沟通。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核查结果的方法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先看交付是否完整：一页简报、行动项表和一封邮件草稿。行动项包含事项、负责人、截止日期和资料记录的状态。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再核对来源：报名开放日期保留 8 月 28 日与 31 日。8 月 27 日公告审批和 28 日公告发布是两个节点，不能直接当作日期冲突。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最后检查缺口：供应商、签约合同金额等未给信息应写“资料中未找到”。不要根据今天日期推断逾期、未开工或已经完成。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核实资料之后，再由人确认下一步行动和内部沟通。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ddf77c6e5ee4bca"/>
              </a:rPr>
              <a:t>打开 Microsoft 365 Copilot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D2CB14B9-3025-40A6-A067-D5C88A7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A6651D92-8F1E-43C0-A25D-C4683474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18283AEE-F584-4298-97D5-6C93DFB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23FD8717-8BF7-49CD-9C3B-B62A1652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来源可核对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4C88FD5F-F491-420F-8047-1612B95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C3E41330-EED5-43DF-8622-D416A03D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冲突有保留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BE13F73-EB13-4F21-915C-92A78CF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B0A43ABE-6477-4B96-8471-82460C94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缺口已标明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03 AGENT 演示 · 30 分钟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26"/>
          </a:bodyPr>
          <a:lstStyle xmlns:a="http://schemas.openxmlformats.org/drawingml/2006/main"/>
          <a:p>
            <a:pPr algn="l" eaLnBrk="1" latinLnBrk="0" hangingPunct="0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会议跟进 Agent：保存一套可重复的方法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本场完整演示一个会议跟进 Agent。输入继续使用绿色办公周的虚构会议纪要，输出采用固定摘要、行动项和邮件格式。</a:t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先看构建流程，再填写配置并测试。课堂会提供可直接复制的示例，其他业务 Lab 放在课后参考部分。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cff2cec528046c7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2c1e45ee7df4797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68380ad729e4337"/>
              </a:rPr>
              <a:t>M365 Copilot  ↗</a:t>
            </a:r>
          </a:p>
        </p:txBody>
      </p:sp>
      <p:sp>
        <p:nvSpPr>
          <p:cNvPr id="9" name="页码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5DBF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课后参考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课后参考：AI Tool Lab 的使用方法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课后可用配套网站复习步骤、查看材料并选择新的实验。本次课程使用 Microsoft 365 Copilot 路线。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7e38461de4c5d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网站提供分步操作与参考材料，实际创建和测试在 Microsoft 365 Copilot 中完成。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课堂采用会议跟进的简化配置，练习提供纪要并核对信息缺口。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课后可按工作需要选择其他实验。截图展示前四个 Agent Builder 场景，完整目录可在线查看。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bee05c1ce74fee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7a437d64074617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课后参考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课后练习：四个 Agent Builder 业务场景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课堂完成会议跟进案例的演示与自测。课后可以复做 Lab 03，或从事务协调、产品问答、销售分析中选择一个，按该 Lab 的资料和检查要求练习。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根据销售机会数据分析结果，练习限定筛选范围，并说明计算口径。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9698c112f64506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08d30d5e1e4cd4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8bce2ca958f467a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978472f66f446f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课后参考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01：事务协调与会议准备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66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该场景根据本人获准访问的 M365 信息整理日程和优先级。实际覆盖范围取决于可用来源和权限，资料不足时需要明确指出。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138da35c84421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 Agent 能访问哪些日历、邮件和任务，并用已知事项验证。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再要求它区分需要今天处理、可以推迟和仍需协调的事项，为建议提供来源和理由。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图中是日程、紧急事项和优先级入口示例。课后按网站当前配置逐条测试，缺失信息不要补造。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a7ff746ff304523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课后参考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02：产品手册的权限、引用与拒答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Lab 不只检查答案是否正确，还要确认 SharePoint 权限、知识源连接和拒答机制。成功标准是：资料内问题带可打开引用，资料外问题明确拒答。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aba33bde1449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67658" y="1762125"/>
            <a:ext cx="6122833" cy="37147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先确认自己和接收者能打开手册，再通过 Add knowledge 添加对应资料。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图中 Cloud files 已开启，并显示 SharePoint 来源。还要用资料内问题验证引用。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再用资料外问题测试拒答。答案应说明无法从资料确认，分享后由接收者复测权限。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478eec76b0b4413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会议跟进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创建后的分享范围与资料权限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图中 Share 对话框当前选中 Only you。课堂自测保留仅自己使用即可，需要分享时再选择具体同事。实际选项以账号界面为准。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 descr="分享对话框，当前仅自己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Bootcamp90Image"/>
          <a:stretch xmlns:a="http://schemas.openxmlformats.org/drawingml/2006/main"/>
        </p:blipFill>
        <p:spPr>
          <a:xfrm xmlns:a="http://schemas.openxmlformats.org/drawingml/2006/main" flipH="0" flipV="0">
            <a:off x="685800" y="1928995"/>
            <a:ext cx="6686550" cy="3381009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分享前的检查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 Agent 的使用范围，课堂不需要面向整个组织分享。图中的 Apply 才会应用所选范围。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 SharePoint 或 OneDrive 链接时，接收者需要底层文件读取权限。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直接嵌入的上传文件可能用于向所有 Agent 使用者回答，分享前先核对内容。最后请接收者测试资料是否可用。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fd211add324b39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课后参考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04：销售分析附件与数据口径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图中 Attachments 列出 Funnel Sample Data.xlsx 和 Chart Sample.pptx，展示的是输入文件配置，尚未展示销售图表或分析结果。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643bb409e440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26301" y="1762125"/>
            <a:ext cx="6205548" cy="37147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先核对 Excel 数据和 PPT 模板都已添加。分析前说明区域、业务单元、日期和医院类型等筛选范围。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金额按任务要求使用 Total Price in USD。先验证分类汇总和达成率的计算口径，再解释结果。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需要生成文件或图表时，再设置相应能力。PPT 更新作为课后选做，保留模板并另存输出。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3cff0263f34551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会议跟进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的八步流程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八个步骤依次覆盖入口、新建、构建方式、核心字段、知识源、能力、建议提示，以及测试、创建和分享。下图把相邻步骤合并展示。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1–2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Copilot</a:t>
            </a:r>
          </a:p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 Agent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添加并验证</a:t>
            </a:r>
          </a:p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所需知识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按任务设置</a:t>
            </a:r>
          </a:p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所需能力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7–8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添加提示并测试</a:t>
            </a:r>
          </a:p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创建后按需分享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课堂先把任务和输出规则说清，再检查资料与能力是否必要，最后用正常和缺失信息两种输入验证。测试通过后创建，分享前检查受众与资料权限。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64b80258574438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会议跟进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1–2：进入 Copilot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Microsoft 365 Copilot 进入 Agents，再选择 Create agent。部分账号显示 New agent，入口名称以现场界面为准。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8d6723b1c4e65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 Philips 工作账号登录，找到 Agents，再进入创建界面。图中的 Search for an agent 用于查找已有 Agent。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如果没有创建入口，先观看完整演示，并记录所需权限。账号具备相应许可和公司开放设置后，再完成自己的练习。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a59a81fe7de484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会议跟进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3：选择构建方式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1edd537c5448f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可以描述需求让 Builder 生成草稿，也可以从模板开始。无论哪种方式，都需要核对任务规则。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本次选择 Skip 手动配置，使用随材料发放的会议跟进示例，逐项检查名称、用途、规则和输入范围。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d2aa856d6c4c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会议跟进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4：填写名称、用途和工作规则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84ed2c05e44f0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名称使用“会议跟进助手（课堂练习）”。用途说明：仅依据提供的纪要，输出摘要、行动项和邮件草稿。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完整粘贴材料中的 Instructions，保留输入范围、固定栏目和缺失项规则。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纪要在测试消息中提供。没有纪要先询问，不自动检索邮箱或补充事实。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01fd7f870784d04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会议跟进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6：按任务检查所需能力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图中是销售分析示例的能力设置。文件与图表生成、图片生成是两类能力，需要按实际任务选择，不能照搬截图中的全部开关。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 descr="销售分析示例的文件与图片能力开关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Bootcamp90Image"/>
          <a:stretch xmlns:a="http://schemas.openxmlformats.org/drawingml/2006/main"/>
        </p:blipFill>
        <p:spPr>
          <a:xfrm xmlns:a="http://schemas.openxmlformats.org/drawingml/2006/main">
            <a:off x="1411618" y="1809750"/>
            <a:ext cx="5539714" cy="37147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本场会议跟进只输出文字草稿，无须开启图片或文件生成能力，也无须开启 Outlook 和 Teams。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如果任务要分析数据或生成文件，再按需要启用 Create documents, charts, and code。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只有任务确实需要图片时，才启用 Create images。知识源与能力应分别检查。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7bb64ca848475f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会议跟进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5：按需要添加并验证模板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图中显示 Mail Template CN 和 EN 的候选文件，还需要选择并验证。本场也提供写在 Instructions 中的简洁邮件格式，可直接完成练习。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 descr="Mail Template CN和EN候选结果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Bootcamp90Image"/>
          <a:srcRect l="13500" t="48000" r="5500" b="27500"/>
          <a:stretch xmlns:a="http://schemas.openxmlformats.org/drawingml/2006/main"/>
        </p:blipFill>
        <p:spPr>
          <a:xfrm xmlns:a="http://schemas.openxmlformats.org/drawingml/2006/main" flipH="0" flipV="0">
            <a:off x="704850" y="2362466"/>
            <a:ext cx="6953250" cy="2609317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Add knowledge 搜索 Mail Template，或通过左侧消息要求添加。先打开候选文件核对内容，再按语言选择 CN 或 EN。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添加后，核对实际模板与引用。搜索到文件还不代表连接成功。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没有模板权限时，直接使用课堂配置的固定栏目完成练习。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f6ba6bc23a46e8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会议跟进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7：添加常用建议提示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Suggested prompts 的 Title 是按钮名称，Message 是点击后发送的完整请求。本场保留两个入口，具体文本随材料发放。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c396543814649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第一个入口可命名为“整理纪要”，要求根据提供内容输出摘要、行动项和邮件草稿。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第二个入口为“核查缺口”，检查未提供的负责人、日期和承诺，并保留待确认信息。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逐条试运行。没有输入纪要时，Agent 应先请求资料。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430bee99cd4375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会议跟进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8：试运行并创建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图中标出了 Preview 和 Create，示例 Agent 名称与本次课堂不同。先完成测试，再创建；创建后的分享设置见下一页。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aa71dd30f48c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800" y="1817819"/>
            <a:ext cx="6991350" cy="3698613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先用完整虚构纪要检查摘要、行动项和邮件。缺失测试另开新对话，不附原文件，只粘贴材料中的缺失测试段。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缺少的负责人和日期必须标记待确认。结果不稳定时，返回 Configure 调整后再试。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通过后点击 Create。Draft auto-saved 仅表示保存草稿，已有 Agent 的修改使用 Update。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2891e14149a416d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会议跟进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结果核查：模板引用与信息缺口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图为已有 Lab 的管理层摘要示例，可见模板引用、背景和结论。本场绿色办公周练习使用独立的虚构纪要，输出应以现场实际输入为准。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a756c4e4c4ce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800" y="1742381"/>
            <a:ext cx="6991350" cy="3849488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先核对输出是否忠于输入：已确认决定与讨论分开，负责人和日期有依据，缺少的内容继续标记待确认。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如果使用内部模板，打开引用核对实际文件与栏目。模型声称用了模板，仍需人工验证。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使用课堂固定格式时，逐项核对摘要、行动项和邮件结构。邮件保留为草稿。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48c5474f4d4443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会议跟进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 分钟自测：同一 Agent 处理两种输入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使用绿色办公周虚构纪要和课堂配置，自测正常输入与信息缺失输入。没有创建权限的同事，可以对照讲师结果记录检查意见。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先将原始会议纪要提交给已配置的 Agent，确认摘要、行动项和邮件草稿都能找到资料依据。</a:t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接着另开新对话，不附完整原始文件，只粘贴发放材料中的缺失测试段。观察负责人和截止日期是否标记“待确认”，不要改动发放的原始文件。</a:t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最后核对是否新增了承诺、合同金额或当前进度。若有，就回到 Instructions 调整，并重新测试。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通过标准：已知信息有依据，缺失信息不编造，邮件保留草稿。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d392f8fe314041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76cd62081f41e6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fa598896a64116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8698bd27bcd4023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088dbc8ce04ae9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2026-09-03T02:11:13.5120000Z</dcterms:created>
  <dcterms:modified xsi:type="dcterms:W3CDTF">2026-09-03T02:11:13.5120000Z</dcterms:modified>
</coreProperties>
</file>