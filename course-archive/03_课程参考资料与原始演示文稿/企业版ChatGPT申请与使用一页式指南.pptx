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9"/>
  </p:notesMasterIdLst>
  <p:sldIdLst>
    <p:sldId id="257" r:id="rId6"/>
    <p:sldId id="268" r:id="rId7"/>
    <p:sldId id="267" r:id="rId8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7D7910-AFBB-81F4-F78D-D1CB22DB25FB}" name="Szurley, Andrew" initials="SA" userId="S::andrew.szurley@philips.com::2a97ee8d-9f17-4a30-b925-492e83adfd1a" providerId="AD"/>
  <p188:author id="{BCD857D6-1095-ECB9-98FC-A23831D54D07}" name="Molly Millette" initials="MM" userId="Molly Millette" providerId="None"/>
  <p188:author id="{59FBEAEC-950D-838A-404F-595B59C2B3AE}" name="Baranyi, Katalin" initials="BK" userId="S::katalin.baranyi@philips.com::29601c16-b456-4b26-996e-60c2ac4db5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63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57150" cy="5715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, Yi Qiu" userId="d44d5acf-bfec-413b-82d8-7dc1b67b1b39" providerId="ADAL" clId="{9251B2AB-AB7A-423C-8822-B205F0C985E9}"/>
    <pc:docChg chg="custSel addSld modSld sldOrd">
      <pc:chgData name="Chen, Yi Qiu" userId="d44d5acf-bfec-413b-82d8-7dc1b67b1b39" providerId="ADAL" clId="{9251B2AB-AB7A-423C-8822-B205F0C985E9}" dt="2026-08-05T00:24:39.574" v="3" actId="478"/>
      <pc:docMkLst>
        <pc:docMk/>
      </pc:docMkLst>
      <pc:sldChg chg="delSp mod ord">
        <pc:chgData name="Chen, Yi Qiu" userId="d44d5acf-bfec-413b-82d8-7dc1b67b1b39" providerId="ADAL" clId="{9251B2AB-AB7A-423C-8822-B205F0C985E9}" dt="2026-08-05T00:24:39.574" v="3" actId="478"/>
        <pc:sldMkLst>
          <pc:docMk/>
          <pc:sldMk cId="359344763" sldId="257"/>
        </pc:sldMkLst>
        <pc:spChg chg="del">
          <ac:chgData name="Chen, Yi Qiu" userId="d44d5acf-bfec-413b-82d8-7dc1b67b1b39" providerId="ADAL" clId="{9251B2AB-AB7A-423C-8822-B205F0C985E9}" dt="2026-08-05T00:24:39.574" v="3" actId="478"/>
          <ac:spMkLst>
            <pc:docMk/>
            <pc:sldMk cId="359344763" sldId="257"/>
            <ac:spMk id="47" creationId="{00000000-0000-0000-0000-000000000000}"/>
          </ac:spMkLst>
        </pc:spChg>
      </pc:sldChg>
      <pc:sldChg chg="new">
        <pc:chgData name="Chen, Yi Qiu" userId="d44d5acf-bfec-413b-82d8-7dc1b67b1b39" providerId="ADAL" clId="{9251B2AB-AB7A-423C-8822-B205F0C985E9}" dt="2026-08-05T00:19:06.210" v="2" actId="680"/>
        <pc:sldMkLst>
          <pc:docMk/>
          <pc:sldMk cId="3405448436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41915F4-B8A1-F747-84F8-C0A9E23EABF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1" y="4052741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>
              <a:buNone/>
            </a:pPr>
            <a:r>
              <a:t>Author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AF1B9CF-7070-3E45-A8F8-B49FDF1700C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1" y="424195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>
              <a:buNone/>
            </a:pPr>
            <a:r>
              <a:t>Title and Business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F86775-9BAC-8C4A-B0F3-6CCEF30561E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1" y="4431169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>
              <a:buNone/>
            </a:pPr>
            <a:r>
              <a:t>Date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974426A-8BB2-2343-9F2B-54B7DD183BC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2921" y="2526076"/>
            <a:ext cx="6169658" cy="109728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4800"/>
            </a:lvl2pPr>
            <a:lvl3pPr>
              <a:buNone/>
              <a:defRPr sz="4800"/>
            </a:lvl3pPr>
            <a:lvl4pPr>
              <a:buNone/>
              <a:defRPr sz="4800"/>
            </a:lvl4pPr>
            <a:lvl5pPr>
              <a:buNone/>
              <a:defRPr sz="4800"/>
            </a:lvl5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t>Presentation title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8FA1B3DF-B7F7-A6FC-D2DA-37DFA813DC5D}"/>
              </a:ext>
            </a:extLst>
          </p:cNvPr>
          <p:cNvSpPr>
            <a:spLocks noGrp="1"/>
          </p:cNvSpPr>
          <p:nvPr/>
        </p:nvSpPr>
        <p:spPr>
          <a:xfrm>
            <a:off x="490644" y="516643"/>
            <a:ext cx="8162712" cy="1496596"/>
          </a:xfrm>
          <a:custGeom>
            <a:avLst/>
            <a:gdLst/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41915F4-B8A1-F747-84F8-C0A9E23EABF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1" y="4060707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>
              <a:buNone/>
            </a:pPr>
            <a:r>
              <a:t>Author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AF1B9CF-7070-3E45-A8F8-B49FDF1700C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1" y="42499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</a:lstStyle>
          <a:p>
            <a:pPr>
              <a:buNone/>
            </a:pPr>
            <a:r>
              <a:t>Title and Business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F86775-9BAC-8C4A-B0F3-6CCEF30561E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1" y="4439135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</a:lstStyle>
          <a:p>
            <a:pPr>
              <a:buNone/>
            </a:pPr>
            <a:r>
              <a:t>Date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974426A-8BB2-2343-9F2B-54B7DD183BC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2921" y="2534042"/>
            <a:ext cx="6169658" cy="1098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4800"/>
            </a:lvl2pPr>
            <a:lvl3pPr>
              <a:buNone/>
              <a:defRPr sz="4800"/>
            </a:lvl3pPr>
            <a:lvl4pPr>
              <a:buNone/>
              <a:defRPr sz="4800"/>
            </a:lvl4pPr>
            <a:lvl5pPr>
              <a:buNone/>
              <a:defRPr sz="4800"/>
            </a:lvl5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t>Presentation title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5D13E381-82CC-C9E1-035C-82858900B615}"/>
              </a:ext>
            </a:extLst>
          </p:cNvPr>
          <p:cNvSpPr>
            <a:spLocks noGrp="1"/>
          </p:cNvSpPr>
          <p:nvPr/>
        </p:nvSpPr>
        <p:spPr>
          <a:xfrm>
            <a:off x="490644" y="516643"/>
            <a:ext cx="8162712" cy="1496596"/>
          </a:xfrm>
          <a:custGeom>
            <a:avLst/>
            <a:gdLst/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41915F4-B8A1-F747-84F8-C0A9E23EABF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1" y="3565407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>
              <a:buNone/>
            </a:pPr>
            <a:r>
              <a:t>Author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AF1B9CF-7070-3E45-A8F8-B49FDF1700C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1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>
              <a:buNone/>
            </a:pPr>
            <a:r>
              <a:t>Title and Business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F86775-9BAC-8C4A-B0F3-6CCEF30561E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1" y="3943835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>
              <a:buNone/>
            </a:pPr>
            <a:r>
              <a:t>Date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974426A-8BB2-2343-9F2B-54B7DD183BC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2921" y="2038742"/>
            <a:ext cx="6169658" cy="1098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4800"/>
            </a:lvl2pPr>
            <a:lvl3pPr>
              <a:buNone/>
              <a:defRPr sz="4800"/>
            </a:lvl3pPr>
            <a:lvl4pPr>
              <a:buNone/>
              <a:defRPr sz="4800"/>
            </a:lvl4pPr>
            <a:lvl5pPr>
              <a:buNone/>
              <a:defRPr sz="4800"/>
            </a:lvl5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t>Presentation title</a:t>
            </a: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FF834536-5D62-6E74-BF5A-1FF0B9592C51}"/>
              </a:ext>
            </a:extLst>
          </p:cNvPr>
          <p:cNvSpPr>
            <a:spLocks noGrp="1"/>
          </p:cNvSpPr>
          <p:nvPr/>
        </p:nvSpPr>
        <p:spPr>
          <a:xfrm rot="16200000">
            <a:off x="6160797" y="2152041"/>
            <a:ext cx="4578350" cy="839418"/>
          </a:xfrm>
          <a:custGeom>
            <a:avLst/>
            <a:gdLst/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blue (vertical logo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41915F4-B8A1-F747-84F8-C0A9E23EABF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02921" y="3565407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>
              <a:buNone/>
            </a:pPr>
            <a:r>
              <a:t>Author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AF1B9CF-7070-3E45-A8F8-B49FDF1700C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02921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</a:lstStyle>
          <a:p>
            <a:pPr>
              <a:buNone/>
            </a:pPr>
            <a:r>
              <a:t>Title and Business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F86775-9BAC-8C4A-B0F3-6CCEF30561E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2921" y="3943835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</a:lstStyle>
          <a:p>
            <a:pPr>
              <a:buNone/>
            </a:pPr>
            <a:r>
              <a:t>Date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974426A-8BB2-2343-9F2B-54B7DD183BC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02921" y="2038742"/>
            <a:ext cx="6169658" cy="1098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4800"/>
            </a:lvl2pPr>
            <a:lvl3pPr>
              <a:buNone/>
              <a:defRPr sz="4800"/>
            </a:lvl3pPr>
            <a:lvl4pPr>
              <a:buNone/>
              <a:defRPr sz="4800"/>
            </a:lvl4pPr>
            <a:lvl5pPr>
              <a:buNone/>
              <a:defRPr sz="4800"/>
            </a:lvl5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t>Presentation title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7536EE68-DBDC-3BAA-878D-9EE447BFBAB1}"/>
              </a:ext>
            </a:extLst>
          </p:cNvPr>
          <p:cNvSpPr>
            <a:spLocks noGrp="1"/>
          </p:cNvSpPr>
          <p:nvPr/>
        </p:nvSpPr>
        <p:spPr>
          <a:xfrm rot="16200000">
            <a:off x="6160797" y="2152041"/>
            <a:ext cx="4578350" cy="839418"/>
          </a:xfrm>
          <a:custGeom>
            <a:avLst/>
            <a:gdLst/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AF8FD8-EE9D-314B-8AE1-79B9D514A949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467F4DF-B7E9-D7D2-0F4E-CDDFF523E68B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02104" y="373903"/>
            <a:ext cx="2240280" cy="21544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>
              <a:buNone/>
            </a:pPr>
            <a:r>
              <a:t>Meeting/Event name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B2AFDB2-100B-485C-43B7-024DC8ADE7D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02104" y="613446"/>
            <a:ext cx="2240280" cy="21544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>
              <a:buNone/>
            </a:pPr>
            <a:r>
              <a:t>Date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F568C8-1BD7-E7B3-38E2-5B7ED0EA4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18"/>
            <a:ext cx="8132765" cy="719137"/>
          </a:xfrm>
        </p:spPr>
        <p:txBody>
          <a:bodyPr/>
          <a:lstStyle>
            <a:lvl1pPr>
              <a:buNone/>
              <a:defRPr sz="3600">
                <a:solidFill>
                  <a:srgbClr val="9CF6FB"/>
                </a:solidFill>
              </a:defRPr>
            </a:lvl1pPr>
          </a:lstStyle>
          <a:p>
            <a:r>
              <a:t>Agenda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049C77E-35AD-3CFF-778D-2778583A3DA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2921" y="1839283"/>
            <a:ext cx="3657600" cy="2856544"/>
          </a:xfrm>
        </p:spPr>
        <p:txBody>
          <a:bodyPr/>
          <a:lstStyle>
            <a:lvl1pPr marL="183600" indent="-183600">
              <a:spcBef>
                <a:spcPts val="0"/>
              </a:spcBef>
              <a:spcAft>
                <a:spcPts val="1200"/>
              </a:spcAft>
              <a:buChar char="•"/>
              <a:defRPr sz="14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>
              <a:buNone/>
            </a:pPr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3DC6205-A83D-C56E-95E7-87AD3BD94FDB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983481" y="1839283"/>
            <a:ext cx="3657600" cy="2856544"/>
          </a:xfrm>
        </p:spPr>
        <p:txBody>
          <a:bodyPr/>
          <a:lstStyle>
            <a:lvl1pPr marL="183600" indent="-183600">
              <a:spcBef>
                <a:spcPts val="0"/>
              </a:spcBef>
              <a:spcAft>
                <a:spcPts val="1200"/>
              </a:spcAft>
              <a:buChar char="•"/>
              <a:defRPr sz="14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>
              <a:buNone/>
            </a:pPr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8B6A192-560C-26DF-0654-5406C61E06FE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pic>
        <p:nvPicPr>
          <p:cNvPr id="21" name="Graphic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0056" y="4887026"/>
            <a:ext cx="648099" cy="1188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A40221-5DA6-10A4-CE38-F9D1C18EE09C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/>
          </a:solidFill>
          <a:ln w="254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7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0056" y="4887026"/>
            <a:ext cx="648099" cy="118833"/>
          </a:xfrm>
          <a:prstGeom prst="rect">
            <a:avLst/>
          </a:prstGeom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DDA9136-D3F9-F711-4B85-494AA9FC0C73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>
                    <a:lumMod val="65000"/>
                  </a:schemeClr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5CE4425-35A1-314D-C48B-0DFD71FE9517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indent="0" algn="ctr">
              <a:buNone/>
            </a:pPr>
            <a:r>
              <a:t>Click icon to insert photo 419 x 843 px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D2D7C9E-6318-F070-BCE4-366530922D6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2921" y="1839283"/>
            <a:ext cx="3657600" cy="2856544"/>
          </a:xfrm>
        </p:spPr>
        <p:txBody>
          <a:bodyPr/>
          <a:lstStyle>
            <a:lvl1pPr marL="183600" indent="-183600">
              <a:spcBef>
                <a:spcPts val="0"/>
              </a:spcBef>
              <a:spcAft>
                <a:spcPts val="1200"/>
              </a:spcAft>
              <a:buChar char="•"/>
              <a:defRPr sz="14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>
              <a:buNone/>
            </a:pPr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  <a:br/>
            <a:r>
              <a:t>List item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AF8FD8-EE9D-314B-8AE1-79B9D514A949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467F4DF-B7E9-D7D2-0F4E-CDDFF523E68B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02104" y="373903"/>
            <a:ext cx="2240280" cy="21544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>
              <a:buNone/>
            </a:pPr>
            <a:r>
              <a:t>Meeting/Event name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B2AFDB2-100B-485C-43B7-024DC8ADE7D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02104" y="613446"/>
            <a:ext cx="2240280" cy="215445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>
              <a:buNone/>
            </a:pPr>
            <a:r>
              <a:t>Date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A38994D7-FF6E-89BB-7971-44B59E5419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18"/>
            <a:ext cx="3657281" cy="719137"/>
          </a:xfrm>
        </p:spPr>
        <p:txBody>
          <a:bodyPr/>
          <a:lstStyle>
            <a:lvl1pPr>
              <a:buNone/>
              <a:defRPr sz="3600">
                <a:solidFill>
                  <a:srgbClr val="9CF6FB"/>
                </a:solidFill>
              </a:defRPr>
            </a:lvl1pPr>
          </a:lstStyle>
          <a:p>
            <a:r>
              <a:t>Agenda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2600-9A16-8BA3-BC3D-678F2912B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6" y="2212849"/>
            <a:ext cx="3179496" cy="719137"/>
          </a:xfrm>
        </p:spPr>
        <p:txBody>
          <a:bodyPr anchor="ctr"/>
          <a:lstStyle>
            <a:lvl1pPr>
              <a:spcAft>
                <a:spcPts val="300"/>
              </a:spcAft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Philips blue divider, </a:t>
            </a:r>
            <a:br/>
            <a:r>
              <a:t>half photo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3CF0764-DFB5-2754-87CE-F77CA3FFD3CD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760C7FB-B180-5117-2B14-5A6E759E66AC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indent="0" algn="ctr">
              <a:buNone/>
            </a:pPr>
            <a:r>
              <a:t>Click icon to insert photo 419 x 843 px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CC558-3F63-D067-60A8-9C372770394E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idx="24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2600-9A16-8BA3-BC3D-678F2912B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6" y="2212849"/>
            <a:ext cx="3179496" cy="719137"/>
          </a:xfrm>
        </p:spPr>
        <p:txBody>
          <a:bodyPr anchor="ctr"/>
          <a:lstStyle>
            <a:lvl1pPr>
              <a:spcAft>
                <a:spcPts val="300"/>
              </a:spcAft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t>White divider, </a:t>
            </a:r>
            <a:br/>
            <a:r>
              <a:t>half photo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60DB3D-7BF0-14A1-B8F5-D344164BBEB6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indent="0" algn="ctr">
              <a:buNone/>
            </a:pPr>
            <a:r>
              <a:t>Click icon to insert photo 419 x 843 px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EEF85-22C8-02AB-F7C4-D3F7156CA57C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2919" y="4928616"/>
            <a:ext cx="3657600" cy="91440"/>
          </a:xfrm>
        </p:spPr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76CAF0A-B4E2-B417-C35B-E116EF9D3810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>
                    <a:lumMod val="65000"/>
                  </a:schemeClr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029D1A3-83DA-8590-DBA0-18A90F22E7FA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F2600-9A16-8BA3-BC3D-678F2912B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6" y="2212849"/>
            <a:ext cx="3179496" cy="719137"/>
          </a:xfrm>
        </p:spPr>
        <p:txBody>
          <a:bodyPr anchor="ctr"/>
          <a:lstStyle>
            <a:lvl1pPr>
              <a:spcAft>
                <a:spcPts val="300"/>
              </a:spcAft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Dark blue divider, </a:t>
            </a:r>
            <a:br/>
            <a:r>
              <a:t>half photo</a:t>
            </a:r>
          </a:p>
        </p:txBody>
      </p:sp>
      <p:sp>
        <p:nvSpPr>
          <p:cNvPr id="7" name="Graphic 3">
            <a:extLst>
              <a:ext uri="{FF2B5EF4-FFF2-40B4-BE49-F238E27FC236}">
                <a16:creationId xmlns:a16="http://schemas.microsoft.com/office/drawing/2014/main" id="{58D52DC9-CECD-E119-65AB-88BD5ED5C2DD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/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CE73CA-8B06-B187-2902-ACEEB8635450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indent="0" algn="ctr">
              <a:buNone/>
            </a:pPr>
            <a:r>
              <a:t>Click icon to insert photo 419 x 843 px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E49EA-D788-2D1C-DE2B-0028D74CD9E4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idx="24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09B459C-0533-A2BA-FEF5-F5A57150BBD3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>
                    <a:lumMod val="65000"/>
                  </a:schemeClr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F2600-9A16-8BA3-BC3D-678F2912B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6" y="2212849"/>
            <a:ext cx="3179496" cy="719137"/>
          </a:xfrm>
        </p:spPr>
        <p:txBody>
          <a:bodyPr anchor="ctr"/>
          <a:lstStyle>
            <a:lvl1pPr>
              <a:spcAft>
                <a:spcPts val="300"/>
              </a:spcAft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t>Light blue divider, </a:t>
            </a:r>
            <a:br/>
            <a:r>
              <a:t>half photo</a:t>
            </a:r>
          </a:p>
        </p:txBody>
      </p:sp>
      <p:sp>
        <p:nvSpPr>
          <p:cNvPr id="7" name="Graphic 3">
            <a:extLst>
              <a:ext uri="{FF2B5EF4-FFF2-40B4-BE49-F238E27FC236}">
                <a16:creationId xmlns:a16="http://schemas.microsoft.com/office/drawing/2014/main" id="{1E0A8037-C86C-B069-5E81-6927454627E2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/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CCA470A-EDFC-4267-5BD2-6E9CA92A0EAF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indent="0" algn="ctr">
              <a:buNone/>
            </a:pPr>
            <a:r>
              <a:t>Click icon to insert photo 419 x 843 px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5E6D23-6C1C-5E7E-859B-CBD6467DFDDC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light coral (with image)">
    <p:bg>
      <p:bgPr>
        <a:solidFill>
          <a:srgbClr val="FFDE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1AD63CE-F2AD-16D0-5FA9-C9B1AD329701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>
                    <a:lumMod val="65000"/>
                  </a:schemeClr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F2600-9A16-8BA3-BC3D-678F2912B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826" y="2212849"/>
            <a:ext cx="3179496" cy="719137"/>
          </a:xfrm>
        </p:spPr>
        <p:txBody>
          <a:bodyPr anchor="ctr"/>
          <a:lstStyle>
            <a:lvl1pPr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t>Light coral divider, </a:t>
            </a:r>
            <a:br/>
            <a:r>
              <a:t>half photo</a:t>
            </a:r>
          </a:p>
        </p:txBody>
      </p:sp>
      <p:sp>
        <p:nvSpPr>
          <p:cNvPr id="7" name="Graphic 3">
            <a:extLst>
              <a:ext uri="{FF2B5EF4-FFF2-40B4-BE49-F238E27FC236}">
                <a16:creationId xmlns:a16="http://schemas.microsoft.com/office/drawing/2014/main" id="{4A0140F8-C1DA-D543-E73B-826A34144CED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/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rgbClr val="0B5ED7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03C8DA-7DAA-6B46-DF91-43499FB65FC4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4572000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291025" y="4918488"/>
                </a:moveTo>
                <a:lnTo>
                  <a:pt x="4291032" y="4918496"/>
                </a:lnTo>
                <a:lnTo>
                  <a:pt x="4291025" y="4918507"/>
                </a:lnTo>
                <a:close/>
                <a:moveTo>
                  <a:pt x="4186160" y="4908488"/>
                </a:moveTo>
                <a:cubicBezTo>
                  <a:pt x="4203317" y="4908488"/>
                  <a:pt x="4211425" y="4916596"/>
                  <a:pt x="4211425" y="4930911"/>
                </a:cubicBezTo>
                <a:cubicBezTo>
                  <a:pt x="4211425" y="4945701"/>
                  <a:pt x="4204277" y="4955720"/>
                  <a:pt x="4186160" y="4955720"/>
                </a:cubicBezTo>
                <a:lnTo>
                  <a:pt x="4180437" y="4955720"/>
                </a:lnTo>
                <a:lnTo>
                  <a:pt x="4180437" y="4908607"/>
                </a:lnTo>
                <a:cubicBezTo>
                  <a:pt x="4182457" y="4908488"/>
                  <a:pt x="4184368" y="4908488"/>
                  <a:pt x="4186160" y="4908488"/>
                </a:cubicBezTo>
                <a:close/>
                <a:moveTo>
                  <a:pt x="3738569" y="4908488"/>
                </a:moveTo>
                <a:cubicBezTo>
                  <a:pt x="3755727" y="4908488"/>
                  <a:pt x="3763835" y="4916596"/>
                  <a:pt x="3763835" y="4930911"/>
                </a:cubicBezTo>
                <a:cubicBezTo>
                  <a:pt x="3763835" y="4945701"/>
                  <a:pt x="3756687" y="4955720"/>
                  <a:pt x="3738569" y="4955720"/>
                </a:cubicBezTo>
                <a:lnTo>
                  <a:pt x="3732847" y="4955720"/>
                </a:lnTo>
                <a:lnTo>
                  <a:pt x="3732847" y="4908607"/>
                </a:lnTo>
                <a:cubicBezTo>
                  <a:pt x="3734876" y="4908488"/>
                  <a:pt x="3736777" y="4908488"/>
                  <a:pt x="3738569" y="4908488"/>
                </a:cubicBezTo>
                <a:close/>
                <a:moveTo>
                  <a:pt x="4084630" y="4889411"/>
                </a:moveTo>
                <a:lnTo>
                  <a:pt x="4084630" y="5003417"/>
                </a:lnTo>
                <a:lnTo>
                  <a:pt x="4119430" y="5003417"/>
                </a:lnTo>
                <a:lnTo>
                  <a:pt x="4119430" y="4889411"/>
                </a:lnTo>
                <a:close/>
                <a:moveTo>
                  <a:pt x="4004070" y="4889411"/>
                </a:moveTo>
                <a:lnTo>
                  <a:pt x="4004070" y="5003417"/>
                </a:lnTo>
                <a:lnTo>
                  <a:pt x="4066988" y="5003417"/>
                </a:lnTo>
                <a:lnTo>
                  <a:pt x="4072235" y="4980519"/>
                </a:lnTo>
                <a:lnTo>
                  <a:pt x="4038870" y="4980519"/>
                </a:lnTo>
                <a:lnTo>
                  <a:pt x="4038870" y="4889411"/>
                </a:lnTo>
                <a:close/>
                <a:moveTo>
                  <a:pt x="3943538" y="4889411"/>
                </a:moveTo>
                <a:lnTo>
                  <a:pt x="3943538" y="5003417"/>
                </a:lnTo>
                <a:lnTo>
                  <a:pt x="3978338" y="5003417"/>
                </a:lnTo>
                <a:lnTo>
                  <a:pt x="3978338" y="4889411"/>
                </a:lnTo>
                <a:close/>
                <a:moveTo>
                  <a:pt x="3811972" y="4889411"/>
                </a:moveTo>
                <a:lnTo>
                  <a:pt x="3811972" y="5003417"/>
                </a:lnTo>
                <a:lnTo>
                  <a:pt x="3846771" y="5003417"/>
                </a:lnTo>
                <a:lnTo>
                  <a:pt x="3846771" y="4958581"/>
                </a:lnTo>
                <a:lnTo>
                  <a:pt x="3882997" y="4958581"/>
                </a:lnTo>
                <a:lnTo>
                  <a:pt x="3882997" y="5003417"/>
                </a:lnTo>
                <a:lnTo>
                  <a:pt x="3917797" y="5003417"/>
                </a:lnTo>
                <a:lnTo>
                  <a:pt x="3917797" y="4889411"/>
                </a:lnTo>
                <a:lnTo>
                  <a:pt x="3882997" y="4889411"/>
                </a:lnTo>
                <a:lnTo>
                  <a:pt x="3882997" y="4934732"/>
                </a:lnTo>
                <a:lnTo>
                  <a:pt x="3846771" y="4934732"/>
                </a:lnTo>
                <a:lnTo>
                  <a:pt x="3846771" y="4889411"/>
                </a:lnTo>
                <a:close/>
                <a:moveTo>
                  <a:pt x="4188061" y="4887025"/>
                </a:moveTo>
                <a:cubicBezTo>
                  <a:pt x="4174240" y="4887025"/>
                  <a:pt x="4157557" y="4887976"/>
                  <a:pt x="4145637" y="4889411"/>
                </a:cubicBezTo>
                <a:lnTo>
                  <a:pt x="4145637" y="5003417"/>
                </a:lnTo>
                <a:lnTo>
                  <a:pt x="4180437" y="5003417"/>
                </a:lnTo>
                <a:lnTo>
                  <a:pt x="4180437" y="4976223"/>
                </a:lnTo>
                <a:lnTo>
                  <a:pt x="4192833" y="4976223"/>
                </a:lnTo>
                <a:lnTo>
                  <a:pt x="4192833" y="4976232"/>
                </a:lnTo>
                <a:cubicBezTo>
                  <a:pt x="4225247" y="4976232"/>
                  <a:pt x="4245741" y="4959541"/>
                  <a:pt x="4245741" y="4930436"/>
                </a:cubicBezTo>
                <a:cubicBezTo>
                  <a:pt x="4245741" y="4898479"/>
                  <a:pt x="4223811" y="4887025"/>
                  <a:pt x="4188061" y="4887025"/>
                </a:cubicBezTo>
                <a:close/>
                <a:moveTo>
                  <a:pt x="3740480" y="4887025"/>
                </a:moveTo>
                <a:cubicBezTo>
                  <a:pt x="3726658" y="4887025"/>
                  <a:pt x="3709976" y="4887976"/>
                  <a:pt x="3698056" y="4889411"/>
                </a:cubicBezTo>
                <a:lnTo>
                  <a:pt x="3698056" y="5003417"/>
                </a:lnTo>
                <a:lnTo>
                  <a:pt x="3732856" y="5003417"/>
                </a:lnTo>
                <a:lnTo>
                  <a:pt x="3732856" y="4976223"/>
                </a:lnTo>
                <a:lnTo>
                  <a:pt x="3745251" y="4976223"/>
                </a:lnTo>
                <a:lnTo>
                  <a:pt x="3745242" y="4976232"/>
                </a:lnTo>
                <a:cubicBezTo>
                  <a:pt x="3777656" y="4976232"/>
                  <a:pt x="3798150" y="4959541"/>
                  <a:pt x="3798150" y="4930436"/>
                </a:cubicBezTo>
                <a:cubicBezTo>
                  <a:pt x="3798159" y="4898470"/>
                  <a:pt x="3776230" y="4887025"/>
                  <a:pt x="3740480" y="4887025"/>
                </a:cubicBezTo>
                <a:close/>
                <a:moveTo>
                  <a:pt x="4303412" y="4887016"/>
                </a:moveTo>
                <a:cubicBezTo>
                  <a:pt x="4275285" y="4887016"/>
                  <a:pt x="4256226" y="4898104"/>
                  <a:pt x="4256226" y="4921359"/>
                </a:cubicBezTo>
                <a:cubicBezTo>
                  <a:pt x="4256226" y="4961433"/>
                  <a:pt x="4310569" y="4953325"/>
                  <a:pt x="4310569" y="4971927"/>
                </a:cubicBezTo>
                <a:cubicBezTo>
                  <a:pt x="4310569" y="4979084"/>
                  <a:pt x="4305322" y="4982896"/>
                  <a:pt x="4292461" y="4982896"/>
                </a:cubicBezTo>
                <a:cubicBezTo>
                  <a:pt x="4281016" y="4982896"/>
                  <a:pt x="4263383" y="4979084"/>
                  <a:pt x="4252898" y="4973828"/>
                </a:cubicBezTo>
                <a:lnTo>
                  <a:pt x="4256710" y="5000063"/>
                </a:lnTo>
                <a:cubicBezTo>
                  <a:pt x="4267195" y="5003884"/>
                  <a:pt x="4281501" y="5005785"/>
                  <a:pt x="4292936" y="5005785"/>
                </a:cubicBezTo>
                <a:cubicBezTo>
                  <a:pt x="4322014" y="5005785"/>
                  <a:pt x="4345844" y="4996242"/>
                  <a:pt x="4345844" y="4967621"/>
                </a:cubicBezTo>
                <a:cubicBezTo>
                  <a:pt x="4345844" y="4938999"/>
                  <a:pt x="4315008" y="4935869"/>
                  <a:pt x="4299591" y="4928446"/>
                </a:cubicBezTo>
                <a:lnTo>
                  <a:pt x="4291032" y="4918496"/>
                </a:lnTo>
                <a:lnTo>
                  <a:pt x="4295375" y="4911649"/>
                </a:lnTo>
                <a:cubicBezTo>
                  <a:pt x="4298176" y="4910157"/>
                  <a:pt x="4302228" y="4909439"/>
                  <a:pt x="4307233" y="4909439"/>
                </a:cubicBezTo>
                <a:cubicBezTo>
                  <a:pt x="4318193" y="4909439"/>
                  <a:pt x="4330113" y="4911825"/>
                  <a:pt x="4338211" y="4915161"/>
                </a:cubicBezTo>
                <a:lnTo>
                  <a:pt x="4335350" y="4890352"/>
                </a:lnTo>
                <a:cubicBezTo>
                  <a:pt x="4326292" y="4888442"/>
                  <a:pt x="4318193" y="4887016"/>
                  <a:pt x="4303412" y="4887016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0" indent="0" algn="ctr">
              <a:buNone/>
            </a:pPr>
            <a:r>
              <a:t>Click icon to insert photo 419 x 843 px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5E6D23-6C1C-5E7E-859B-CBD6467DFDDC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502919" y="4928616"/>
            <a:ext cx="3657600" cy="91440"/>
          </a:xfrm>
        </p:spPr>
        <p:txBody>
          <a:bodyPr/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2F4B2C2-825D-08DB-6EEA-E698EE6DDB3F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C43E1-3C41-8B31-8EB9-6D6F6848EA01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E2843C6-8DAB-3466-178F-F71F32616C8B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6ECCFF-A929-6A5B-CB9E-1BBF7BFB28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376239"/>
            <a:ext cx="7523938" cy="4315064"/>
          </a:xfrm>
        </p:spPr>
        <p:txBody>
          <a:bodyPr anchor="ctr"/>
          <a:lstStyle>
            <a:lvl1pPr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t>Philips blue divider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E797AE0A-F0AD-C61C-B8A0-BB31D3BB35AF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/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FD8FF5D-3680-130D-B55E-0BD741122D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376239"/>
            <a:ext cx="7523938" cy="4315064"/>
          </a:xfrm>
        </p:spPr>
        <p:txBody>
          <a:bodyPr anchor="ctr"/>
          <a:lstStyle>
            <a:lvl1pPr>
              <a:buNone/>
              <a:defRPr sz="3600">
                <a:solidFill>
                  <a:schemeClr val="accent1"/>
                </a:solidFill>
              </a:defRPr>
            </a:lvl1pPr>
          </a:lstStyle>
          <a:p>
            <a:r>
              <a:t>White divider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F574A60-D183-D19F-88E6-EEE0C3D702F9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B99D331-9587-B883-7DF3-0B9D6E5686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376239"/>
            <a:ext cx="7523938" cy="4315064"/>
          </a:xfrm>
        </p:spPr>
        <p:txBody>
          <a:bodyPr anchor="ctr"/>
          <a:lstStyle>
            <a:lvl1pPr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t>Dark blue divider</a:t>
            </a: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E7296B94-E425-EDA6-3EEF-41ED947C7365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/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143315D-23FD-5730-9D7C-25427B45A2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376239"/>
            <a:ext cx="7523938" cy="4315064"/>
          </a:xfrm>
        </p:spPr>
        <p:txBody>
          <a:bodyPr anchor="ctr"/>
          <a:lstStyle>
            <a:lvl1pPr>
              <a:buNone/>
              <a:defRPr sz="3600">
                <a:solidFill>
                  <a:schemeClr val="accent1"/>
                </a:solidFill>
              </a:defRPr>
            </a:lvl1pPr>
          </a:lstStyle>
          <a:p>
            <a:r>
              <a:t>Light blue divider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coral">
    <p:bg>
      <p:bgPr>
        <a:solidFill>
          <a:srgbClr val="FFDE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612692-DD73-95A3-A271-007D4B4C16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9" y="376239"/>
            <a:ext cx="7523938" cy="4315064"/>
          </a:xfrm>
        </p:spPr>
        <p:txBody>
          <a:bodyPr anchor="ctr"/>
          <a:lstStyle>
            <a:lvl1pPr>
              <a:buNone/>
              <a:defRPr sz="3600">
                <a:solidFill>
                  <a:schemeClr val="accent1"/>
                </a:solidFill>
              </a:defRPr>
            </a:lvl1pPr>
          </a:lstStyle>
          <a:p>
            <a:r>
              <a:t>Light coral divider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2" y="376239"/>
            <a:ext cx="8133537" cy="719137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2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Type your slide headline here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idx="17"/>
          </p:nvPr>
        </p:nvSpPr>
        <p:spPr/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D8C952-2371-12B5-E414-3D146114F648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500835" y="1211263"/>
            <a:ext cx="8139929" cy="34848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2" y="376239"/>
            <a:ext cx="8133537" cy="719137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2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Type your slide headline here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idx="17"/>
          </p:nvPr>
        </p:nvSpPr>
        <p:spPr/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06D2A847-E349-A206-A15A-1B2AEBB7ECF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500835" y="1211263"/>
            <a:ext cx="3823605" cy="3484800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17E8B37-EA5A-538C-28EF-37D2BDF62747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4815819" y="1211263"/>
            <a:ext cx="3823605" cy="3484800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2" y="376239"/>
            <a:ext cx="8133537" cy="719137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2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Type your slide headline here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idx="17"/>
          </p:nvPr>
        </p:nvSpPr>
        <p:spPr/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06D2A847-E349-A206-A15A-1B2AEBB7ECF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500836" y="1211263"/>
            <a:ext cx="2383451" cy="3484800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17E8B37-EA5A-538C-28EF-37D2BDF62747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377487" y="1211263"/>
            <a:ext cx="2383451" cy="3484800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450D946-063C-E6F2-C532-BF5205DA3DE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254138" y="1211263"/>
            <a:ext cx="2383451" cy="3484800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3">
            <a:extLst>
              <a:ext uri="{FF2B5EF4-FFF2-40B4-BE49-F238E27FC236}">
                <a16:creationId xmlns:a16="http://schemas.microsoft.com/office/drawing/2014/main" id="{EBADA7D2-29C7-B0E9-14B3-F904FBA38FE3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/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rgbClr val="0B5ED7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BC8AD33-C05E-2F59-C75F-3C6B4606BCD5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>
                    <a:lumMod val="65000"/>
                  </a:schemeClr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AF8FD8-EE9D-314B-8AE1-79B9D514A949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2377440" cy="91440"/>
          </a:xfrm>
        </p:spPr>
        <p:txBody>
          <a:bodyPr/>
          <a:lstStyle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51A93-47BF-3E4F-8F7A-57ED443F02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0"/>
            <a:ext cx="2377440" cy="827999"/>
          </a:xfrm>
        </p:spPr>
        <p:txBody>
          <a:bodyPr/>
          <a:lstStyle>
            <a:lvl1pPr>
              <a:buNone/>
              <a:defRPr sz="2400">
                <a:solidFill>
                  <a:schemeClr val="tx2"/>
                </a:solidFill>
              </a:defRPr>
            </a:lvl1pPr>
          </a:lstStyle>
          <a:p>
            <a:r>
              <a:t>Type your slide headline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D63CC75-E9EE-9F64-4EB9-B38BE004E4F6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3254871" y="0"/>
            <a:ext cx="5889128" cy="5143500"/>
          </a:xfrm>
          <a:custGeom>
            <a:avLst/>
            <a:gdLst/>
            <a:ahLst/>
            <a:cxnLst/>
            <a:rect l="l" t="t" r="r" b="b"/>
            <a:pathLst>
              <a:path w="5889128" h="5143500">
                <a:moveTo>
                  <a:pt x="5608154" y="4918488"/>
                </a:moveTo>
                <a:lnTo>
                  <a:pt x="5608161" y="4918496"/>
                </a:lnTo>
                <a:lnTo>
                  <a:pt x="5608154" y="4918507"/>
                </a:lnTo>
                <a:close/>
                <a:moveTo>
                  <a:pt x="5503289" y="4908488"/>
                </a:moveTo>
                <a:cubicBezTo>
                  <a:pt x="5520446" y="4908488"/>
                  <a:pt x="5528554" y="4916596"/>
                  <a:pt x="5528554" y="4930911"/>
                </a:cubicBezTo>
                <a:cubicBezTo>
                  <a:pt x="5528554" y="4945701"/>
                  <a:pt x="5521406" y="4955720"/>
                  <a:pt x="5503289" y="4955720"/>
                </a:cubicBezTo>
                <a:lnTo>
                  <a:pt x="5497566" y="4955720"/>
                </a:lnTo>
                <a:lnTo>
                  <a:pt x="5497566" y="4908607"/>
                </a:lnTo>
                <a:cubicBezTo>
                  <a:pt x="5499586" y="4908488"/>
                  <a:pt x="5501497" y="4908488"/>
                  <a:pt x="5503289" y="4908488"/>
                </a:cubicBezTo>
                <a:close/>
                <a:moveTo>
                  <a:pt x="5055698" y="4908488"/>
                </a:moveTo>
                <a:cubicBezTo>
                  <a:pt x="5072856" y="4908488"/>
                  <a:pt x="5080964" y="4916596"/>
                  <a:pt x="5080964" y="4930911"/>
                </a:cubicBezTo>
                <a:cubicBezTo>
                  <a:pt x="5080964" y="4945701"/>
                  <a:pt x="5073816" y="4955720"/>
                  <a:pt x="5055698" y="4955720"/>
                </a:cubicBezTo>
                <a:lnTo>
                  <a:pt x="5049976" y="4955720"/>
                </a:lnTo>
                <a:lnTo>
                  <a:pt x="5049976" y="4908607"/>
                </a:lnTo>
                <a:cubicBezTo>
                  <a:pt x="5052005" y="4908488"/>
                  <a:pt x="5053906" y="4908488"/>
                  <a:pt x="5055698" y="4908488"/>
                </a:cubicBezTo>
                <a:close/>
                <a:moveTo>
                  <a:pt x="5401759" y="4889411"/>
                </a:moveTo>
                <a:lnTo>
                  <a:pt x="5401759" y="5003417"/>
                </a:lnTo>
                <a:lnTo>
                  <a:pt x="5436559" y="5003417"/>
                </a:lnTo>
                <a:lnTo>
                  <a:pt x="5436559" y="4889411"/>
                </a:lnTo>
                <a:close/>
                <a:moveTo>
                  <a:pt x="5321199" y="4889411"/>
                </a:moveTo>
                <a:lnTo>
                  <a:pt x="5321199" y="5003417"/>
                </a:lnTo>
                <a:lnTo>
                  <a:pt x="5384117" y="5003417"/>
                </a:lnTo>
                <a:lnTo>
                  <a:pt x="5389364" y="4980519"/>
                </a:lnTo>
                <a:lnTo>
                  <a:pt x="5355999" y="4980519"/>
                </a:lnTo>
                <a:lnTo>
                  <a:pt x="5355999" y="4889411"/>
                </a:lnTo>
                <a:close/>
                <a:moveTo>
                  <a:pt x="5260667" y="4889411"/>
                </a:moveTo>
                <a:lnTo>
                  <a:pt x="5260667" y="5003417"/>
                </a:lnTo>
                <a:lnTo>
                  <a:pt x="5295467" y="5003417"/>
                </a:lnTo>
                <a:lnTo>
                  <a:pt x="5295467" y="4889411"/>
                </a:lnTo>
                <a:close/>
                <a:moveTo>
                  <a:pt x="5129101" y="4889411"/>
                </a:moveTo>
                <a:lnTo>
                  <a:pt x="5129101" y="5003417"/>
                </a:lnTo>
                <a:lnTo>
                  <a:pt x="5163900" y="5003417"/>
                </a:lnTo>
                <a:lnTo>
                  <a:pt x="5163900" y="4958581"/>
                </a:lnTo>
                <a:lnTo>
                  <a:pt x="5200126" y="4958581"/>
                </a:lnTo>
                <a:lnTo>
                  <a:pt x="5200126" y="5003417"/>
                </a:lnTo>
                <a:lnTo>
                  <a:pt x="5234926" y="5003417"/>
                </a:lnTo>
                <a:lnTo>
                  <a:pt x="5234926" y="4889411"/>
                </a:lnTo>
                <a:lnTo>
                  <a:pt x="5200126" y="4889411"/>
                </a:lnTo>
                <a:lnTo>
                  <a:pt x="5200126" y="4934732"/>
                </a:lnTo>
                <a:lnTo>
                  <a:pt x="5163900" y="4934732"/>
                </a:lnTo>
                <a:lnTo>
                  <a:pt x="5163900" y="4889411"/>
                </a:lnTo>
                <a:close/>
                <a:moveTo>
                  <a:pt x="5505190" y="4887025"/>
                </a:moveTo>
                <a:cubicBezTo>
                  <a:pt x="5491369" y="4887025"/>
                  <a:pt x="5474686" y="4887976"/>
                  <a:pt x="5462766" y="4889411"/>
                </a:cubicBezTo>
                <a:lnTo>
                  <a:pt x="5462766" y="5003417"/>
                </a:lnTo>
                <a:lnTo>
                  <a:pt x="5497566" y="5003417"/>
                </a:lnTo>
                <a:lnTo>
                  <a:pt x="5497566" y="4976223"/>
                </a:lnTo>
                <a:lnTo>
                  <a:pt x="5509962" y="4976223"/>
                </a:lnTo>
                <a:lnTo>
                  <a:pt x="5509962" y="4976232"/>
                </a:lnTo>
                <a:cubicBezTo>
                  <a:pt x="5542376" y="4976232"/>
                  <a:pt x="5562870" y="4959541"/>
                  <a:pt x="5562870" y="4930436"/>
                </a:cubicBezTo>
                <a:cubicBezTo>
                  <a:pt x="5562870" y="4898479"/>
                  <a:pt x="5540940" y="4887025"/>
                  <a:pt x="5505190" y="4887025"/>
                </a:cubicBezTo>
                <a:close/>
                <a:moveTo>
                  <a:pt x="5057609" y="4887025"/>
                </a:moveTo>
                <a:cubicBezTo>
                  <a:pt x="5043787" y="4887025"/>
                  <a:pt x="5027105" y="4887976"/>
                  <a:pt x="5015185" y="4889411"/>
                </a:cubicBezTo>
                <a:lnTo>
                  <a:pt x="5015185" y="5003417"/>
                </a:lnTo>
                <a:lnTo>
                  <a:pt x="5049985" y="5003417"/>
                </a:lnTo>
                <a:lnTo>
                  <a:pt x="5049985" y="4976223"/>
                </a:lnTo>
                <a:lnTo>
                  <a:pt x="5062380" y="4976223"/>
                </a:lnTo>
                <a:lnTo>
                  <a:pt x="5062371" y="4976232"/>
                </a:lnTo>
                <a:cubicBezTo>
                  <a:pt x="5094785" y="4976232"/>
                  <a:pt x="5115279" y="4959541"/>
                  <a:pt x="5115279" y="4930436"/>
                </a:cubicBezTo>
                <a:cubicBezTo>
                  <a:pt x="5115288" y="4898470"/>
                  <a:pt x="5093359" y="4887025"/>
                  <a:pt x="5057609" y="4887025"/>
                </a:cubicBezTo>
                <a:close/>
                <a:moveTo>
                  <a:pt x="5620541" y="4887016"/>
                </a:moveTo>
                <a:cubicBezTo>
                  <a:pt x="5592414" y="4887016"/>
                  <a:pt x="5573355" y="4898104"/>
                  <a:pt x="5573355" y="4921359"/>
                </a:cubicBezTo>
                <a:cubicBezTo>
                  <a:pt x="5573355" y="4961433"/>
                  <a:pt x="5627698" y="4953325"/>
                  <a:pt x="5627698" y="4971927"/>
                </a:cubicBezTo>
                <a:cubicBezTo>
                  <a:pt x="5627698" y="4979084"/>
                  <a:pt x="5622451" y="4982896"/>
                  <a:pt x="5609590" y="4982896"/>
                </a:cubicBezTo>
                <a:cubicBezTo>
                  <a:pt x="5598145" y="4982896"/>
                  <a:pt x="5580512" y="4979084"/>
                  <a:pt x="5570027" y="4973828"/>
                </a:cubicBezTo>
                <a:lnTo>
                  <a:pt x="5573839" y="5000063"/>
                </a:lnTo>
                <a:cubicBezTo>
                  <a:pt x="5584324" y="5003884"/>
                  <a:pt x="5598630" y="5005785"/>
                  <a:pt x="5610065" y="5005785"/>
                </a:cubicBezTo>
                <a:cubicBezTo>
                  <a:pt x="5639143" y="5005785"/>
                  <a:pt x="5662973" y="4996242"/>
                  <a:pt x="5662973" y="4967621"/>
                </a:cubicBezTo>
                <a:cubicBezTo>
                  <a:pt x="5662973" y="4938999"/>
                  <a:pt x="5632137" y="4935869"/>
                  <a:pt x="5616720" y="4928446"/>
                </a:cubicBezTo>
                <a:lnTo>
                  <a:pt x="5608161" y="4918496"/>
                </a:lnTo>
                <a:lnTo>
                  <a:pt x="5612504" y="4911649"/>
                </a:lnTo>
                <a:cubicBezTo>
                  <a:pt x="5615305" y="4910157"/>
                  <a:pt x="5619357" y="4909439"/>
                  <a:pt x="5624362" y="4909439"/>
                </a:cubicBezTo>
                <a:cubicBezTo>
                  <a:pt x="5635322" y="4909439"/>
                  <a:pt x="5647242" y="4911825"/>
                  <a:pt x="5655340" y="4915161"/>
                </a:cubicBezTo>
                <a:lnTo>
                  <a:pt x="5652479" y="4890352"/>
                </a:lnTo>
                <a:cubicBezTo>
                  <a:pt x="5643421" y="4888442"/>
                  <a:pt x="5635322" y="4887016"/>
                  <a:pt x="5620541" y="4887016"/>
                </a:cubicBezTo>
                <a:close/>
                <a:moveTo>
                  <a:pt x="0" y="0"/>
                </a:moveTo>
                <a:lnTo>
                  <a:pt x="5889128" y="0"/>
                </a:lnTo>
                <a:lnTo>
                  <a:pt x="5889128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>Click icon to insert photo 966 x 843 px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989BD445-68F6-BB3B-749F-59CF6D8F33C7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500836" y="1211263"/>
            <a:ext cx="2377440" cy="3484800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D63CC75-E9EE-9F64-4EB9-B38BE004E4F6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0" y="0"/>
            <a:ext cx="5889128" cy="51435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>Click icon to insert photo 966 x 843 px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AF8FD8-EE9D-314B-8AE1-79B9D514A949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237744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9F51A93-47BF-3E4F-8F7A-57ED443F02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0149" y="376240"/>
            <a:ext cx="2377440" cy="827999"/>
          </a:xfrm>
        </p:spPr>
        <p:txBody>
          <a:bodyPr/>
          <a:lstStyle>
            <a:lvl1pPr>
              <a:buNone/>
              <a:defRPr sz="2400">
                <a:solidFill>
                  <a:schemeClr val="tx2"/>
                </a:solidFill>
              </a:defRPr>
            </a:lvl1pPr>
          </a:lstStyle>
          <a:p>
            <a:r>
              <a:t>Type your slide headline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989BD445-68F6-BB3B-749F-59CF6D8F33C7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58065" y="1211263"/>
            <a:ext cx="2377440" cy="3484800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563654-036F-6829-E30C-B4D3CB5DDED8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0" y="0"/>
            <a:ext cx="9143999" cy="5143500"/>
          </a:xfrm>
          <a:custGeom>
            <a:avLst/>
            <a:gdLst/>
            <a:ahLst/>
            <a:cxnLst/>
            <a:rect l="l" t="t" r="r" b="b"/>
            <a:pathLst>
              <a:path w="9143999" h="5143500">
                <a:moveTo>
                  <a:pt x="8863025" y="4918488"/>
                </a:moveTo>
                <a:lnTo>
                  <a:pt x="8863036" y="4918501"/>
                </a:lnTo>
                <a:lnTo>
                  <a:pt x="8863025" y="4918507"/>
                </a:lnTo>
                <a:close/>
                <a:moveTo>
                  <a:pt x="8758160" y="4908488"/>
                </a:moveTo>
                <a:cubicBezTo>
                  <a:pt x="8775317" y="4908488"/>
                  <a:pt x="8783425" y="4916596"/>
                  <a:pt x="8783425" y="4930911"/>
                </a:cubicBezTo>
                <a:cubicBezTo>
                  <a:pt x="8783425" y="4945701"/>
                  <a:pt x="8776277" y="4955720"/>
                  <a:pt x="8758160" y="4955720"/>
                </a:cubicBezTo>
                <a:lnTo>
                  <a:pt x="8752437" y="4955720"/>
                </a:lnTo>
                <a:lnTo>
                  <a:pt x="8752437" y="4908607"/>
                </a:lnTo>
                <a:cubicBezTo>
                  <a:pt x="8754457" y="4908488"/>
                  <a:pt x="8756368" y="4908488"/>
                  <a:pt x="8758160" y="4908488"/>
                </a:cubicBezTo>
                <a:close/>
                <a:moveTo>
                  <a:pt x="8310569" y="4908488"/>
                </a:moveTo>
                <a:cubicBezTo>
                  <a:pt x="8327727" y="4908488"/>
                  <a:pt x="8335835" y="4916596"/>
                  <a:pt x="8335835" y="4930911"/>
                </a:cubicBezTo>
                <a:cubicBezTo>
                  <a:pt x="8335835" y="4945701"/>
                  <a:pt x="8328687" y="4955720"/>
                  <a:pt x="8310569" y="4955720"/>
                </a:cubicBezTo>
                <a:lnTo>
                  <a:pt x="8304847" y="4955720"/>
                </a:lnTo>
                <a:lnTo>
                  <a:pt x="8304847" y="4908607"/>
                </a:lnTo>
                <a:cubicBezTo>
                  <a:pt x="8306876" y="4908488"/>
                  <a:pt x="8308777" y="4908488"/>
                  <a:pt x="8310569" y="4908488"/>
                </a:cubicBezTo>
                <a:close/>
                <a:moveTo>
                  <a:pt x="8656630" y="4889411"/>
                </a:moveTo>
                <a:lnTo>
                  <a:pt x="8656630" y="5003417"/>
                </a:lnTo>
                <a:lnTo>
                  <a:pt x="8691430" y="5003417"/>
                </a:lnTo>
                <a:lnTo>
                  <a:pt x="8691430" y="4889411"/>
                </a:lnTo>
                <a:close/>
                <a:moveTo>
                  <a:pt x="8576070" y="4889411"/>
                </a:moveTo>
                <a:lnTo>
                  <a:pt x="8576070" y="5003417"/>
                </a:lnTo>
                <a:lnTo>
                  <a:pt x="8638988" y="5003417"/>
                </a:lnTo>
                <a:lnTo>
                  <a:pt x="8644235" y="4980519"/>
                </a:lnTo>
                <a:lnTo>
                  <a:pt x="8610870" y="4980519"/>
                </a:lnTo>
                <a:lnTo>
                  <a:pt x="8610870" y="4889411"/>
                </a:lnTo>
                <a:close/>
                <a:moveTo>
                  <a:pt x="8515538" y="4889411"/>
                </a:moveTo>
                <a:lnTo>
                  <a:pt x="8515538" y="5003417"/>
                </a:lnTo>
                <a:lnTo>
                  <a:pt x="8550338" y="5003417"/>
                </a:lnTo>
                <a:lnTo>
                  <a:pt x="8550338" y="4889411"/>
                </a:lnTo>
                <a:close/>
                <a:moveTo>
                  <a:pt x="8383972" y="4889411"/>
                </a:moveTo>
                <a:lnTo>
                  <a:pt x="8383972" y="5003417"/>
                </a:lnTo>
                <a:lnTo>
                  <a:pt x="8418771" y="5003417"/>
                </a:lnTo>
                <a:lnTo>
                  <a:pt x="8418771" y="4958581"/>
                </a:lnTo>
                <a:lnTo>
                  <a:pt x="8454997" y="4958581"/>
                </a:lnTo>
                <a:lnTo>
                  <a:pt x="8454997" y="5003417"/>
                </a:lnTo>
                <a:lnTo>
                  <a:pt x="8489797" y="5003417"/>
                </a:lnTo>
                <a:lnTo>
                  <a:pt x="8489797" y="4889411"/>
                </a:lnTo>
                <a:lnTo>
                  <a:pt x="8454997" y="4889411"/>
                </a:lnTo>
                <a:lnTo>
                  <a:pt x="8454997" y="4934732"/>
                </a:lnTo>
                <a:lnTo>
                  <a:pt x="8418771" y="4934732"/>
                </a:lnTo>
                <a:lnTo>
                  <a:pt x="8418771" y="4889411"/>
                </a:lnTo>
                <a:close/>
                <a:moveTo>
                  <a:pt x="8760061" y="4887025"/>
                </a:moveTo>
                <a:cubicBezTo>
                  <a:pt x="8746240" y="4887025"/>
                  <a:pt x="8729557" y="4887976"/>
                  <a:pt x="8717637" y="4889411"/>
                </a:cubicBezTo>
                <a:lnTo>
                  <a:pt x="8717637" y="5003417"/>
                </a:lnTo>
                <a:lnTo>
                  <a:pt x="8752437" y="5003417"/>
                </a:lnTo>
                <a:lnTo>
                  <a:pt x="8752437" y="4976223"/>
                </a:lnTo>
                <a:lnTo>
                  <a:pt x="8764833" y="4976223"/>
                </a:lnTo>
                <a:lnTo>
                  <a:pt x="8764833" y="4976232"/>
                </a:lnTo>
                <a:cubicBezTo>
                  <a:pt x="8797247" y="4976232"/>
                  <a:pt x="8817741" y="4959541"/>
                  <a:pt x="8817741" y="4930436"/>
                </a:cubicBezTo>
                <a:cubicBezTo>
                  <a:pt x="8817741" y="4898479"/>
                  <a:pt x="8795811" y="4887025"/>
                  <a:pt x="8760061" y="4887025"/>
                </a:cubicBezTo>
                <a:close/>
                <a:moveTo>
                  <a:pt x="8312480" y="4887025"/>
                </a:moveTo>
                <a:cubicBezTo>
                  <a:pt x="8298658" y="4887025"/>
                  <a:pt x="8281976" y="4887976"/>
                  <a:pt x="8270056" y="4889411"/>
                </a:cubicBezTo>
                <a:lnTo>
                  <a:pt x="8270056" y="5003417"/>
                </a:lnTo>
                <a:lnTo>
                  <a:pt x="8304856" y="5003417"/>
                </a:lnTo>
                <a:lnTo>
                  <a:pt x="8304856" y="4976223"/>
                </a:lnTo>
                <a:lnTo>
                  <a:pt x="8317251" y="4976223"/>
                </a:lnTo>
                <a:lnTo>
                  <a:pt x="8317242" y="4976232"/>
                </a:lnTo>
                <a:cubicBezTo>
                  <a:pt x="8349656" y="4976232"/>
                  <a:pt x="8370150" y="4959541"/>
                  <a:pt x="8370150" y="4930436"/>
                </a:cubicBezTo>
                <a:cubicBezTo>
                  <a:pt x="8370159" y="4898470"/>
                  <a:pt x="8348230" y="4887025"/>
                  <a:pt x="8312480" y="4887025"/>
                </a:cubicBezTo>
                <a:close/>
                <a:moveTo>
                  <a:pt x="8875412" y="4887016"/>
                </a:moveTo>
                <a:cubicBezTo>
                  <a:pt x="8847285" y="4887016"/>
                  <a:pt x="8828226" y="4898104"/>
                  <a:pt x="8828226" y="4921359"/>
                </a:cubicBezTo>
                <a:cubicBezTo>
                  <a:pt x="8828226" y="4961433"/>
                  <a:pt x="8882569" y="4953325"/>
                  <a:pt x="8882569" y="4971927"/>
                </a:cubicBezTo>
                <a:cubicBezTo>
                  <a:pt x="8882569" y="4979084"/>
                  <a:pt x="8877322" y="4982896"/>
                  <a:pt x="8864461" y="4982896"/>
                </a:cubicBezTo>
                <a:cubicBezTo>
                  <a:pt x="8853016" y="4982896"/>
                  <a:pt x="8835383" y="4979084"/>
                  <a:pt x="8824898" y="4973828"/>
                </a:cubicBezTo>
                <a:lnTo>
                  <a:pt x="8828710" y="5000063"/>
                </a:lnTo>
                <a:cubicBezTo>
                  <a:pt x="8839195" y="5003884"/>
                  <a:pt x="8853501" y="5005785"/>
                  <a:pt x="8864936" y="5005785"/>
                </a:cubicBezTo>
                <a:cubicBezTo>
                  <a:pt x="8894014" y="5005785"/>
                  <a:pt x="8917844" y="4996242"/>
                  <a:pt x="8917844" y="4967621"/>
                </a:cubicBezTo>
                <a:cubicBezTo>
                  <a:pt x="8917844" y="4938999"/>
                  <a:pt x="8887008" y="4935869"/>
                  <a:pt x="8871590" y="4928446"/>
                </a:cubicBezTo>
                <a:lnTo>
                  <a:pt x="8863036" y="4918501"/>
                </a:lnTo>
                <a:lnTo>
                  <a:pt x="8879233" y="4909439"/>
                </a:lnTo>
                <a:cubicBezTo>
                  <a:pt x="8890193" y="4909439"/>
                  <a:pt x="8902113" y="4911825"/>
                  <a:pt x="8910211" y="4915161"/>
                </a:cubicBezTo>
                <a:lnTo>
                  <a:pt x="8907350" y="4890352"/>
                </a:lnTo>
                <a:cubicBezTo>
                  <a:pt x="8898292" y="4888442"/>
                  <a:pt x="8890193" y="4887016"/>
                  <a:pt x="8875412" y="4887016"/>
                </a:cubicBezTo>
                <a:close/>
                <a:moveTo>
                  <a:pt x="0" y="0"/>
                </a:moveTo>
                <a:lnTo>
                  <a:pt x="9143999" y="0"/>
                </a:lnTo>
                <a:lnTo>
                  <a:pt x="9143999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vert="horz" wrap="square" lIns="0" tIns="0" rIns="0" bIns="57600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>Click icon to insert photo 966 x 843 px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AF8FD8-EE9D-314B-8AE1-79B9D514A949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502919" y="4928616"/>
            <a:ext cx="2377440" cy="9144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315B6-9AA5-93D1-552F-B6B78F8BE4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t>Type your slide headline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B02D2D-78C2-DF6C-44E7-E210869DEA17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BCE1C-8B2D-2C20-DA1F-914D85142B69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9A65204-B63A-C92D-8559-99D1D30D9D56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tx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01E91343-BDCF-AC3A-40D7-0F1157E570DE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/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514E1-90CE-3CE3-60C5-2271280D0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Type your slide headline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315B6-9AA5-93D1-552F-B6B78F8BE4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t>Type your slide headline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54A277B-7964-B12B-9A03-B942824271BA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tx1"/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27C29E7A-B73D-4E62-4C77-AAD3DBE937AE}"/>
              </a:ext>
            </a:extLst>
          </p:cNvPr>
          <p:cNvSpPr>
            <a:spLocks noGrp="1"/>
          </p:cNvSpPr>
          <p:nvPr/>
        </p:nvSpPr>
        <p:spPr>
          <a:xfrm>
            <a:off x="8270056" y="4887016"/>
            <a:ext cx="647788" cy="118769"/>
          </a:xfrm>
          <a:custGeom>
            <a:avLst/>
            <a:gdLst/>
            <a:ahLst/>
            <a:cxnLst/>
            <a:rect l="l" t="t" r="r" b="b"/>
            <a:pathLst>
              <a:path w="647788" h="118769">
                <a:moveTo>
                  <a:pt x="219741" y="2395"/>
                </a:moveTo>
                <a:lnTo>
                  <a:pt x="184941" y="2395"/>
                </a:lnTo>
                <a:lnTo>
                  <a:pt x="184941" y="47716"/>
                </a:lnTo>
                <a:lnTo>
                  <a:pt x="148715" y="47716"/>
                </a:lnTo>
                <a:lnTo>
                  <a:pt x="148715" y="2395"/>
                </a:lnTo>
                <a:lnTo>
                  <a:pt x="113916" y="2395"/>
                </a:lnTo>
                <a:lnTo>
                  <a:pt x="113916" y="116401"/>
                </a:lnTo>
                <a:lnTo>
                  <a:pt x="148715" y="116401"/>
                </a:lnTo>
                <a:lnTo>
                  <a:pt x="148715" y="71565"/>
                </a:lnTo>
                <a:lnTo>
                  <a:pt x="184941" y="71565"/>
                </a:lnTo>
                <a:lnTo>
                  <a:pt x="184941" y="116401"/>
                </a:lnTo>
                <a:lnTo>
                  <a:pt x="219741" y="116401"/>
                </a:lnTo>
                <a:lnTo>
                  <a:pt x="219741" y="2395"/>
                </a:lnTo>
                <a:lnTo>
                  <a:pt x="219741" y="2395"/>
                </a:lnTo>
                <a:close/>
                <a:moveTo>
                  <a:pt x="340814" y="93503"/>
                </a:moveTo>
                <a:lnTo>
                  <a:pt x="340814" y="2395"/>
                </a:lnTo>
                <a:lnTo>
                  <a:pt x="306014" y="2395"/>
                </a:lnTo>
                <a:lnTo>
                  <a:pt x="306014" y="116401"/>
                </a:lnTo>
                <a:lnTo>
                  <a:pt x="368932" y="116401"/>
                </a:lnTo>
                <a:lnTo>
                  <a:pt x="374179" y="93503"/>
                </a:lnTo>
                <a:lnTo>
                  <a:pt x="340814" y="93503"/>
                </a:lnTo>
                <a:close/>
                <a:moveTo>
                  <a:pt x="280282" y="2395"/>
                </a:moveTo>
                <a:lnTo>
                  <a:pt x="245482" y="2395"/>
                </a:lnTo>
                <a:lnTo>
                  <a:pt x="245482" y="116401"/>
                </a:lnTo>
                <a:lnTo>
                  <a:pt x="280282" y="116401"/>
                </a:lnTo>
                <a:lnTo>
                  <a:pt x="280282" y="2395"/>
                </a:lnTo>
                <a:lnTo>
                  <a:pt x="280282" y="2395"/>
                </a:lnTo>
                <a:close/>
                <a:moveTo>
                  <a:pt x="421374" y="2395"/>
                </a:moveTo>
                <a:lnTo>
                  <a:pt x="386574" y="2395"/>
                </a:lnTo>
                <a:lnTo>
                  <a:pt x="386574" y="116401"/>
                </a:lnTo>
                <a:lnTo>
                  <a:pt x="421374" y="116401"/>
                </a:lnTo>
                <a:lnTo>
                  <a:pt x="421374" y="2395"/>
                </a:lnTo>
                <a:lnTo>
                  <a:pt x="421374" y="2395"/>
                </a:lnTo>
                <a:close/>
                <a:moveTo>
                  <a:pt x="592969" y="31491"/>
                </a:moveTo>
                <a:cubicBezTo>
                  <a:pt x="592969" y="25293"/>
                  <a:pt x="599167" y="22423"/>
                  <a:pt x="609177" y="22423"/>
                </a:cubicBezTo>
                <a:cubicBezTo>
                  <a:pt x="620137" y="22423"/>
                  <a:pt x="632057" y="24809"/>
                  <a:pt x="640155" y="28145"/>
                </a:cubicBezTo>
                <a:lnTo>
                  <a:pt x="637294" y="3336"/>
                </a:lnTo>
                <a:cubicBezTo>
                  <a:pt x="628236" y="1426"/>
                  <a:pt x="620137" y="0"/>
                  <a:pt x="605356" y="0"/>
                </a:cubicBezTo>
                <a:cubicBezTo>
                  <a:pt x="577229" y="0"/>
                  <a:pt x="558170" y="11088"/>
                  <a:pt x="558170" y="34343"/>
                </a:cubicBezTo>
                <a:cubicBezTo>
                  <a:pt x="558170" y="74417"/>
                  <a:pt x="612513" y="66309"/>
                  <a:pt x="612513" y="84911"/>
                </a:cubicBezTo>
                <a:cubicBezTo>
                  <a:pt x="612513" y="92068"/>
                  <a:pt x="607266" y="95880"/>
                  <a:pt x="594405" y="95880"/>
                </a:cubicBezTo>
                <a:cubicBezTo>
                  <a:pt x="582960" y="95880"/>
                  <a:pt x="565327" y="92068"/>
                  <a:pt x="554842" y="86812"/>
                </a:cubicBezTo>
                <a:lnTo>
                  <a:pt x="558654" y="113047"/>
                </a:lnTo>
                <a:cubicBezTo>
                  <a:pt x="569139" y="116868"/>
                  <a:pt x="583445" y="118769"/>
                  <a:pt x="594880" y="118769"/>
                </a:cubicBezTo>
                <a:cubicBezTo>
                  <a:pt x="623958" y="118769"/>
                  <a:pt x="647788" y="109226"/>
                  <a:pt x="647788" y="80605"/>
                </a:cubicBezTo>
                <a:cubicBezTo>
                  <a:pt x="647788" y="42442"/>
                  <a:pt x="592969" y="49599"/>
                  <a:pt x="592969" y="31472"/>
                </a:cubicBezTo>
                <a:lnTo>
                  <a:pt x="592969" y="31472"/>
                </a:lnTo>
                <a:close/>
                <a:moveTo>
                  <a:pt x="494777" y="89216"/>
                </a:moveTo>
                <a:cubicBezTo>
                  <a:pt x="527191" y="89216"/>
                  <a:pt x="547685" y="72525"/>
                  <a:pt x="547685" y="43420"/>
                </a:cubicBezTo>
                <a:cubicBezTo>
                  <a:pt x="547685" y="11463"/>
                  <a:pt x="525755" y="9"/>
                  <a:pt x="490005" y="9"/>
                </a:cubicBezTo>
                <a:cubicBezTo>
                  <a:pt x="476184" y="9"/>
                  <a:pt x="459501" y="960"/>
                  <a:pt x="447581" y="2395"/>
                </a:cubicBezTo>
                <a:lnTo>
                  <a:pt x="447581" y="116401"/>
                </a:lnTo>
                <a:lnTo>
                  <a:pt x="482381" y="116401"/>
                </a:lnTo>
                <a:lnTo>
                  <a:pt x="482381" y="89207"/>
                </a:lnTo>
                <a:lnTo>
                  <a:pt x="494777" y="89207"/>
                </a:lnTo>
                <a:close/>
                <a:moveTo>
                  <a:pt x="513369" y="43895"/>
                </a:moveTo>
                <a:cubicBezTo>
                  <a:pt x="513369" y="58685"/>
                  <a:pt x="506221" y="68704"/>
                  <a:pt x="488104" y="68704"/>
                </a:cubicBezTo>
                <a:lnTo>
                  <a:pt x="482381" y="68704"/>
                </a:lnTo>
                <a:lnTo>
                  <a:pt x="482381" y="21591"/>
                </a:lnTo>
                <a:cubicBezTo>
                  <a:pt x="484401" y="21472"/>
                  <a:pt x="486312" y="21472"/>
                  <a:pt x="488104" y="21472"/>
                </a:cubicBezTo>
                <a:cubicBezTo>
                  <a:pt x="505261" y="21472"/>
                  <a:pt x="513369" y="29580"/>
                  <a:pt x="513369" y="43895"/>
                </a:cubicBezTo>
                <a:lnTo>
                  <a:pt x="513369" y="43895"/>
                </a:lnTo>
                <a:close/>
                <a:moveTo>
                  <a:pt x="47186" y="89216"/>
                </a:moveTo>
                <a:cubicBezTo>
                  <a:pt x="79600" y="89216"/>
                  <a:pt x="100094" y="72525"/>
                  <a:pt x="100094" y="43420"/>
                </a:cubicBezTo>
                <a:cubicBezTo>
                  <a:pt x="100103" y="11454"/>
                  <a:pt x="78174" y="9"/>
                  <a:pt x="42424" y="9"/>
                </a:cubicBezTo>
                <a:cubicBezTo>
                  <a:pt x="28602" y="9"/>
                  <a:pt x="11920" y="960"/>
                  <a:pt x="0" y="2395"/>
                </a:cubicBezTo>
                <a:lnTo>
                  <a:pt x="0" y="116401"/>
                </a:lnTo>
                <a:lnTo>
                  <a:pt x="34800" y="116401"/>
                </a:lnTo>
                <a:lnTo>
                  <a:pt x="34800" y="89207"/>
                </a:lnTo>
                <a:lnTo>
                  <a:pt x="47195" y="89207"/>
                </a:lnTo>
                <a:close/>
                <a:moveTo>
                  <a:pt x="65779" y="43895"/>
                </a:moveTo>
                <a:cubicBezTo>
                  <a:pt x="65779" y="58685"/>
                  <a:pt x="58631" y="68704"/>
                  <a:pt x="40513" y="68704"/>
                </a:cubicBezTo>
                <a:lnTo>
                  <a:pt x="34791" y="68704"/>
                </a:lnTo>
                <a:lnTo>
                  <a:pt x="34791" y="21591"/>
                </a:lnTo>
                <a:cubicBezTo>
                  <a:pt x="36820" y="21472"/>
                  <a:pt x="38721" y="21472"/>
                  <a:pt x="40513" y="21472"/>
                </a:cubicBezTo>
                <a:cubicBezTo>
                  <a:pt x="57671" y="21472"/>
                  <a:pt x="65779" y="29580"/>
                  <a:pt x="65779" y="43895"/>
                </a:cubicBezTo>
                <a:lnTo>
                  <a:pt x="65779" y="43895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514E1-90CE-3CE3-60C5-2271280D0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Type your slide headline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coral">
    <p:bg>
      <p:bgPr>
        <a:solidFill>
          <a:srgbClr val="FFDE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514E1-90CE-3CE3-60C5-2271280D0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t>Type your slide headline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/>
          <a:lstStyle>
            <a:lvl1pPr>
              <a:buNone/>
              <a:defRPr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u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2925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370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 algn="l">
              <a:buNone/>
              <a:defRPr sz="600" b="0" i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82121" y="4928616"/>
            <a:ext cx="199973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 algn="l">
              <a:buNone/>
              <a:defRPr sz="600" b="0" i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fld id="{A5163908-529D-4A49-892F-D37C4044DFD8}" type="slidenum">
              <a:t>‹#›</a:t>
            </a:fld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4" y="1211263"/>
            <a:ext cx="8132765" cy="34848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/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76239"/>
            <a:ext cx="8132765" cy="719137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/>
          <a:p>
            <a:r>
              <a:t>Click to edit Master 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96BED03-B79E-768B-FF09-7F2F6229ED22}"/>
              </a:ext>
            </a:extLst>
          </p:cNvPr>
          <p:cNvSpPr>
            <a:spLocks noGrp="1"/>
          </p:cNvSpPr>
          <p:nvPr/>
        </p:nvSpPr>
        <p:spPr>
          <a:xfrm>
            <a:off x="6656211" y="4928946"/>
            <a:ext cx="946952" cy="91440"/>
          </a:xfrm>
          <a:prstGeom prst="rect">
            <a:avLst/>
          </a:prstGeom>
        </p:spPr>
        <p:txBody>
          <a:bodyPr vert="horz" lIns="0" tIns="0" rIns="0" bIns="0" anchor="t"/>
          <a:lstStyle>
            <a:lvl1pPr>
              <a:buNone/>
              <a:defRPr sz="600" b="0" i="0"/>
            </a:lvl1pPr>
            <a:lvl2pPr marL="45714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78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417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55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696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834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97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112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>
                <a:solidFill>
                  <a:schemeClr val="bg1">
                    <a:lumMod val="65000"/>
                  </a:schemeClr>
                </a:solidFill>
                <a:latin typeface="+mj-lt"/>
                <a:ea typeface="+mj-lt"/>
                <a:cs typeface="+mj-lt"/>
              </a:rPr>
              <a:t>© Koninklijke Philips N.V.</a:t>
            </a:r>
          </a:p>
        </p:txBody>
      </p:sp>
      <p:pic>
        <p:nvPicPr>
          <p:cNvPr id="20" name="Graphic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270056" y="4887026"/>
            <a:ext cx="648099" cy="1188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9" r:id="rId28"/>
    <p:sldLayoutId id="2147483680" r:id="rId29"/>
    <p:sldLayoutId id="2147483681" r:id="rId30"/>
    <p:sldLayoutId id="2147483682" r:id="rId31"/>
  </p:sldLayoutIdLst>
  <p:hf hdr="0" dt="0"/>
  <p:txStyles>
    <p:titleStyle>
      <a:lvl1pPr algn="l">
        <a:lnSpc>
          <a:spcPct val="100000"/>
        </a:lnSpc>
        <a:buNone/>
        <a:defRPr sz="240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marL="182880" indent="-182880" algn="l">
        <a:lnSpc>
          <a:spcPct val="100000"/>
        </a:lnSpc>
        <a:spcBef>
          <a:spcPts val="0"/>
        </a:spcBef>
        <a:spcAft>
          <a:spcPts val="600"/>
        </a:spcAft>
        <a:buChar char="•"/>
        <a:defRPr sz="1400" b="0" i="0">
          <a:solidFill>
            <a:schemeClr val="tx1"/>
          </a:solidFill>
          <a:latin typeface="+mn-lt"/>
          <a:ea typeface="+mn-lt"/>
          <a:cs typeface="+mn-lt"/>
        </a:defRPr>
      </a:lvl1pPr>
      <a:lvl2pPr marL="365760" indent="-182880" algn="l">
        <a:lnSpc>
          <a:spcPct val="100000"/>
        </a:lnSpc>
        <a:spcBef>
          <a:spcPts val="0"/>
        </a:spcBef>
        <a:spcAft>
          <a:spcPts val="600"/>
        </a:spcAft>
        <a:buChar char="•"/>
        <a:defRPr sz="1400" b="0" i="0">
          <a:solidFill>
            <a:schemeClr val="tx1"/>
          </a:solidFill>
          <a:latin typeface="+mn-lt"/>
          <a:ea typeface="+mn-lt"/>
          <a:cs typeface="+mn-lt"/>
        </a:defRPr>
      </a:lvl2pPr>
      <a:lvl3pPr marL="548640" indent="-182880" algn="l">
        <a:lnSpc>
          <a:spcPct val="100000"/>
        </a:lnSpc>
        <a:spcBef>
          <a:spcPts val="0"/>
        </a:spcBef>
        <a:spcAft>
          <a:spcPts val="600"/>
        </a:spcAft>
        <a:buChar char="•"/>
        <a:defRPr sz="1400" b="0" i="0">
          <a:solidFill>
            <a:schemeClr val="tx1"/>
          </a:solidFill>
          <a:latin typeface="+mn-lt"/>
          <a:ea typeface="+mn-lt"/>
          <a:cs typeface="+mn-lt"/>
        </a:defRPr>
      </a:lvl3pPr>
      <a:lvl4pPr marL="731520" indent="-182880" algn="l">
        <a:lnSpc>
          <a:spcPct val="100000"/>
        </a:lnSpc>
        <a:spcBef>
          <a:spcPts val="0"/>
        </a:spcBef>
        <a:spcAft>
          <a:spcPts val="600"/>
        </a:spcAft>
        <a:buChar char="•"/>
        <a:defRPr sz="1400" b="0" i="0">
          <a:solidFill>
            <a:schemeClr val="tx1"/>
          </a:solidFill>
          <a:latin typeface="+mn-lt"/>
          <a:ea typeface="+mn-lt"/>
          <a:cs typeface="+mn-lt"/>
        </a:defRPr>
      </a:lvl4pPr>
      <a:lvl5pPr marL="914400" indent="-182880" algn="l">
        <a:lnSpc>
          <a:spcPct val="100000"/>
        </a:lnSpc>
        <a:spcBef>
          <a:spcPts val="0"/>
        </a:spcBef>
        <a:spcAft>
          <a:spcPts val="600"/>
        </a:spcAft>
        <a:buChar char="•"/>
        <a:defRPr sz="1400">
          <a:solidFill>
            <a:schemeClr val="tx1"/>
          </a:solidFill>
          <a:latin typeface="+mn-lt"/>
          <a:ea typeface="+mn-lt"/>
          <a:cs typeface="+mn-lt"/>
        </a:defRPr>
      </a:lvl5pPr>
      <a:lvl6pPr marL="2514474" indent="-228588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652" indent="-228588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8828" indent="-228588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006" indent="-228588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7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5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5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709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86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063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24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41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12" userDrawn="1">
          <p15:clr>
            <a:srgbClr val="A4A3A4"/>
          </p15:clr>
        </p15:guide>
        <p15:guide id="4" orient="horz" pos="178">
          <p15:clr>
            <a:srgbClr val="A4A3A4"/>
          </p15:clr>
        </p15:guide>
        <p15:guide id="7" orient="horz" pos="2958" userDrawn="1">
          <p15:clr>
            <a:srgbClr val="A4A3A4"/>
          </p15:clr>
        </p15:guide>
        <p15:guide id="15" orient="horz" pos="1620" userDrawn="1">
          <p15:clr>
            <a:srgbClr val="F26B43"/>
          </p15:clr>
        </p15:guide>
        <p15:guide id="1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.service-now.com/softwareportal" TargetMode="External"/><Relationship Id="rId2" Type="http://schemas.openxmlformats.org/officeDocument/2006/relationships/hyperlink" Target="https://philips.service-now.com/itportal?id=sc_cat_item&amp;table=sc_cat_item&amp;sys_id=1ca637e9c3213950b95c74c4e401318d&amp;searchTerm=china%20internet%20premium" TargetMode="External"/><Relationship Id="rId1" Type="http://schemas.openxmlformats.org/officeDocument/2006/relationships/slideLayout" Target="../slideLayouts/slideLayout31.xml"/><Relationship Id="rId5" Type="http://schemas.openxmlformats.org/officeDocument/2006/relationships/hyperlink" Target="https://philips.service-now.com/itportal?id=kb_article&amp;sysparm_article=KB1528249&amp;sys_id=24240f5bfb794b54ae1afb576eefdc0f&amp;spa=1" TargetMode="External"/><Relationship Id="rId4" Type="http://schemas.openxmlformats.org/officeDocument/2006/relationships/hyperlink" Target="https://www.aigateway.ai.inside.philips.com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6" Type="http://schemas.openxmlformats.org/officeDocument/2006/relationships/hyperlink" Target="https://philips.service-now.com/itportal?id=kb_article&amp;sysparm_article=KB1528249&amp;sys_id=24240f5bfb794b54ae1afb576eefdc0f&amp;spa=1" TargetMode="External"/><Relationship Id="rId5" Type="http://schemas.openxmlformats.org/officeDocument/2006/relationships/hyperlink" Target="https://philips.service-now.com/softwareportal" TargetMode="External"/><Relationship Id="rId4" Type="http://schemas.openxmlformats.org/officeDocument/2006/relationships/hyperlink" Target="https://philips.service-now.com/itportal?id=sc_cat_item&amp;table=sc_cat_item&amp;sys_id=1ca637e9c3213950b95c74c4e401318d&amp;searchTerm=china%20internet%20premiu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770" y="260604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950" b="1" dirty="0">
                <a:solidFill>
                  <a:srgbClr val="17365D"/>
                </a:solidFill>
                <a:latin typeface="Aptos" panose="020B0004020202020204" pitchFamily="34" charset="0"/>
                <a:cs typeface="Noto Sans CJK SC" pitchFamily="34" charset="-120"/>
              </a:rPr>
              <a:t>Enterprise </a:t>
            </a:r>
            <a:r>
              <a:rPr lang="en-US" sz="1950" b="1" dirty="0">
                <a:solidFill>
                  <a:srgbClr val="17365D"/>
                </a:solidFill>
                <a:latin typeface="Aptos" panose="020B0004020202020204" pitchFamily="34" charset="0"/>
                <a:cs typeface="Noto Sans CJK SC" pitchFamily="34" charset="-120"/>
              </a:rPr>
              <a:t>ChatGPT </a:t>
            </a:r>
            <a:r>
              <a:rPr lang="zh-CN" altLang="en-US" sz="1950" b="1" dirty="0">
                <a:solidFill>
                  <a:srgbClr val="17365D"/>
                </a:solidFill>
                <a:latin typeface="Aptos" panose="020B0004020202020204" pitchFamily="34" charset="0"/>
                <a:cs typeface="Noto Sans CJK SC" pitchFamily="34" charset="-120"/>
              </a:rPr>
              <a:t>申请流程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937570" y="1034376"/>
            <a:ext cx="822960" cy="288036"/>
          </a:xfrm>
          <a:prstGeom prst="roundRect">
            <a:avLst>
              <a:gd name="adj" fmla="val 19048"/>
            </a:avLst>
          </a:prstGeom>
          <a:solidFill>
            <a:srgbClr val="DCECF8"/>
          </a:solidFill>
          <a:ln w="12700">
            <a:solidFill>
              <a:srgbClr val="DCECF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Text 3"/>
          <p:cNvSpPr/>
          <p:nvPr/>
        </p:nvSpPr>
        <p:spPr>
          <a:xfrm>
            <a:off x="2937570" y="1103744"/>
            <a:ext cx="6720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0B5CAD"/>
                </a:solidFill>
              </a:rPr>
              <a:t>账号开通</a:t>
            </a:r>
            <a:endParaRPr lang="en-US" sz="788" dirty="0"/>
          </a:p>
        </p:txBody>
      </p:sp>
      <p:sp>
        <p:nvSpPr>
          <p:cNvPr id="6" name="Shape 4"/>
          <p:cNvSpPr/>
          <p:nvPr/>
        </p:nvSpPr>
        <p:spPr>
          <a:xfrm>
            <a:off x="2970589" y="3053387"/>
            <a:ext cx="822960" cy="288036"/>
          </a:xfrm>
          <a:prstGeom prst="roundRect">
            <a:avLst>
              <a:gd name="adj" fmla="val 19048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2937570" y="3128825"/>
            <a:ext cx="6720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2D8C73"/>
                </a:solidFill>
              </a:rPr>
              <a:t>网络服务</a:t>
            </a:r>
            <a:endParaRPr lang="en-US" sz="788" dirty="0"/>
          </a:p>
        </p:txBody>
      </p:sp>
      <p:sp>
        <p:nvSpPr>
          <p:cNvPr id="8" name="Shape 6"/>
          <p:cNvSpPr/>
          <p:nvPr/>
        </p:nvSpPr>
        <p:spPr>
          <a:xfrm>
            <a:off x="648752" y="1487162"/>
            <a:ext cx="1831086" cy="2503170"/>
          </a:xfrm>
          <a:prstGeom prst="roundRect">
            <a:avLst>
              <a:gd name="adj" fmla="val 6667"/>
            </a:avLst>
          </a:prstGeom>
          <a:solidFill>
            <a:srgbClr val="F2F7FB"/>
          </a:solidFill>
          <a:ln w="17780">
            <a:solidFill>
              <a:srgbClr val="17365D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714731" y="1597682"/>
            <a:ext cx="356616" cy="356616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135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Text 9"/>
          <p:cNvSpPr/>
          <p:nvPr/>
        </p:nvSpPr>
        <p:spPr>
          <a:xfrm>
            <a:off x="1177646" y="1659404"/>
            <a:ext cx="95326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125" b="1" dirty="0">
                <a:solidFill>
                  <a:srgbClr val="17324D"/>
                </a:solidFill>
              </a:rPr>
              <a:t>获得</a:t>
            </a:r>
            <a:r>
              <a:rPr lang="en-US" sz="1125" b="1" dirty="0" err="1">
                <a:solidFill>
                  <a:srgbClr val="17324D"/>
                </a:solidFill>
              </a:rPr>
              <a:t>本部门</a:t>
            </a:r>
            <a:r>
              <a:rPr lang="zh-CN" altLang="en-US" sz="1125" b="1" dirty="0">
                <a:solidFill>
                  <a:srgbClr val="17324D"/>
                </a:solidFill>
              </a:rPr>
              <a:t>对应</a:t>
            </a:r>
            <a:r>
              <a:rPr lang="en-US" sz="1125" b="1" dirty="0">
                <a:solidFill>
                  <a:srgbClr val="17324D"/>
                </a:solidFill>
              </a:rPr>
              <a:t>GCMT </a:t>
            </a:r>
            <a:r>
              <a:rPr lang="zh-CN" altLang="en-US" sz="1125" b="1" dirty="0">
                <a:solidFill>
                  <a:srgbClr val="17324D"/>
                </a:solidFill>
              </a:rPr>
              <a:t>批准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39317" y="2139066"/>
            <a:ext cx="1591153" cy="175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8588" indent="-128588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zh-CN" altLang="en-US" sz="788" dirty="0">
                <a:solidFill>
                  <a:srgbClr val="002060"/>
                </a:solidFill>
                <a:latin typeface="+mn-ea"/>
              </a:rPr>
              <a:t>适用的使用场景</a:t>
            </a:r>
            <a:endParaRPr lang="en-US" altLang="zh-CN" sz="788" dirty="0">
              <a:solidFill>
                <a:srgbClr val="002060"/>
              </a:solidFill>
              <a:latin typeface="+mn-ea"/>
            </a:endParaRPr>
          </a:p>
          <a:p>
            <a:pPr marL="213122" indent="-86916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788" dirty="0">
                <a:solidFill>
                  <a:srgbClr val="002060"/>
                </a:solidFill>
                <a:latin typeface="+mn-ea"/>
              </a:rPr>
              <a:t>部门</a:t>
            </a:r>
            <a:r>
              <a:rPr lang="en-US" altLang="zh-CN" sz="788" dirty="0">
                <a:solidFill>
                  <a:srgbClr val="002060"/>
                </a:solidFill>
                <a:latin typeface="+mn-ea"/>
              </a:rPr>
              <a:t>/</a:t>
            </a:r>
            <a:r>
              <a:rPr lang="zh-CN" altLang="en-US" sz="788" dirty="0">
                <a:solidFill>
                  <a:srgbClr val="002060"/>
                </a:solidFill>
                <a:latin typeface="+mn-ea"/>
              </a:rPr>
              <a:t>企业级应用，系统和智能体的技术架构设计，和（</a:t>
            </a:r>
            <a:r>
              <a:rPr lang="en-US" altLang="zh-CN" sz="788" dirty="0">
                <a:solidFill>
                  <a:srgbClr val="002060"/>
                </a:solidFill>
                <a:latin typeface="+mn-ea"/>
              </a:rPr>
              <a:t>/</a:t>
            </a:r>
            <a:r>
              <a:rPr lang="zh-CN" altLang="en-US" sz="788" dirty="0">
                <a:solidFill>
                  <a:srgbClr val="002060"/>
                </a:solidFill>
                <a:latin typeface="+mn-ea"/>
              </a:rPr>
              <a:t>或）实际的开发</a:t>
            </a:r>
            <a:endParaRPr lang="en-US" altLang="zh-CN" sz="788" dirty="0">
              <a:solidFill>
                <a:srgbClr val="002060"/>
              </a:solidFill>
              <a:latin typeface="+mn-ea"/>
            </a:endParaRPr>
          </a:p>
          <a:p>
            <a:pPr marL="213122" indent="-86916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788" dirty="0">
                <a:solidFill>
                  <a:srgbClr val="002060"/>
                </a:solidFill>
                <a:latin typeface="+mn-ea"/>
              </a:rPr>
              <a:t>飞利浦产品的科研</a:t>
            </a:r>
            <a:r>
              <a:rPr lang="en-US" altLang="zh-CN" sz="788" dirty="0">
                <a:solidFill>
                  <a:srgbClr val="002060"/>
                </a:solidFill>
                <a:latin typeface="+mn-ea"/>
              </a:rPr>
              <a:t>, </a:t>
            </a:r>
            <a:r>
              <a:rPr lang="zh-CN" altLang="en-US" sz="788" dirty="0">
                <a:solidFill>
                  <a:srgbClr val="002060"/>
                </a:solidFill>
                <a:latin typeface="+mn-ea"/>
              </a:rPr>
              <a:t>设计和开发</a:t>
            </a:r>
            <a:endParaRPr lang="en-US" altLang="zh-CN" sz="788" dirty="0">
              <a:solidFill>
                <a:srgbClr val="002060"/>
              </a:solidFill>
              <a:latin typeface="+mn-ea"/>
            </a:endParaRPr>
          </a:p>
          <a:p>
            <a:pPr marL="128588" indent="-128588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zh-CN" altLang="en-US" sz="825" dirty="0">
                <a:solidFill>
                  <a:srgbClr val="002060"/>
                </a:solidFill>
                <a:latin typeface="+mn-ea"/>
              </a:rPr>
              <a:t>各部门根据预算和业务需求统筹考虑，建议不超过总数</a:t>
            </a:r>
            <a:r>
              <a:rPr lang="en-US" altLang="zh-CN" sz="825" dirty="0">
                <a:solidFill>
                  <a:srgbClr val="002060"/>
                </a:solidFill>
                <a:latin typeface="+mn-ea"/>
              </a:rPr>
              <a:t>3%</a:t>
            </a:r>
          </a:p>
          <a:p>
            <a:pPr marL="128588" indent="-128588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zh-CN" altLang="en-US" sz="825" dirty="0">
                <a:solidFill>
                  <a:srgbClr val="002060"/>
                </a:solidFill>
                <a:latin typeface="+mn-ea"/>
              </a:rPr>
              <a:t>可在预算允许的情况下个人申请</a:t>
            </a:r>
            <a:r>
              <a:rPr lang="en-US" altLang="zh-CN" sz="825" dirty="0">
                <a:solidFill>
                  <a:srgbClr val="002060"/>
                </a:solidFill>
                <a:latin typeface="+mn-ea"/>
              </a:rPr>
              <a:t>GCMT</a:t>
            </a:r>
            <a:r>
              <a:rPr lang="zh-CN" altLang="en-US" sz="825" dirty="0">
                <a:solidFill>
                  <a:srgbClr val="002060"/>
                </a:solidFill>
                <a:latin typeface="+mn-ea"/>
              </a:rPr>
              <a:t>邮件批准，或由部门统一确定本部门的人员名单（后续每月可复核调整）</a:t>
            </a:r>
            <a:endParaRPr lang="en-US" sz="825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916148" y="1336916"/>
            <a:ext cx="1781464" cy="877824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7780">
            <a:solidFill>
              <a:srgbClr val="0B5CAD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4" name="Shape 12"/>
          <p:cNvSpPr/>
          <p:nvPr/>
        </p:nvSpPr>
        <p:spPr>
          <a:xfrm>
            <a:off x="2960588" y="1487162"/>
            <a:ext cx="356616" cy="356616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 lIns="0" rIns="0" anchor="ctr" anchorCtr="0"/>
          <a:lstStyle/>
          <a:p>
            <a:pPr algn="ctr"/>
            <a:r>
              <a:rPr lang="en-US" sz="825" b="1" dirty="0">
                <a:solidFill>
                  <a:schemeClr val="bg1"/>
                </a:solidFill>
                <a:latin typeface="Aptos" panose="020B0004020202020204" pitchFamily="34" charset="0"/>
              </a:rPr>
              <a:t>2-1-1</a:t>
            </a:r>
          </a:p>
        </p:txBody>
      </p:sp>
      <p:sp>
        <p:nvSpPr>
          <p:cNvPr id="16" name="Text 14"/>
          <p:cNvSpPr/>
          <p:nvPr/>
        </p:nvSpPr>
        <p:spPr>
          <a:xfrm>
            <a:off x="3381644" y="1487083"/>
            <a:ext cx="14401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 err="1">
                <a:solidFill>
                  <a:srgbClr val="17324D"/>
                </a:solidFill>
              </a:rPr>
              <a:t>申请</a:t>
            </a:r>
            <a:r>
              <a:rPr lang="en-US" sz="1125" b="1" dirty="0">
                <a:solidFill>
                  <a:srgbClr val="17324D"/>
                </a:solidFill>
              </a:rPr>
              <a:t> Enterprise ChatGPT 账号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5227295" y="1343144"/>
            <a:ext cx="1567053" cy="877824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7780">
            <a:solidFill>
              <a:srgbClr val="0B5CAD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21" name="Text 19"/>
          <p:cNvSpPr/>
          <p:nvPr/>
        </p:nvSpPr>
        <p:spPr>
          <a:xfrm>
            <a:off x="5722253" y="1456301"/>
            <a:ext cx="120015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17324D"/>
                </a:solidFill>
              </a:rPr>
              <a:t>确认账号开通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756937" y="1802630"/>
            <a:ext cx="819807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88" dirty="0">
                <a:solidFill>
                  <a:srgbClr val="63788E"/>
                </a:solidFill>
              </a:rPr>
              <a:t>收到 OpenAI 的账号开通邮件</a:t>
            </a:r>
            <a:endParaRPr lang="en-US" sz="788" dirty="0"/>
          </a:p>
        </p:txBody>
      </p:sp>
      <p:sp>
        <p:nvSpPr>
          <p:cNvPr id="23" name="Shape 21"/>
          <p:cNvSpPr/>
          <p:nvPr/>
        </p:nvSpPr>
        <p:spPr>
          <a:xfrm>
            <a:off x="2916147" y="3373112"/>
            <a:ext cx="1831087" cy="877824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7780">
            <a:solidFill>
              <a:srgbClr val="2D8C73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24" name="Shape 22"/>
          <p:cNvSpPr/>
          <p:nvPr/>
        </p:nvSpPr>
        <p:spPr>
          <a:xfrm>
            <a:off x="2960588" y="3627173"/>
            <a:ext cx="356616" cy="356616"/>
          </a:xfrm>
          <a:prstGeom prst="ellipse">
            <a:avLst/>
          </a:prstGeom>
          <a:solidFill>
            <a:srgbClr val="2D8C73"/>
          </a:solidFill>
          <a:ln w="12700">
            <a:solidFill>
              <a:srgbClr val="2D8C73"/>
            </a:solidFill>
            <a:prstDash val="solid"/>
          </a:ln>
        </p:spPr>
        <p:txBody>
          <a:bodyPr lIns="0" rIns="0" anchor="ctr" anchorCtr="0"/>
          <a:lstStyle/>
          <a:p>
            <a:pPr algn="ctr"/>
            <a:r>
              <a:rPr lang="en-US" sz="825" b="1" dirty="0">
                <a:solidFill>
                  <a:schemeClr val="bg1"/>
                </a:solidFill>
                <a:latin typeface="Aptos" panose="020B0004020202020204" pitchFamily="34" charset="0"/>
              </a:rPr>
              <a:t>2-2-1</a:t>
            </a:r>
          </a:p>
        </p:txBody>
      </p:sp>
      <p:sp>
        <p:nvSpPr>
          <p:cNvPr id="26" name="Text 24"/>
          <p:cNvSpPr/>
          <p:nvPr/>
        </p:nvSpPr>
        <p:spPr>
          <a:xfrm>
            <a:off x="3344636" y="3563007"/>
            <a:ext cx="142646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17324D"/>
                </a:solidFill>
              </a:rPr>
              <a:t>申请 China Internet Acceleration Service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3328221" y="3874353"/>
            <a:ext cx="1410031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r>
              <a:rPr lang="en-US" sz="800" dirty="0">
                <a:solidFill>
                  <a:srgbClr val="526D82"/>
                </a:solidFill>
              </a:rPr>
              <a:t>“</a:t>
            </a:r>
            <a:r>
              <a:rPr lang="en-US" sz="800" dirty="0">
                <a:solidFill>
                  <a:srgbClr val="526D82"/>
                </a:solidFill>
                <a:hlinkClick r:id="rId2"/>
              </a:rPr>
              <a:t>China Internet Acceleration Service for Premium Users</a:t>
            </a:r>
            <a:r>
              <a:rPr lang="en-US" sz="800" dirty="0">
                <a:solidFill>
                  <a:srgbClr val="526D82"/>
                </a:solidFill>
              </a:rPr>
              <a:t>” </a:t>
            </a:r>
            <a:r>
              <a:rPr lang="zh-CN" altLang="en-US" sz="800" dirty="0">
                <a:solidFill>
                  <a:srgbClr val="526D82"/>
                </a:solidFill>
              </a:rPr>
              <a:t>， 必须上传个人承诺书签字和</a:t>
            </a:r>
            <a:r>
              <a:rPr lang="en-US" altLang="zh-CN" sz="800" dirty="0">
                <a:solidFill>
                  <a:srgbClr val="526D82"/>
                </a:solidFill>
              </a:rPr>
              <a:t>GCMT</a:t>
            </a:r>
            <a:r>
              <a:rPr lang="zh-CN" altLang="en-US" sz="800" dirty="0">
                <a:solidFill>
                  <a:srgbClr val="526D82"/>
                </a:solidFill>
              </a:rPr>
              <a:t>批准的附件</a:t>
            </a:r>
            <a:endParaRPr lang="en-US" sz="788" dirty="0"/>
          </a:p>
        </p:txBody>
      </p:sp>
      <p:sp>
        <p:nvSpPr>
          <p:cNvPr id="28" name="Shape 26"/>
          <p:cNvSpPr/>
          <p:nvPr/>
        </p:nvSpPr>
        <p:spPr>
          <a:xfrm>
            <a:off x="5227295" y="3373112"/>
            <a:ext cx="1567053" cy="877824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7780">
            <a:solidFill>
              <a:srgbClr val="2D8C73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31" name="Text 29"/>
          <p:cNvSpPr/>
          <p:nvPr/>
        </p:nvSpPr>
        <p:spPr>
          <a:xfrm>
            <a:off x="5756937" y="3523988"/>
            <a:ext cx="120015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17324D"/>
                </a:solidFill>
              </a:rPr>
              <a:t>确认审批完成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5756937" y="3832598"/>
            <a:ext cx="905335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88" dirty="0">
                <a:solidFill>
                  <a:srgbClr val="63788E"/>
                </a:solidFill>
              </a:rPr>
              <a:t>收到 SNOW 审批通过关单邮件</a:t>
            </a:r>
            <a:endParaRPr lang="en-US" sz="788" dirty="0"/>
          </a:p>
        </p:txBody>
      </p:sp>
      <p:sp>
        <p:nvSpPr>
          <p:cNvPr id="33" name="Shape 31"/>
          <p:cNvSpPr/>
          <p:nvPr/>
        </p:nvSpPr>
        <p:spPr>
          <a:xfrm>
            <a:off x="7235191" y="2180844"/>
            <a:ext cx="1522475" cy="1179576"/>
          </a:xfrm>
          <a:prstGeom prst="roundRect">
            <a:avLst>
              <a:gd name="adj" fmla="val 5814"/>
            </a:avLst>
          </a:prstGeom>
          <a:solidFill>
            <a:srgbClr val="EEF8FC"/>
          </a:solidFill>
          <a:ln w="17780">
            <a:solidFill>
              <a:srgbClr val="1F8FBF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34" name="Shape 32"/>
          <p:cNvSpPr/>
          <p:nvPr/>
        </p:nvSpPr>
        <p:spPr>
          <a:xfrm>
            <a:off x="7324344" y="2602611"/>
            <a:ext cx="356616" cy="356616"/>
          </a:xfrm>
          <a:prstGeom prst="ellipse">
            <a:avLst/>
          </a:prstGeom>
          <a:solidFill>
            <a:srgbClr val="1F8FBF"/>
          </a:solidFill>
          <a:ln w="12700">
            <a:solidFill>
              <a:srgbClr val="1F8FBF"/>
            </a:solidFill>
            <a:prstDash val="solid"/>
          </a:ln>
        </p:spPr>
        <p:txBody>
          <a:bodyPr lIns="0" rIns="0" anchor="ctr" anchorCtr="0"/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6" name="Text 34"/>
          <p:cNvSpPr/>
          <p:nvPr/>
        </p:nvSpPr>
        <p:spPr>
          <a:xfrm>
            <a:off x="7747884" y="2338578"/>
            <a:ext cx="74066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17324D"/>
                </a:solidFill>
              </a:rPr>
              <a:t>下载工具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7770113" y="2609581"/>
            <a:ext cx="936520" cy="824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700" dirty="0">
                <a:solidFill>
                  <a:srgbClr val="526D82"/>
                </a:solidFill>
                <a:latin typeface="+mn-ea"/>
                <a:hlinkClick r:id="rId3"/>
              </a:rPr>
              <a:t>Software Portal </a:t>
            </a:r>
            <a:r>
              <a:rPr lang="en-US" sz="700" dirty="0" err="1">
                <a:solidFill>
                  <a:srgbClr val="63788E"/>
                </a:solidFill>
                <a:latin typeface="+mn-ea"/>
              </a:rPr>
              <a:t>下载</a:t>
            </a:r>
            <a:endParaRPr lang="en-US" sz="700" dirty="0">
              <a:solidFill>
                <a:srgbClr val="63788E"/>
              </a:solidFill>
              <a:latin typeface="+mn-ea"/>
            </a:endParaRPr>
          </a:p>
          <a:p>
            <a:r>
              <a:rPr lang="en-US" sz="700" i="1" dirty="0">
                <a:solidFill>
                  <a:srgbClr val="63788E"/>
                </a:solidFill>
                <a:latin typeface="+mn-ea"/>
              </a:rPr>
              <a:t>ChatGPT Proxy Doctor</a:t>
            </a:r>
          </a:p>
          <a:p>
            <a:r>
              <a:rPr lang="zh-CN" altLang="en-US" sz="700" dirty="0">
                <a:solidFill>
                  <a:srgbClr val="63788E"/>
                </a:solidFill>
                <a:latin typeface="+mn-ea"/>
              </a:rPr>
              <a:t>从该工具中打开并使用</a:t>
            </a:r>
            <a:r>
              <a:rPr lang="en-US" altLang="zh-CN" sz="700" dirty="0">
                <a:solidFill>
                  <a:srgbClr val="63788E"/>
                </a:solidFill>
                <a:latin typeface="+mn-ea"/>
              </a:rPr>
              <a:t>ChatGPT</a:t>
            </a:r>
            <a:r>
              <a:rPr lang="zh-CN" altLang="en-US" sz="700" dirty="0">
                <a:solidFill>
                  <a:srgbClr val="63788E"/>
                </a:solidFill>
                <a:latin typeface="+mn-ea"/>
              </a:rPr>
              <a:t>（网页版或桌面应用）使用飞利浦账号登录并完成认证</a:t>
            </a:r>
            <a:endParaRPr lang="en-US" sz="700" dirty="0">
              <a:latin typeface="+mn-ea"/>
            </a:endParaRPr>
          </a:p>
        </p:txBody>
      </p:sp>
      <p:sp>
        <p:nvSpPr>
          <p:cNvPr id="38" name="Shape 36"/>
          <p:cNvSpPr/>
          <p:nvPr/>
        </p:nvSpPr>
        <p:spPr>
          <a:xfrm flipV="1">
            <a:off x="2498952" y="1802630"/>
            <a:ext cx="417195" cy="953262"/>
          </a:xfrm>
          <a:prstGeom prst="line">
            <a:avLst/>
          </a:prstGeom>
          <a:noFill/>
          <a:ln w="27940">
            <a:solidFill>
              <a:srgbClr val="0B5CA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39" name="Shape 37"/>
          <p:cNvSpPr/>
          <p:nvPr/>
        </p:nvSpPr>
        <p:spPr>
          <a:xfrm>
            <a:off x="2502480" y="2818221"/>
            <a:ext cx="399283" cy="1056132"/>
          </a:xfrm>
          <a:prstGeom prst="line">
            <a:avLst/>
          </a:prstGeom>
          <a:noFill/>
          <a:ln w="27940">
            <a:solidFill>
              <a:srgbClr val="2D8C7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40" name="Shape 38"/>
          <p:cNvSpPr/>
          <p:nvPr/>
        </p:nvSpPr>
        <p:spPr>
          <a:xfrm>
            <a:off x="4754093" y="1782056"/>
            <a:ext cx="445770" cy="0"/>
          </a:xfrm>
          <a:prstGeom prst="line">
            <a:avLst/>
          </a:prstGeom>
          <a:noFill/>
          <a:ln w="27940">
            <a:solidFill>
              <a:srgbClr val="0B5CA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41" name="Shape 39"/>
          <p:cNvSpPr/>
          <p:nvPr/>
        </p:nvSpPr>
        <p:spPr>
          <a:xfrm>
            <a:off x="4754093" y="3812024"/>
            <a:ext cx="445770" cy="0"/>
          </a:xfrm>
          <a:prstGeom prst="line">
            <a:avLst/>
          </a:prstGeom>
          <a:noFill/>
          <a:ln w="27940">
            <a:solidFill>
              <a:srgbClr val="2D8C7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42" name="Shape 40"/>
          <p:cNvSpPr/>
          <p:nvPr/>
        </p:nvSpPr>
        <p:spPr>
          <a:xfrm>
            <a:off x="6816852" y="1824228"/>
            <a:ext cx="417195" cy="973836"/>
          </a:xfrm>
          <a:prstGeom prst="line">
            <a:avLst/>
          </a:prstGeom>
          <a:noFill/>
          <a:ln w="27940">
            <a:solidFill>
              <a:srgbClr val="0B5CA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43" name="Shape 41"/>
          <p:cNvSpPr/>
          <p:nvPr/>
        </p:nvSpPr>
        <p:spPr>
          <a:xfrm flipV="1">
            <a:off x="6816852" y="2798064"/>
            <a:ext cx="418339" cy="1056132"/>
          </a:xfrm>
          <a:prstGeom prst="line">
            <a:avLst/>
          </a:prstGeom>
          <a:noFill/>
          <a:ln w="27940">
            <a:solidFill>
              <a:srgbClr val="2D8C7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E966CEE1-9A89-8E2B-E931-18A06FEAE59A}"/>
              </a:ext>
            </a:extLst>
          </p:cNvPr>
          <p:cNvSpPr/>
          <p:nvPr/>
        </p:nvSpPr>
        <p:spPr>
          <a:xfrm>
            <a:off x="5285588" y="1501748"/>
            <a:ext cx="356616" cy="356616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 lIns="0" rIns="0" anchor="ctr" anchorCtr="0"/>
          <a:lstStyle/>
          <a:p>
            <a:pPr algn="ctr"/>
            <a:r>
              <a:rPr lang="en-US" sz="825" b="1" dirty="0">
                <a:solidFill>
                  <a:schemeClr val="bg1"/>
                </a:solidFill>
                <a:latin typeface="Aptos" panose="020B0004020202020204" pitchFamily="34" charset="0"/>
              </a:rPr>
              <a:t>2-1-2</a:t>
            </a:r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E6BAD81B-67F9-5E67-D16A-44DC40054B1C}"/>
              </a:ext>
            </a:extLst>
          </p:cNvPr>
          <p:cNvSpPr/>
          <p:nvPr/>
        </p:nvSpPr>
        <p:spPr>
          <a:xfrm>
            <a:off x="5335880" y="3613142"/>
            <a:ext cx="356616" cy="356616"/>
          </a:xfrm>
          <a:prstGeom prst="ellipse">
            <a:avLst/>
          </a:prstGeom>
          <a:solidFill>
            <a:srgbClr val="2D8C73"/>
          </a:solidFill>
          <a:ln w="12700">
            <a:solidFill>
              <a:srgbClr val="2D8C73"/>
            </a:solidFill>
            <a:prstDash val="solid"/>
          </a:ln>
        </p:spPr>
        <p:txBody>
          <a:bodyPr lIns="0" rIns="0" anchor="ctr" anchorCtr="0"/>
          <a:lstStyle/>
          <a:p>
            <a:pPr algn="ctr"/>
            <a:r>
              <a:rPr lang="en-US" sz="825" b="1" dirty="0">
                <a:solidFill>
                  <a:schemeClr val="bg1"/>
                </a:solidFill>
                <a:latin typeface="Aptos" panose="020B0004020202020204" pitchFamily="34" charset="0"/>
              </a:rPr>
              <a:t>2-2-2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F64213-7371-A338-B5F0-030312DAE203}"/>
              </a:ext>
            </a:extLst>
          </p:cNvPr>
          <p:cNvSpPr txBox="1"/>
          <p:nvPr/>
        </p:nvSpPr>
        <p:spPr>
          <a:xfrm>
            <a:off x="3304389" y="1782831"/>
            <a:ext cx="13932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26D82"/>
                </a:solidFill>
              </a:defRPr>
            </a:pPr>
            <a:r>
              <a:rPr lang="en-US" sz="800" dirty="0">
                <a:solidFill>
                  <a:srgbClr val="526D82"/>
                </a:solidFill>
                <a:hlinkClick r:id="rId4"/>
              </a:rPr>
              <a:t>AI Gateway</a:t>
            </a:r>
            <a:r>
              <a:rPr lang="en-US" sz="800" dirty="0">
                <a:solidFill>
                  <a:srgbClr val="526D82"/>
                </a:solidFill>
              </a:rPr>
              <a:t> → </a:t>
            </a:r>
            <a:r>
              <a:rPr lang="zh-CN" altLang="en-US" sz="800" dirty="0">
                <a:solidFill>
                  <a:srgbClr val="526D82"/>
                </a:solidFill>
              </a:rPr>
              <a:t>在</a:t>
            </a:r>
            <a:r>
              <a:rPr lang="en-US" altLang="zh-CN" sz="800" dirty="0">
                <a:solidFill>
                  <a:srgbClr val="526D82"/>
                </a:solidFill>
              </a:rPr>
              <a:t>AI Assistant </a:t>
            </a:r>
            <a:r>
              <a:rPr lang="zh-CN" altLang="en-US" sz="800" dirty="0">
                <a:solidFill>
                  <a:srgbClr val="526D82"/>
                </a:solidFill>
              </a:rPr>
              <a:t>对话框里输入</a:t>
            </a:r>
            <a:r>
              <a:rPr lang="en-US" sz="800" dirty="0">
                <a:solidFill>
                  <a:srgbClr val="526D82"/>
                </a:solidFill>
              </a:rPr>
              <a:t> “Access”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2BC3FD-DD12-7BC2-52CE-AD04A3BB4929}"/>
              </a:ext>
            </a:extLst>
          </p:cNvPr>
          <p:cNvSpPr>
            <a:spLocks noGrp="1"/>
          </p:cNvSpPr>
          <p:nvPr/>
        </p:nvSpPr>
        <p:spPr>
          <a:xfrm>
            <a:off x="536816" y="4628317"/>
            <a:ext cx="7581400" cy="15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0">
                <a:solidFill>
                  <a:srgbClr val="526D82"/>
                </a:solidFill>
              </a:defRPr>
            </a:pPr>
            <a:r>
              <a:rPr lang="zh-CN" altLang="en-US" sz="1000" dirty="0">
                <a:solidFill>
                  <a:srgbClr val="526D82"/>
                </a:solidFill>
              </a:rPr>
              <a:t>更多详情可参考： </a:t>
            </a:r>
            <a:r>
              <a:rPr lang="en-US" sz="1000" dirty="0">
                <a:hlinkClick r:id="rId5"/>
              </a:rPr>
              <a:t>IT End User - </a:t>
            </a:r>
            <a:r>
              <a:rPr lang="en-US" sz="1000" dirty="0" err="1">
                <a:hlinkClick r:id="rId5"/>
              </a:rPr>
              <a:t>飞利浦中国用户</a:t>
            </a:r>
            <a:r>
              <a:rPr lang="en-US" sz="1000" dirty="0">
                <a:hlinkClick r:id="rId5"/>
              </a:rPr>
              <a:t> ChatGPT </a:t>
            </a:r>
            <a:r>
              <a:rPr lang="en-US" sz="1000" dirty="0" err="1">
                <a:hlinkClick r:id="rId5"/>
              </a:rPr>
              <a:t>申请与使用手册</a:t>
            </a:r>
            <a:r>
              <a:rPr lang="en-US" sz="1000" dirty="0">
                <a:hlinkClick r:id="rId5"/>
              </a:rPr>
              <a:t>/ChatGPT Application and User Guide for Philips China Users</a:t>
            </a:r>
            <a:endParaRPr sz="1000" dirty="0">
              <a:solidFill>
                <a:srgbClr val="526D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4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448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78D0ABC-B580-4A54-A93A-47BC2A893F45}"/>
              </a:ext>
            </a:extLst>
          </p:cNvPr>
          <p:cNvSpPr>
            <a:spLocks noGrp="1"/>
          </p:cNvSpPr>
          <p:nvPr/>
        </p:nvSpPr>
        <p:spPr>
          <a:xfrm>
            <a:off x="600075" y="285750"/>
            <a:ext cx="3786188" cy="1285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7CBA"/>
                </a:solidFill>
              </a:defRPr>
            </a:pPr>
            <a:r>
              <a:rPr sz="731" b="1">
                <a:solidFill>
                  <a:srgbClr val="007CBA"/>
                </a:solidFill>
              </a:rPr>
              <a:t>PHILIPS CHINA  |  INTERNAL QUICK GUIDE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460D7-A88D-41DE-9012-E6C5653DED76}"/>
              </a:ext>
            </a:extLst>
          </p:cNvPr>
          <p:cNvSpPr>
            <a:spLocks noGrp="1"/>
          </p:cNvSpPr>
          <p:nvPr/>
        </p:nvSpPr>
        <p:spPr>
          <a:xfrm>
            <a:off x="600075" y="514351"/>
            <a:ext cx="7429500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003B5C"/>
                </a:solidFill>
              </a:defRPr>
            </a:pPr>
            <a:r>
              <a:rPr sz="2250" b="1">
                <a:solidFill>
                  <a:srgbClr val="003B5C"/>
                </a:solidFill>
              </a:rPr>
              <a:t>ChatGPT Enterprise: the easy path to access and use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30A61B-F45B-4EDA-9AC3-23C80DE3E7C7}"/>
              </a:ext>
            </a:extLst>
          </p:cNvPr>
          <p:cNvSpPr>
            <a:spLocks noGrp="1"/>
          </p:cNvSpPr>
          <p:nvPr/>
        </p:nvSpPr>
        <p:spPr>
          <a:xfrm>
            <a:off x="600075" y="957262"/>
            <a:ext cx="7500938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D82"/>
                </a:solidFill>
              </a:defRPr>
            </a:pPr>
            <a:r>
              <a:rPr sz="1069" dirty="0">
                <a:solidFill>
                  <a:srgbClr val="526D82"/>
                </a:solidFill>
              </a:rPr>
              <a:t>Complete both approvals, launch through </a:t>
            </a:r>
            <a:r>
              <a:rPr lang="en-US" sz="1069" dirty="0">
                <a:solidFill>
                  <a:srgbClr val="526D82"/>
                </a:solidFill>
              </a:rPr>
              <a:t>ChatGPT </a:t>
            </a:r>
            <a:r>
              <a:rPr sz="1069" dirty="0">
                <a:solidFill>
                  <a:srgbClr val="526D82"/>
                </a:solidFill>
              </a:rPr>
              <a:t>Proxy Doctor, and use the enterprise workspace responsibly.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8603EB-67F0-4052-97CD-85742FA8C28C}"/>
              </a:ext>
            </a:extLst>
          </p:cNvPr>
          <p:cNvSpPr>
            <a:spLocks noGrp="1"/>
          </p:cNvSpPr>
          <p:nvPr/>
        </p:nvSpPr>
        <p:spPr>
          <a:xfrm>
            <a:off x="600075" y="1307306"/>
            <a:ext cx="8001000" cy="14288"/>
          </a:xfrm>
          <a:prstGeom prst="rect">
            <a:avLst/>
          </a:prstGeom>
          <a:solidFill>
            <a:srgbClr val="BFD3DF"/>
          </a:solidFill>
          <a:ln w="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4E0BF56-D505-47D2-8496-C143EFEAC98D}"/>
              </a:ext>
            </a:extLst>
          </p:cNvPr>
          <p:cNvSpPr>
            <a:spLocks noGrp="1"/>
          </p:cNvSpPr>
          <p:nvPr/>
        </p:nvSpPr>
        <p:spPr>
          <a:xfrm>
            <a:off x="600075" y="1585913"/>
            <a:ext cx="1857375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BFD3DF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D5849B-56E2-4020-A2F3-F831209FD03E}"/>
              </a:ext>
            </a:extLst>
          </p:cNvPr>
          <p:cNvSpPr>
            <a:spLocks noGrp="1"/>
          </p:cNvSpPr>
          <p:nvPr/>
        </p:nvSpPr>
        <p:spPr>
          <a:xfrm>
            <a:off x="757238" y="1743075"/>
            <a:ext cx="257175" cy="257175"/>
          </a:xfrm>
          <a:prstGeom prst="roundRect">
            <a:avLst>
              <a:gd name="adj" fmla="val 44444"/>
            </a:avLst>
          </a:prstGeom>
          <a:solidFill>
            <a:srgbClr val="007CBA"/>
          </a:solidFill>
          <a:ln w="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E8DF2E-8401-43E4-8EBA-1597DB082B9F}"/>
              </a:ext>
            </a:extLst>
          </p:cNvPr>
          <p:cNvSpPr>
            <a:spLocks noGrp="1"/>
          </p:cNvSpPr>
          <p:nvPr/>
        </p:nvSpPr>
        <p:spPr>
          <a:xfrm>
            <a:off x="757238" y="174307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B89FC4-D7B2-4004-85C6-81D66F7D5566}"/>
              </a:ext>
            </a:extLst>
          </p:cNvPr>
          <p:cNvSpPr>
            <a:spLocks noGrp="1"/>
          </p:cNvSpPr>
          <p:nvPr/>
        </p:nvSpPr>
        <p:spPr>
          <a:xfrm>
            <a:off x="1128712" y="1743075"/>
            <a:ext cx="1400176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03B5C"/>
                </a:solidFill>
              </a:defRPr>
            </a:pPr>
            <a:r>
              <a:rPr lang="en-US" altLang="zh-CN" sz="1181" b="1" dirty="0">
                <a:solidFill>
                  <a:srgbClr val="003B5C"/>
                </a:solidFill>
              </a:rPr>
              <a:t>Obtain</a:t>
            </a:r>
            <a:r>
              <a:rPr sz="1181" b="1" dirty="0">
                <a:solidFill>
                  <a:srgbClr val="003B5C"/>
                </a:solidFill>
              </a:rPr>
              <a:t> </a:t>
            </a:r>
            <a:r>
              <a:rPr lang="en-US" sz="1181" b="1" dirty="0">
                <a:solidFill>
                  <a:srgbClr val="003B5C"/>
                </a:solidFill>
              </a:rPr>
              <a:t>Management </a:t>
            </a:r>
            <a:r>
              <a:rPr sz="1181" b="1" dirty="0">
                <a:solidFill>
                  <a:srgbClr val="003B5C"/>
                </a:solidFill>
              </a:rPr>
              <a:t>approval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C93406-E702-45B5-B527-D02714220A29}"/>
              </a:ext>
            </a:extLst>
          </p:cNvPr>
          <p:cNvSpPr>
            <a:spLocks noGrp="1"/>
          </p:cNvSpPr>
          <p:nvPr/>
        </p:nvSpPr>
        <p:spPr>
          <a:xfrm>
            <a:off x="757238" y="2121694"/>
            <a:ext cx="15430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26D82"/>
                </a:solidFill>
              </a:defRPr>
            </a:pPr>
            <a:r>
              <a:rPr sz="900" dirty="0">
                <a:solidFill>
                  <a:srgbClr val="526D82"/>
                </a:solidFill>
              </a:rPr>
              <a:t>Obtain your department’s </a:t>
            </a:r>
            <a:r>
              <a:rPr sz="900" b="1" dirty="0">
                <a:solidFill>
                  <a:srgbClr val="526D82"/>
                </a:solidFill>
              </a:rPr>
              <a:t>GCMT approval</a:t>
            </a:r>
            <a:endParaRPr sz="900" dirty="0">
              <a:solidFill>
                <a:srgbClr val="526D82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145DE2A-D513-4048-A5C1-01EC8C5B6390}"/>
              </a:ext>
            </a:extLst>
          </p:cNvPr>
          <p:cNvSpPr>
            <a:spLocks noGrp="1"/>
          </p:cNvSpPr>
          <p:nvPr/>
        </p:nvSpPr>
        <p:spPr>
          <a:xfrm>
            <a:off x="2643188" y="1585913"/>
            <a:ext cx="1857375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BFD3DF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BACE4C7-C08A-4233-95E8-701EC77CF5B5}"/>
              </a:ext>
            </a:extLst>
          </p:cNvPr>
          <p:cNvSpPr>
            <a:spLocks noGrp="1"/>
          </p:cNvSpPr>
          <p:nvPr/>
        </p:nvSpPr>
        <p:spPr>
          <a:xfrm>
            <a:off x="2800350" y="1743075"/>
            <a:ext cx="257175" cy="257175"/>
          </a:xfrm>
          <a:prstGeom prst="roundRect">
            <a:avLst>
              <a:gd name="adj" fmla="val 44444"/>
            </a:avLst>
          </a:prstGeom>
          <a:solidFill>
            <a:srgbClr val="007CBA"/>
          </a:solidFill>
          <a:ln w="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0F16E2-3575-445F-BC59-50115F1128FC}"/>
              </a:ext>
            </a:extLst>
          </p:cNvPr>
          <p:cNvSpPr>
            <a:spLocks noGrp="1"/>
          </p:cNvSpPr>
          <p:nvPr/>
        </p:nvSpPr>
        <p:spPr>
          <a:xfrm>
            <a:off x="2800350" y="174307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DA78AB-510F-4D87-BDC3-5EA49FDDF940}"/>
              </a:ext>
            </a:extLst>
          </p:cNvPr>
          <p:cNvSpPr>
            <a:spLocks noGrp="1"/>
          </p:cNvSpPr>
          <p:nvPr/>
        </p:nvSpPr>
        <p:spPr>
          <a:xfrm>
            <a:off x="3171825" y="1743075"/>
            <a:ext cx="1328737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03B5C"/>
                </a:solidFill>
              </a:defRPr>
            </a:pPr>
            <a:r>
              <a:rPr sz="1181" b="1" dirty="0">
                <a:solidFill>
                  <a:srgbClr val="003B5C"/>
                </a:solidFill>
              </a:rPr>
              <a:t>Request </a:t>
            </a:r>
            <a:r>
              <a:rPr lang="en-US" altLang="zh-CN" sz="1181" b="1" dirty="0">
                <a:solidFill>
                  <a:srgbClr val="003B5C"/>
                </a:solidFill>
              </a:rPr>
              <a:t>Account</a:t>
            </a:r>
            <a:endParaRPr sz="1181" b="1" dirty="0">
              <a:solidFill>
                <a:srgbClr val="003B5C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E9BCE4-5463-49FC-A2C0-F5DA48BBD87D}"/>
              </a:ext>
            </a:extLst>
          </p:cNvPr>
          <p:cNvSpPr>
            <a:spLocks noGrp="1"/>
          </p:cNvSpPr>
          <p:nvPr/>
        </p:nvSpPr>
        <p:spPr>
          <a:xfrm>
            <a:off x="2800350" y="2121694"/>
            <a:ext cx="15430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26D82"/>
                </a:solidFill>
              </a:defRPr>
            </a:pPr>
            <a:r>
              <a:rPr lang="en-US" sz="900" dirty="0">
                <a:solidFill>
                  <a:srgbClr val="526D82"/>
                </a:solidFill>
                <a:hlinkClick r:id="rId3"/>
              </a:rPr>
              <a:t>AI Gateway</a:t>
            </a:r>
            <a:r>
              <a:rPr lang="en-US" sz="900" dirty="0">
                <a:solidFill>
                  <a:srgbClr val="526D82"/>
                </a:solidFill>
              </a:rPr>
              <a:t> </a:t>
            </a:r>
            <a:r>
              <a:rPr sz="900" dirty="0">
                <a:solidFill>
                  <a:srgbClr val="526D82"/>
                </a:solidFill>
              </a:rPr>
              <a:t>→ </a:t>
            </a:r>
            <a:r>
              <a:rPr lang="en-US" sz="900" dirty="0">
                <a:solidFill>
                  <a:srgbClr val="526D82"/>
                </a:solidFill>
              </a:rPr>
              <a:t>Request access through the </a:t>
            </a:r>
            <a:r>
              <a:rPr lang="en-US" altLang="zh-CN" sz="900" dirty="0">
                <a:solidFill>
                  <a:srgbClr val="526D82"/>
                </a:solidFill>
              </a:rPr>
              <a:t>AI </a:t>
            </a:r>
            <a:r>
              <a:rPr lang="en-US" sz="900" dirty="0">
                <a:solidFill>
                  <a:srgbClr val="526D82"/>
                </a:solidFill>
              </a:rPr>
              <a:t>assistant </a:t>
            </a:r>
            <a:r>
              <a:rPr sz="900" dirty="0">
                <a:solidFill>
                  <a:srgbClr val="526D82"/>
                </a:solidFill>
              </a:rPr>
              <a:t>→ type “Access”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F12061-878C-4578-9B75-95D002CFF8CD}"/>
              </a:ext>
            </a:extLst>
          </p:cNvPr>
          <p:cNvSpPr>
            <a:spLocks noGrp="1"/>
          </p:cNvSpPr>
          <p:nvPr/>
        </p:nvSpPr>
        <p:spPr>
          <a:xfrm>
            <a:off x="4686300" y="1585913"/>
            <a:ext cx="1857375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BFD3DF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CC4B886-6A9D-427F-B9ED-EEA62FABBA26}"/>
              </a:ext>
            </a:extLst>
          </p:cNvPr>
          <p:cNvSpPr>
            <a:spLocks noGrp="1"/>
          </p:cNvSpPr>
          <p:nvPr/>
        </p:nvSpPr>
        <p:spPr>
          <a:xfrm>
            <a:off x="4843463" y="1743075"/>
            <a:ext cx="257175" cy="257175"/>
          </a:xfrm>
          <a:prstGeom prst="roundRect">
            <a:avLst>
              <a:gd name="adj" fmla="val 44444"/>
            </a:avLst>
          </a:prstGeom>
          <a:solidFill>
            <a:srgbClr val="008A6E"/>
          </a:solidFill>
          <a:ln w="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5F63B0-3EC9-4AB5-AE7A-0719FAFFCCF4}"/>
              </a:ext>
            </a:extLst>
          </p:cNvPr>
          <p:cNvSpPr>
            <a:spLocks noGrp="1"/>
          </p:cNvSpPr>
          <p:nvPr/>
        </p:nvSpPr>
        <p:spPr>
          <a:xfrm>
            <a:off x="4843463" y="174307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77CF23-A323-43E1-953E-3413343A314A}"/>
              </a:ext>
            </a:extLst>
          </p:cNvPr>
          <p:cNvSpPr>
            <a:spLocks noGrp="1"/>
          </p:cNvSpPr>
          <p:nvPr/>
        </p:nvSpPr>
        <p:spPr>
          <a:xfrm>
            <a:off x="5214937" y="1743075"/>
            <a:ext cx="1185863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03B5C"/>
                </a:solidFill>
              </a:defRPr>
            </a:pPr>
            <a:r>
              <a:rPr sz="1181" b="1">
                <a:solidFill>
                  <a:srgbClr val="003B5C"/>
                </a:solidFill>
              </a:rPr>
              <a:t>Enable China network service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070925-FD26-4161-B8C0-0F54B6673E01}"/>
              </a:ext>
            </a:extLst>
          </p:cNvPr>
          <p:cNvSpPr>
            <a:spLocks noGrp="1"/>
          </p:cNvSpPr>
          <p:nvPr/>
        </p:nvSpPr>
        <p:spPr>
          <a:xfrm>
            <a:off x="4843463" y="2121694"/>
            <a:ext cx="1543050" cy="692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26D82"/>
                </a:solidFill>
              </a:defRPr>
            </a:pPr>
            <a:r>
              <a:rPr sz="900" dirty="0">
                <a:solidFill>
                  <a:srgbClr val="526D82"/>
                </a:solidFill>
              </a:rPr>
              <a:t>In ServiceNow, request “</a:t>
            </a:r>
            <a:r>
              <a:rPr sz="900" dirty="0">
                <a:solidFill>
                  <a:srgbClr val="526D82"/>
                </a:solidFill>
                <a:hlinkClick r:id="rId4"/>
              </a:rPr>
              <a:t>China Internet Acceleration Service for Premium Users</a:t>
            </a:r>
            <a:r>
              <a:rPr sz="900" dirty="0">
                <a:solidFill>
                  <a:srgbClr val="526D82"/>
                </a:solidFill>
              </a:rPr>
              <a:t>”</a:t>
            </a:r>
            <a:r>
              <a:rPr lang="en-US" sz="900" dirty="0">
                <a:solidFill>
                  <a:srgbClr val="526D82"/>
                </a:solidFill>
              </a:rPr>
              <a:t> and attach GCMT approval email.</a:t>
            </a:r>
            <a:endParaRPr sz="900" dirty="0">
              <a:solidFill>
                <a:srgbClr val="526D82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2C806FD-A0CA-439B-94D6-ECA56CBDDA42}"/>
              </a:ext>
            </a:extLst>
          </p:cNvPr>
          <p:cNvSpPr>
            <a:spLocks noGrp="1"/>
          </p:cNvSpPr>
          <p:nvPr/>
        </p:nvSpPr>
        <p:spPr>
          <a:xfrm>
            <a:off x="6729413" y="1585913"/>
            <a:ext cx="1857375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BFD3DF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ABF731A-2564-446F-8D53-05713416053F}"/>
              </a:ext>
            </a:extLst>
          </p:cNvPr>
          <p:cNvSpPr>
            <a:spLocks noGrp="1"/>
          </p:cNvSpPr>
          <p:nvPr/>
        </p:nvSpPr>
        <p:spPr>
          <a:xfrm>
            <a:off x="6886575" y="1743075"/>
            <a:ext cx="257175" cy="257175"/>
          </a:xfrm>
          <a:prstGeom prst="roundRect">
            <a:avLst>
              <a:gd name="adj" fmla="val 44444"/>
            </a:avLst>
          </a:prstGeom>
          <a:solidFill>
            <a:srgbClr val="00A9CE"/>
          </a:solidFill>
          <a:ln w="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1F3C75-3B82-44D5-AE9E-E9A95E65A32A}"/>
              </a:ext>
            </a:extLst>
          </p:cNvPr>
          <p:cNvSpPr>
            <a:spLocks noGrp="1"/>
          </p:cNvSpPr>
          <p:nvPr/>
        </p:nvSpPr>
        <p:spPr>
          <a:xfrm>
            <a:off x="6886575" y="1743075"/>
            <a:ext cx="2571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4A6B2F-B875-4B6F-8C1B-0EB57D321486}"/>
              </a:ext>
            </a:extLst>
          </p:cNvPr>
          <p:cNvSpPr>
            <a:spLocks noGrp="1"/>
          </p:cNvSpPr>
          <p:nvPr/>
        </p:nvSpPr>
        <p:spPr>
          <a:xfrm>
            <a:off x="7258050" y="1743075"/>
            <a:ext cx="1185863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03B5C"/>
                </a:solidFill>
              </a:defRPr>
            </a:pPr>
            <a:r>
              <a:rPr sz="1181" b="1">
                <a:solidFill>
                  <a:srgbClr val="003B5C"/>
                </a:solidFill>
              </a:rPr>
              <a:t>Sign in the approved way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6C1D3B-9D93-4524-9315-9F7E7C4F2851}"/>
              </a:ext>
            </a:extLst>
          </p:cNvPr>
          <p:cNvSpPr>
            <a:spLocks noGrp="1"/>
          </p:cNvSpPr>
          <p:nvPr/>
        </p:nvSpPr>
        <p:spPr>
          <a:xfrm>
            <a:off x="6886575" y="2121694"/>
            <a:ext cx="1543050" cy="6929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26D82"/>
                </a:solidFill>
              </a:defRPr>
            </a:pPr>
            <a:r>
              <a:rPr lang="en-US" sz="900" dirty="0">
                <a:solidFill>
                  <a:srgbClr val="526D82"/>
                </a:solidFill>
              </a:rPr>
              <a:t>Access </a:t>
            </a:r>
            <a:r>
              <a:rPr lang="en-US" sz="900" dirty="0">
                <a:solidFill>
                  <a:srgbClr val="526D82"/>
                </a:solidFill>
                <a:hlinkClick r:id="rId5"/>
              </a:rPr>
              <a:t>Software Portal</a:t>
            </a:r>
            <a:r>
              <a:rPr lang="en-US" sz="900" dirty="0">
                <a:solidFill>
                  <a:srgbClr val="526D82"/>
                </a:solidFill>
              </a:rPr>
              <a:t>, i</a:t>
            </a:r>
            <a:r>
              <a:rPr sz="900" dirty="0">
                <a:solidFill>
                  <a:srgbClr val="526D82"/>
                </a:solidFill>
              </a:rPr>
              <a:t>nstall and use ChatGPT Proxy Doctor</a:t>
            </a:r>
            <a:r>
              <a:rPr sz="900" b="1" dirty="0">
                <a:solidFill>
                  <a:srgbClr val="526D82"/>
                </a:solidFill>
              </a:rPr>
              <a:t> </a:t>
            </a:r>
            <a:r>
              <a:rPr sz="900" dirty="0">
                <a:solidFill>
                  <a:srgbClr val="526D82"/>
                </a:solidFill>
              </a:rPr>
              <a:t>→ Philips Single Sign-On → Enterprise workspace.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43A137C-4B98-45A6-A417-66B8E8112CE8}"/>
              </a:ext>
            </a:extLst>
          </p:cNvPr>
          <p:cNvSpPr>
            <a:spLocks noGrp="1"/>
          </p:cNvSpPr>
          <p:nvPr/>
        </p:nvSpPr>
        <p:spPr>
          <a:xfrm>
            <a:off x="600075" y="3100387"/>
            <a:ext cx="5114925" cy="1128713"/>
          </a:xfrm>
          <a:prstGeom prst="roundRect">
            <a:avLst>
              <a:gd name="adj" fmla="val 10127"/>
            </a:avLst>
          </a:prstGeom>
          <a:solidFill>
            <a:srgbClr val="EEF7FA"/>
          </a:solidFill>
          <a:ln w="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853F62-759C-4DDE-8843-871E9011D5CA}"/>
              </a:ext>
            </a:extLst>
          </p:cNvPr>
          <p:cNvSpPr>
            <a:spLocks noGrp="1"/>
          </p:cNvSpPr>
          <p:nvPr/>
        </p:nvSpPr>
        <p:spPr>
          <a:xfrm>
            <a:off x="771525" y="3271838"/>
            <a:ext cx="1785938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03B5C"/>
                </a:solidFill>
              </a:defRPr>
            </a:pPr>
            <a:r>
              <a:rPr sz="1350" b="1">
                <a:solidFill>
                  <a:srgbClr val="003B5C"/>
                </a:solidFill>
              </a:rPr>
              <a:t>Use responsibly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296800-6F6A-4676-8AA7-70DEB52A9A15}"/>
              </a:ext>
            </a:extLst>
          </p:cNvPr>
          <p:cNvSpPr>
            <a:spLocks noGrp="1"/>
          </p:cNvSpPr>
          <p:nvPr/>
        </p:nvSpPr>
        <p:spPr>
          <a:xfrm>
            <a:off x="771525" y="3571875"/>
            <a:ext cx="4643438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02A43"/>
                </a:solidFill>
              </a:defRPr>
            </a:pPr>
            <a:r>
              <a:rPr sz="956">
                <a:solidFill>
                  <a:srgbClr val="102A43"/>
                </a:solidFill>
              </a:rPr>
              <a:t>• Use only the Philips-approved enterprise account and network path</a:t>
            </a:r>
          </a:p>
          <a:p>
            <a:pPr algn="l">
              <a:defRPr sz="1275" b="0">
                <a:solidFill>
                  <a:srgbClr val="102A43"/>
                </a:solidFill>
              </a:defRPr>
            </a:pPr>
            <a:r>
              <a:rPr sz="956">
                <a:solidFill>
                  <a:srgbClr val="102A43"/>
                </a:solidFill>
              </a:rPr>
              <a:t>• Do not enter confidential, patient, or sensitive personal data</a:t>
            </a:r>
          </a:p>
          <a:p>
            <a:pPr algn="l">
              <a:defRPr sz="1275" b="0">
                <a:solidFill>
                  <a:srgbClr val="102A43"/>
                </a:solidFill>
              </a:defRPr>
            </a:pPr>
            <a:r>
              <a:rPr sz="956">
                <a:solidFill>
                  <a:srgbClr val="102A43"/>
                </a:solidFill>
              </a:rPr>
              <a:t>• Treat outputs as a draft: human-review facts, settings, compliance and decisions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48E9A87-86FE-49CE-9BEC-568D37697E3E}"/>
              </a:ext>
            </a:extLst>
          </p:cNvPr>
          <p:cNvSpPr>
            <a:spLocks noGrp="1"/>
          </p:cNvSpPr>
          <p:nvPr/>
        </p:nvSpPr>
        <p:spPr>
          <a:xfrm>
            <a:off x="5915025" y="3100387"/>
            <a:ext cx="2686050" cy="1128713"/>
          </a:xfrm>
          <a:prstGeom prst="roundRect">
            <a:avLst>
              <a:gd name="adj" fmla="val 10127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179D21-C6B6-4112-B143-612CDB2ECE52}"/>
              </a:ext>
            </a:extLst>
          </p:cNvPr>
          <p:cNvSpPr>
            <a:spLocks noGrp="1"/>
          </p:cNvSpPr>
          <p:nvPr/>
        </p:nvSpPr>
        <p:spPr>
          <a:xfrm>
            <a:off x="6086475" y="3271838"/>
            <a:ext cx="17145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If something fails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633442-E5B7-434A-AC55-ADBEF51A4ECA}"/>
              </a:ext>
            </a:extLst>
          </p:cNvPr>
          <p:cNvSpPr>
            <a:spLocks noGrp="1"/>
          </p:cNvSpPr>
          <p:nvPr/>
        </p:nvSpPr>
        <p:spPr>
          <a:xfrm>
            <a:off x="6086475" y="3571875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02A43"/>
                </a:solidFill>
              </a:defRPr>
            </a:pPr>
            <a:r>
              <a:rPr sz="844" dirty="0">
                <a:solidFill>
                  <a:srgbClr val="102A43"/>
                </a:solidFill>
              </a:rPr>
              <a:t>1. Confirm both approval emails</a:t>
            </a:r>
          </a:p>
          <a:p>
            <a:pPr algn="l">
              <a:defRPr sz="1125" b="0">
                <a:solidFill>
                  <a:srgbClr val="102A43"/>
                </a:solidFill>
              </a:defRPr>
            </a:pPr>
            <a:r>
              <a:rPr sz="844" dirty="0">
                <a:solidFill>
                  <a:srgbClr val="102A43"/>
                </a:solidFill>
              </a:rPr>
              <a:t>2. Restart after policy sync</a:t>
            </a:r>
          </a:p>
          <a:p>
            <a:pPr algn="l">
              <a:defRPr sz="1125" b="0">
                <a:solidFill>
                  <a:srgbClr val="102A43"/>
                </a:solidFill>
              </a:defRPr>
            </a:pPr>
            <a:r>
              <a:rPr sz="844" dirty="0">
                <a:solidFill>
                  <a:srgbClr val="102A43"/>
                </a:solidFill>
              </a:rPr>
              <a:t>3. Record error, time, network and device</a:t>
            </a:r>
          </a:p>
          <a:p>
            <a:pPr algn="l">
              <a:defRPr sz="1125" b="0">
                <a:solidFill>
                  <a:srgbClr val="102A43"/>
                </a:solidFill>
              </a:defRPr>
            </a:pPr>
            <a:r>
              <a:rPr sz="844" dirty="0">
                <a:solidFill>
                  <a:srgbClr val="102A43"/>
                </a:solidFill>
              </a:rPr>
              <a:t>4. Use ServiceNow / contact local IT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DF8CCCA-7CD6-412C-898E-327DD2BF042F}"/>
              </a:ext>
            </a:extLst>
          </p:cNvPr>
          <p:cNvSpPr>
            <a:spLocks noGrp="1"/>
          </p:cNvSpPr>
          <p:nvPr/>
        </p:nvSpPr>
        <p:spPr>
          <a:xfrm>
            <a:off x="600075" y="4457700"/>
            <a:ext cx="8001000" cy="285750"/>
          </a:xfrm>
          <a:prstGeom prst="roundRect">
            <a:avLst>
              <a:gd name="adj" fmla="val 40000"/>
            </a:avLst>
          </a:prstGeom>
          <a:solidFill>
            <a:srgbClr val="E9F8F3"/>
          </a:solidFill>
          <a:ln w="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2F7537-628F-48EA-9F7D-66C9532DDDDA}"/>
              </a:ext>
            </a:extLst>
          </p:cNvPr>
          <p:cNvSpPr>
            <a:spLocks noGrp="1"/>
          </p:cNvSpPr>
          <p:nvPr/>
        </p:nvSpPr>
        <p:spPr>
          <a:xfrm>
            <a:off x="742950" y="4529138"/>
            <a:ext cx="7500938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8A6E"/>
                </a:solidFill>
              </a:defRPr>
            </a:pPr>
            <a:r>
              <a:rPr sz="1013" b="1" dirty="0">
                <a:solidFill>
                  <a:srgbClr val="008A6E"/>
                </a:solidFill>
              </a:rPr>
              <a:t>Key rule: Do not use personal accounts, unapproved proxies, bypasses or non-standard network </a:t>
            </a:r>
            <a:r>
              <a:rPr lang="en-US" sz="1013" b="1" dirty="0">
                <a:solidFill>
                  <a:srgbClr val="008A6E"/>
                </a:solidFill>
              </a:rPr>
              <a:t>VPN</a:t>
            </a:r>
            <a:r>
              <a:rPr sz="1013" b="1" dirty="0">
                <a:solidFill>
                  <a:srgbClr val="008A6E"/>
                </a:solidFill>
              </a:rPr>
              <a:t>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96C6EB-B3DA-4EB5-A725-C01B52027D51}"/>
              </a:ext>
            </a:extLst>
          </p:cNvPr>
          <p:cNvSpPr>
            <a:spLocks noGrp="1"/>
          </p:cNvSpPr>
          <p:nvPr/>
        </p:nvSpPr>
        <p:spPr>
          <a:xfrm>
            <a:off x="600074" y="4790075"/>
            <a:ext cx="7581400" cy="15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0">
                <a:solidFill>
                  <a:srgbClr val="526D82"/>
                </a:solidFill>
              </a:defRPr>
            </a:pPr>
            <a:r>
              <a:rPr sz="700" dirty="0">
                <a:solidFill>
                  <a:srgbClr val="526D82"/>
                </a:solidFill>
              </a:rPr>
              <a:t>Follow the latest AI Gateway, ServiceNow and IT notices.</a:t>
            </a:r>
            <a:r>
              <a:rPr lang="en-US" sz="700" dirty="0">
                <a:solidFill>
                  <a:srgbClr val="526D82"/>
                </a:solidFill>
              </a:rPr>
              <a:t> More details, please refer to </a:t>
            </a:r>
            <a:r>
              <a:rPr lang="en-US" sz="700" dirty="0">
                <a:hlinkClick r:id="rId6"/>
              </a:rPr>
              <a:t>IT End User - </a:t>
            </a:r>
            <a:r>
              <a:rPr lang="en-US" sz="700" dirty="0" err="1">
                <a:hlinkClick r:id="rId6"/>
              </a:rPr>
              <a:t>飞利浦中国用户</a:t>
            </a:r>
            <a:r>
              <a:rPr lang="en-US" sz="700" dirty="0">
                <a:hlinkClick r:id="rId6"/>
              </a:rPr>
              <a:t> ChatGPT </a:t>
            </a:r>
            <a:r>
              <a:rPr lang="en-US" sz="700" dirty="0" err="1">
                <a:hlinkClick r:id="rId6"/>
              </a:rPr>
              <a:t>申请与使用手册</a:t>
            </a:r>
            <a:r>
              <a:rPr lang="en-US" sz="700" dirty="0">
                <a:hlinkClick r:id="rId6"/>
              </a:rPr>
              <a:t>/ChatGPT Application and User Guide for Philips China Users</a:t>
            </a:r>
            <a:endParaRPr sz="700" dirty="0">
              <a:solidFill>
                <a:srgbClr val="526D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286480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Master Only">
  <a:themeElements>
    <a:clrScheme name="Philips (2024)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E050"/>
      </a:accent4>
      <a:accent5>
        <a:srgbClr val="FA8DDC"/>
      </a:accent5>
      <a:accent6>
        <a:srgbClr val="D780FF"/>
      </a:accent6>
      <a:hlink>
        <a:srgbClr val="00619F"/>
      </a:hlink>
      <a:folHlink>
        <a:srgbClr val="00629F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Philips (2024)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 Master Only">
  <a:themeElements>
    <a:clrScheme name="Philips (2024)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E050"/>
      </a:accent4>
      <a:accent5>
        <a:srgbClr val="FA8DDC"/>
      </a:accent5>
      <a:accent6>
        <a:srgbClr val="D780FF"/>
      </a:accent6>
      <a:hlink>
        <a:srgbClr val="00619F"/>
      </a:hlink>
      <a:folHlink>
        <a:srgbClr val="00629F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Philips (2024)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9d2fd29-ce41-4e88-8b60-b84a43a12c12">
      <Terms xmlns="http://schemas.microsoft.com/office/infopath/2007/PartnerControls"/>
    </lcf76f155ced4ddcb4097134ff3c332f>
    <TaxCatchAll xmlns="49919dca-d9c1-492f-bd36-8a887e31a6e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haredContentType xmlns="Microsoft.SharePoint.Taxonomy.ContentTypeSync" SourceId="e40374fb-a6cc-4854-989f-c1d94a7967ee" ContentTypeId="0x01" PreviousValue="false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1E8AE380560841A176CF27F212C76B" ma:contentTypeVersion="21" ma:contentTypeDescription="Create a new document." ma:contentTypeScope="" ma:versionID="fe907c3184eda1742dbcdb6b1085c1f5">
  <xsd:schema xmlns:xsd="http://www.w3.org/2001/XMLSchema" xmlns:xs="http://www.w3.org/2001/XMLSchema" xmlns:p="http://schemas.microsoft.com/office/2006/metadata/properties" xmlns:ns2="79d2fd29-ce41-4e88-8b60-b84a43a12c12" xmlns:ns3="fd37d85c-b0af-456f-bef1-cf44a1255526" xmlns:ns4="49919dca-d9c1-492f-bd36-8a887e31a6e3" targetNamespace="http://schemas.microsoft.com/office/2006/metadata/properties" ma:root="true" ma:fieldsID="293bd9c13478ea2e168dda02e7f10ce6" ns2:_="" ns3:_="" ns4:_="">
    <xsd:import namespace="79d2fd29-ce41-4e88-8b60-b84a43a12c12"/>
    <xsd:import namespace="fd37d85c-b0af-456f-bef1-cf44a1255526"/>
    <xsd:import namespace="49919dca-d9c1-492f-bd36-8a887e31a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4:TaxCatchAll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d2fd29-ce41-4e88-8b60-b84a43a12c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40374fb-a6cc-4854-989f-c1d94a796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37d85c-b0af-456f-bef1-cf44a125552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19dca-d9c1-492f-bd36-8a887e31a6e3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3517deaf-74a3-4fca-ae99-b3b4c7a0a2e5}" ma:internalName="TaxCatchAll" ma:showField="CatchAllData" ma:web="fd37d85c-b0af-456f-bef1-cf44a12555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6B9EB5-E78D-468A-9A81-ED44760588AB}">
  <ds:schemaRefs>
    <ds:schemaRef ds:uri="http://schemas.microsoft.com/office/2006/metadata/properties"/>
    <ds:schemaRef ds:uri="http://schemas.microsoft.com/office/infopath/2007/PartnerControls"/>
    <ds:schemaRef ds:uri="79d2fd29-ce41-4e88-8b60-b84a43a12c12"/>
    <ds:schemaRef ds:uri="49919dca-d9c1-492f-bd36-8a887e31a6e3"/>
  </ds:schemaRefs>
</ds:datastoreItem>
</file>

<file path=customXml/itemProps2.xml><?xml version="1.0" encoding="utf-8"?>
<ds:datastoreItem xmlns:ds="http://schemas.openxmlformats.org/officeDocument/2006/customXml" ds:itemID="{3E9FBA5A-21A8-4BC1-8E4D-082657D02B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B04189-FE74-4023-9C89-DA8A4E93260A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DD0DD38E-D7F4-48F8-8544-A57409B04B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d2fd29-ce41-4e88-8b60-b84a43a12c12"/>
    <ds:schemaRef ds:uri="fd37d85c-b0af-456f-bef1-cf44a1255526"/>
    <ds:schemaRef ds:uri="49919dca-d9c1-492f-bd36-8a887e31a6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407a2d-7675-4d17-8692-b3ac285306e4}" enabled="0" method="" siteId="{1a407a2d-7675-4d17-8692-b3ac285306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</Words>
  <Application>Microsoft Office PowerPoint</Application>
  <DocSecurity>0</DocSecurity>
  <PresentationFormat>On-screen Show (16:9)</PresentationFormat>
  <Paragraphs>54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Yu Gothic</vt:lpstr>
      <vt:lpstr>Aptos</vt:lpstr>
      <vt:lpstr>Arial</vt:lpstr>
      <vt:lpstr>Calibri</vt:lpstr>
      <vt:lpstr>Calibri Light</vt:lpstr>
      <vt:lpstr>Courier New</vt:lpstr>
      <vt:lpstr>Slide Master Only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Chen, Yi Qiu</cp:lastModifiedBy>
  <cp:revision>3</cp:revision>
  <dcterms:created xsi:type="dcterms:W3CDTF">2026-07-15T06:36:17Z</dcterms:created>
  <dcterms:modified xsi:type="dcterms:W3CDTF">2026-08-05T00:24:49Z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0x010100D51E8AE380560841A176CF27F212C76B</vt:lpwstr>
  </property>
  <property fmtid="{D5CDD505-2E9C-101B-9397-08002B2CF9AE}" pid="3" name="MediaServiceImageTags">
    <vt:lpwstr/>
  </property>
</Properties>
</file>