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5" r:id="rId1"/>
  </p:sldMasterIdLst>
  <p:notesMasterIdLst>
    <p:notesMasterId r:id="rId3"/>
  </p:notesMasterIdLst>
  <p:sldIdLst>
    <p:sldId id="272" r:id="rId2"/>
  </p:sldIdLst>
  <p:sldSz cx="12192000" cy="6858000"/>
  <p:notesSz cx="7023100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45DC7D-6C91-432C-B394-AABC4B163FB4}">
  <a:tblStyle styleId="{0545DC7D-6C91-432C-B394-AABC4B163F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A"/>
          </a:solidFill>
        </a:fill>
      </a:tcStyle>
    </a:wholeTbl>
    <a:band1H>
      <a:tcTxStyle/>
      <a:tcStyle>
        <a:tcBdr/>
        <a:fill>
          <a:solidFill>
            <a:srgbClr val="CACAD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D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F71E5D9-B4CC-43FD-9859-D7930135EA0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28363C-BB5B-4D3C-BE71-1F4521FD9C5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an, Swaroop (Partner)" userId="4074533e-e987-4107-bb0b-293f1308f5fa" providerId="ADAL" clId="{1E082B23-4448-4FD3-8148-422664DD8D95}"/>
    <pc:docChg chg="delSld delMainMaster">
      <pc:chgData name="Kishan, Swaroop (Partner)" userId="4074533e-e987-4107-bb0b-293f1308f5fa" providerId="ADAL" clId="{1E082B23-4448-4FD3-8148-422664DD8D95}" dt="2026-06-29T05:40:53.860" v="18" actId="47"/>
      <pc:docMkLst>
        <pc:docMk/>
      </pc:docMkLst>
      <pc:sldChg chg="del">
        <pc:chgData name="Kishan, Swaroop (Partner)" userId="4074533e-e987-4107-bb0b-293f1308f5fa" providerId="ADAL" clId="{1E082B23-4448-4FD3-8148-422664DD8D95}" dt="2026-06-29T05:40:45.106" v="3" actId="47"/>
        <pc:sldMkLst>
          <pc:docMk/>
          <pc:sldMk cId="0" sldId="256"/>
        </pc:sldMkLst>
      </pc:sldChg>
      <pc:sldChg chg="del">
        <pc:chgData name="Kishan, Swaroop (Partner)" userId="4074533e-e987-4107-bb0b-293f1308f5fa" providerId="ADAL" clId="{1E082B23-4448-4FD3-8148-422664DD8D95}" dt="2026-06-29T05:40:45.845" v="4" actId="47"/>
        <pc:sldMkLst>
          <pc:docMk/>
          <pc:sldMk cId="0" sldId="257"/>
        </pc:sldMkLst>
      </pc:sldChg>
      <pc:sldChg chg="del">
        <pc:chgData name="Kishan, Swaroop (Partner)" userId="4074533e-e987-4107-bb0b-293f1308f5fa" providerId="ADAL" clId="{1E082B23-4448-4FD3-8148-422664DD8D95}" dt="2026-06-29T05:40:46.405" v="5" actId="47"/>
        <pc:sldMkLst>
          <pc:docMk/>
          <pc:sldMk cId="0" sldId="258"/>
        </pc:sldMkLst>
      </pc:sldChg>
      <pc:sldChg chg="del">
        <pc:chgData name="Kishan, Swaroop (Partner)" userId="4074533e-e987-4107-bb0b-293f1308f5fa" providerId="ADAL" clId="{1E082B23-4448-4FD3-8148-422664DD8D95}" dt="2026-06-29T05:40:46.917" v="6" actId="47"/>
        <pc:sldMkLst>
          <pc:docMk/>
          <pc:sldMk cId="0" sldId="259"/>
        </pc:sldMkLst>
      </pc:sldChg>
      <pc:sldChg chg="del">
        <pc:chgData name="Kishan, Swaroop (Partner)" userId="4074533e-e987-4107-bb0b-293f1308f5fa" providerId="ADAL" clId="{1E082B23-4448-4FD3-8148-422664DD8D95}" dt="2026-06-29T05:40:47.351" v="7" actId="47"/>
        <pc:sldMkLst>
          <pc:docMk/>
          <pc:sldMk cId="0" sldId="260"/>
        </pc:sldMkLst>
      </pc:sldChg>
      <pc:sldChg chg="del">
        <pc:chgData name="Kishan, Swaroop (Partner)" userId="4074533e-e987-4107-bb0b-293f1308f5fa" providerId="ADAL" clId="{1E082B23-4448-4FD3-8148-422664DD8D95}" dt="2026-06-29T05:40:47.817" v="8" actId="47"/>
        <pc:sldMkLst>
          <pc:docMk/>
          <pc:sldMk cId="0" sldId="261"/>
        </pc:sldMkLst>
      </pc:sldChg>
      <pc:sldChg chg="del">
        <pc:chgData name="Kishan, Swaroop (Partner)" userId="4074533e-e987-4107-bb0b-293f1308f5fa" providerId="ADAL" clId="{1E082B23-4448-4FD3-8148-422664DD8D95}" dt="2026-06-29T05:40:48.293" v="9" actId="47"/>
        <pc:sldMkLst>
          <pc:docMk/>
          <pc:sldMk cId="0" sldId="262"/>
        </pc:sldMkLst>
      </pc:sldChg>
      <pc:sldChg chg="del">
        <pc:chgData name="Kishan, Swaroop (Partner)" userId="4074533e-e987-4107-bb0b-293f1308f5fa" providerId="ADAL" clId="{1E082B23-4448-4FD3-8148-422664DD8D95}" dt="2026-06-29T05:40:48.721" v="10" actId="47"/>
        <pc:sldMkLst>
          <pc:docMk/>
          <pc:sldMk cId="0" sldId="263"/>
        </pc:sldMkLst>
      </pc:sldChg>
      <pc:sldChg chg="del">
        <pc:chgData name="Kishan, Swaroop (Partner)" userId="4074533e-e987-4107-bb0b-293f1308f5fa" providerId="ADAL" clId="{1E082B23-4448-4FD3-8148-422664DD8D95}" dt="2026-06-29T05:40:49.209" v="11" actId="47"/>
        <pc:sldMkLst>
          <pc:docMk/>
          <pc:sldMk cId="0" sldId="264"/>
        </pc:sldMkLst>
      </pc:sldChg>
      <pc:sldChg chg="del">
        <pc:chgData name="Kishan, Swaroop (Partner)" userId="4074533e-e987-4107-bb0b-293f1308f5fa" providerId="ADAL" clId="{1E082B23-4448-4FD3-8148-422664DD8D95}" dt="2026-06-29T05:40:49.621" v="12" actId="47"/>
        <pc:sldMkLst>
          <pc:docMk/>
          <pc:sldMk cId="0" sldId="265"/>
        </pc:sldMkLst>
      </pc:sldChg>
      <pc:sldChg chg="del">
        <pc:chgData name="Kishan, Swaroop (Partner)" userId="4074533e-e987-4107-bb0b-293f1308f5fa" providerId="ADAL" clId="{1E082B23-4448-4FD3-8148-422664DD8D95}" dt="2026-06-29T05:40:50.265" v="13" actId="47"/>
        <pc:sldMkLst>
          <pc:docMk/>
          <pc:sldMk cId="0" sldId="266"/>
        </pc:sldMkLst>
      </pc:sldChg>
      <pc:sldChg chg="del">
        <pc:chgData name="Kishan, Swaroop (Partner)" userId="4074533e-e987-4107-bb0b-293f1308f5fa" providerId="ADAL" clId="{1E082B23-4448-4FD3-8148-422664DD8D95}" dt="2026-06-29T05:40:50.754" v="14" actId="47"/>
        <pc:sldMkLst>
          <pc:docMk/>
          <pc:sldMk cId="0" sldId="267"/>
        </pc:sldMkLst>
      </pc:sldChg>
      <pc:sldChg chg="del">
        <pc:chgData name="Kishan, Swaroop (Partner)" userId="4074533e-e987-4107-bb0b-293f1308f5fa" providerId="ADAL" clId="{1E082B23-4448-4FD3-8148-422664DD8D95}" dt="2026-06-29T05:40:51.208" v="15" actId="47"/>
        <pc:sldMkLst>
          <pc:docMk/>
          <pc:sldMk cId="0" sldId="268"/>
        </pc:sldMkLst>
      </pc:sldChg>
      <pc:sldChg chg="del">
        <pc:chgData name="Kishan, Swaroop (Partner)" userId="4074533e-e987-4107-bb0b-293f1308f5fa" providerId="ADAL" clId="{1E082B23-4448-4FD3-8148-422664DD8D95}" dt="2026-06-29T05:40:51.984" v="16" actId="47"/>
        <pc:sldMkLst>
          <pc:docMk/>
          <pc:sldMk cId="0" sldId="269"/>
        </pc:sldMkLst>
      </pc:sldChg>
      <pc:sldChg chg="del">
        <pc:chgData name="Kishan, Swaroop (Partner)" userId="4074533e-e987-4107-bb0b-293f1308f5fa" providerId="ADAL" clId="{1E082B23-4448-4FD3-8148-422664DD8D95}" dt="2026-06-29T05:40:53.155" v="17" actId="47"/>
        <pc:sldMkLst>
          <pc:docMk/>
          <pc:sldMk cId="0" sldId="270"/>
        </pc:sldMkLst>
      </pc:sldChg>
      <pc:sldChg chg="del">
        <pc:chgData name="Kishan, Swaroop (Partner)" userId="4074533e-e987-4107-bb0b-293f1308f5fa" providerId="ADAL" clId="{1E082B23-4448-4FD3-8148-422664DD8D95}" dt="2026-06-29T05:40:53.860" v="18" actId="47"/>
        <pc:sldMkLst>
          <pc:docMk/>
          <pc:sldMk cId="0" sldId="271"/>
        </pc:sldMkLst>
      </pc:sldChg>
      <pc:sldChg chg="del">
        <pc:chgData name="Kishan, Swaroop (Partner)" userId="4074533e-e987-4107-bb0b-293f1308f5fa" providerId="ADAL" clId="{1E082B23-4448-4FD3-8148-422664DD8D95}" dt="2026-06-29T05:40:36.796" v="0" actId="47"/>
        <pc:sldMkLst>
          <pc:docMk/>
          <pc:sldMk cId="0" sldId="273"/>
        </pc:sldMkLst>
      </pc:sldChg>
      <pc:sldChg chg="del">
        <pc:chgData name="Kishan, Swaroop (Partner)" userId="4074533e-e987-4107-bb0b-293f1308f5fa" providerId="ADAL" clId="{1E082B23-4448-4FD3-8148-422664DD8D95}" dt="2026-06-29T05:40:39.156" v="1" actId="47"/>
        <pc:sldMkLst>
          <pc:docMk/>
          <pc:sldMk cId="0" sldId="274"/>
        </pc:sldMkLst>
      </pc:sldChg>
      <pc:sldChg chg="del">
        <pc:chgData name="Kishan, Swaroop (Partner)" userId="4074533e-e987-4107-bb0b-293f1308f5fa" providerId="ADAL" clId="{1E082B23-4448-4FD3-8148-422664DD8D95}" dt="2026-06-29T05:40:40.914" v="2" actId="47"/>
        <pc:sldMkLst>
          <pc:docMk/>
          <pc:sldMk cId="0" sldId="275"/>
        </pc:sldMkLst>
      </pc:sldChg>
      <pc:sldMasterChg chg="delSldLayout">
        <pc:chgData name="Kishan, Swaroop (Partner)" userId="4074533e-e987-4107-bb0b-293f1308f5fa" providerId="ADAL" clId="{1E082B23-4448-4FD3-8148-422664DD8D95}" dt="2026-06-29T05:40:53.860" v="18" actId="47"/>
        <pc:sldMasterMkLst>
          <pc:docMk/>
          <pc:sldMasterMk cId="0" sldId="2147483715"/>
        </pc:sldMasterMkLst>
        <pc:sldLayoutChg chg="del">
          <pc:chgData name="Kishan, Swaroop (Partner)" userId="4074533e-e987-4107-bb0b-293f1308f5fa" providerId="ADAL" clId="{1E082B23-4448-4FD3-8148-422664DD8D95}" dt="2026-06-29T05:40:45.106" v="3" actId="47"/>
          <pc:sldLayoutMkLst>
            <pc:docMk/>
            <pc:sldMasterMk cId="0" sldId="2147483715"/>
            <pc:sldLayoutMk cId="0" sldId="2147483648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53.155" v="17" actId="47"/>
          <pc:sldLayoutMkLst>
            <pc:docMk/>
            <pc:sldMasterMk cId="0" sldId="2147483715"/>
            <pc:sldLayoutMk cId="0" sldId="2147483649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53.860" v="18" actId="47"/>
          <pc:sldLayoutMkLst>
            <pc:docMk/>
            <pc:sldMasterMk cId="0" sldId="2147483715"/>
            <pc:sldLayoutMk cId="0" sldId="2147483650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40.914" v="2" actId="47"/>
          <pc:sldLayoutMkLst>
            <pc:docMk/>
            <pc:sldMasterMk cId="0" sldId="2147483715"/>
            <pc:sldLayoutMk cId="0" sldId="2147483652"/>
          </pc:sldLayoutMkLst>
        </pc:sldLayoutChg>
      </pc:sldMasterChg>
      <pc:sldMasterChg chg="del delSldLayout">
        <pc:chgData name="Kishan, Swaroop (Partner)" userId="4074533e-e987-4107-bb0b-293f1308f5fa" providerId="ADAL" clId="{1E082B23-4448-4FD3-8148-422664DD8D95}" dt="2026-06-29T05:40:39.156" v="1" actId="47"/>
        <pc:sldMasterMkLst>
          <pc:docMk/>
          <pc:sldMasterMk cId="0" sldId="2147483716"/>
        </pc:sldMasterMkLst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82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83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84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85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86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87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88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89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0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1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2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3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4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5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6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7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8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699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0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1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2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3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4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5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6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7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8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09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10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11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12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13"/>
          </pc:sldLayoutMkLst>
        </pc:sldLayoutChg>
        <pc:sldLayoutChg chg="del">
          <pc:chgData name="Kishan, Swaroop (Partner)" userId="4074533e-e987-4107-bb0b-293f1308f5fa" providerId="ADAL" clId="{1E082B23-4448-4FD3-8148-422664DD8D95}" dt="2026-06-29T05:40:39.156" v="1" actId="47"/>
          <pc:sldLayoutMkLst>
            <pc:docMk/>
            <pc:sldMasterMk cId="0" sldId="2147483716"/>
            <pc:sldLayoutMk cId="0" sldId="214748371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70750" y="698175"/>
            <a:ext cx="4682300" cy="3490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2300" y="4421800"/>
            <a:ext cx="5618475" cy="41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8" name="Google Shape;928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white (vertical logo)">
  <p:cSld name="Title slide - white (vertical logo)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670561" y="5954759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70561" y="5702473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3"/>
          </p:nvPr>
        </p:nvSpPr>
        <p:spPr>
          <a:xfrm>
            <a:off x="670561" y="5450188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4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4267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5"/>
          </p:nvPr>
        </p:nvSpPr>
        <p:spPr>
          <a:xfrm>
            <a:off x="670560" y="2353056"/>
            <a:ext cx="804672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36" name="Google Shape;36;p7" descr="A blue and black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03036" y="377496"/>
            <a:ext cx="1122323" cy="61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light blue (vertical logo)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670561" y="5954759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670561" y="5702473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70561" y="5450188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70560" y="2743200"/>
            <a:ext cx="804672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4267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5"/>
          </p:nvPr>
        </p:nvSpPr>
        <p:spPr>
          <a:xfrm>
            <a:off x="670560" y="2353056"/>
            <a:ext cx="804672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43" name="Google Shape;43;p8" descr="A blue and black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03036" y="377496"/>
            <a:ext cx="1122323" cy="61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blue">
  <p:cSld name="Title slide - blue">
    <p:bg>
      <p:bgPr>
        <a:solidFill>
          <a:srgbClr val="0B5ED7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670561" y="5955351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70561" y="5703065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3"/>
          </p:nvPr>
        </p:nvSpPr>
        <p:spPr>
          <a:xfrm>
            <a:off x="670561" y="5450780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4"/>
          </p:nvPr>
        </p:nvSpPr>
        <p:spPr>
          <a:xfrm>
            <a:off x="670560" y="3657619"/>
            <a:ext cx="804672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42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5"/>
          </p:nvPr>
        </p:nvSpPr>
        <p:spPr>
          <a:xfrm>
            <a:off x="670560" y="3235667"/>
            <a:ext cx="804672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50" name="Google Shape;50;p9" descr="A blue lette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4191" y="659401"/>
            <a:ext cx="10883616" cy="1998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white">
  <p:cSld name="Title slide - white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670561" y="5954759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2"/>
          </p:nvPr>
        </p:nvSpPr>
        <p:spPr>
          <a:xfrm>
            <a:off x="670561" y="5702473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3"/>
          </p:nvPr>
        </p:nvSpPr>
        <p:spPr>
          <a:xfrm>
            <a:off x="670561" y="5450188"/>
            <a:ext cx="57302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4"/>
          </p:nvPr>
        </p:nvSpPr>
        <p:spPr>
          <a:xfrm>
            <a:off x="670560" y="3657600"/>
            <a:ext cx="806704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4267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5"/>
          </p:nvPr>
        </p:nvSpPr>
        <p:spPr>
          <a:xfrm>
            <a:off x="670560" y="3230880"/>
            <a:ext cx="804672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57" name="Google Shape;57;p10" descr="A blue lette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4191" y="659401"/>
            <a:ext cx="10883616" cy="1998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: 1/3 logo blue">
  <p:cSld name="Title slide: 1/3 logo blue">
    <p:bg>
      <p:bgPr>
        <a:solidFill>
          <a:schemeClr val="dk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>
            <a:spLocks noGrp="1"/>
          </p:cNvSpPr>
          <p:nvPr>
            <p:ph type="pic" idx="2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670560" y="5950987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3"/>
          </p:nvPr>
        </p:nvSpPr>
        <p:spPr>
          <a:xfrm>
            <a:off x="670560" y="5700405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4"/>
          </p:nvPr>
        </p:nvSpPr>
        <p:spPr>
          <a:xfrm>
            <a:off x="670560" y="5449824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5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42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6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11" descr="A blue lette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200" y="658369"/>
            <a:ext cx="4145280" cy="761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: 1/3 logo white">
  <p:cSld name="Title slide: 1/3 logo white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670560" y="5949696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3"/>
          </p:nvPr>
        </p:nvSpPr>
        <p:spPr>
          <a:xfrm>
            <a:off x="670560" y="5699760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4"/>
          </p:nvPr>
        </p:nvSpPr>
        <p:spPr>
          <a:xfrm>
            <a:off x="670560" y="5449824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5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4267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6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73" name="Google Shape;73;p12" descr="A blue lette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200" y="658369"/>
            <a:ext cx="4145280" cy="761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: 1/3 logo light blue">
  <p:cSld name="Title slide: 1/3 logo light blue">
    <p:bg>
      <p:bgPr>
        <a:solidFill>
          <a:srgbClr val="BDF0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>
            <a:spLocks noGrp="1"/>
          </p:cNvSpPr>
          <p:nvPr>
            <p:ph type="pic" idx="2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670560" y="5949696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3"/>
          </p:nvPr>
        </p:nvSpPr>
        <p:spPr>
          <a:xfrm>
            <a:off x="670560" y="5699760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4"/>
          </p:nvPr>
        </p:nvSpPr>
        <p:spPr>
          <a:xfrm>
            <a:off x="670560" y="5449824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body" idx="5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4267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6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81" name="Google Shape;81;p13" descr="A blue lette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200" y="658369"/>
            <a:ext cx="4145280" cy="761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: 1/3 logo dark blue">
  <p:cSld name="Title slide: 1/3 logo dark blue">
    <p:bg>
      <p:bgPr>
        <a:solidFill>
          <a:srgbClr val="00126E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>
            <a:spLocks noGrp="1"/>
          </p:cNvSpPr>
          <p:nvPr>
            <p:ph type="pic" idx="2"/>
          </p:nvPr>
        </p:nvSpPr>
        <p:spPr>
          <a:xfrm>
            <a:off x="5413248" y="0"/>
            <a:ext cx="6778752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670560" y="5949696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670560" y="5699760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0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70560" y="5449824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chemeClr val="lt1"/>
                </a:solidFill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5"/>
          </p:nvPr>
        </p:nvSpPr>
        <p:spPr>
          <a:xfrm>
            <a:off x="670560" y="2743202"/>
            <a:ext cx="414528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42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body" idx="6"/>
          </p:nvPr>
        </p:nvSpPr>
        <p:spPr>
          <a:xfrm>
            <a:off x="670560" y="2353056"/>
            <a:ext cx="41452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89" name="Google Shape;89;p14" descr="A blue lette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200" y="658369"/>
            <a:ext cx="4145280" cy="761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nd 1/2 image">
  <p:cSld name="Agenda and 1/2 image">
    <p:bg>
      <p:bgPr>
        <a:solidFill>
          <a:schemeClr val="dk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" name="Google Shape;92;p15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48768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669472" y="2452377"/>
            <a:ext cx="4876373" cy="380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1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  <a:defRPr>
                <a:solidFill>
                  <a:schemeClr val="lt1"/>
                </a:solidFill>
              </a:defRPr>
            </a:lvl1pPr>
            <a:lvl2pPr marL="914400" lvl="1" indent="-31751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1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1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1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  <a:defRPr>
                <a:solidFill>
                  <a:schemeClr val="lt1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670985" y="1299361"/>
            <a:ext cx="4876375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F0FF"/>
              </a:buClr>
              <a:buSzPts val="3200"/>
              <a:buFont typeface="Calibri"/>
              <a:buNone/>
              <a:defRPr sz="3200">
                <a:solidFill>
                  <a:srgbClr val="BDF0FF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3"/>
          </p:nvPr>
        </p:nvSpPr>
        <p:spPr>
          <a:xfrm>
            <a:off x="669472" y="817929"/>
            <a:ext cx="2987040" cy="28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rgbClr val="BDF0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chemeClr val="lt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chemeClr val="lt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chemeClr val="lt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chemeClr val="lt2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4"/>
          </p:nvPr>
        </p:nvSpPr>
        <p:spPr>
          <a:xfrm>
            <a:off x="669472" y="498539"/>
            <a:ext cx="2987040" cy="28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rgbClr val="BDF0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chemeClr val="lt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chemeClr val="lt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chemeClr val="lt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alibri"/>
              <a:buNone/>
              <a:defRPr sz="1867" b="1">
                <a:solidFill>
                  <a:schemeClr val="lt2"/>
                </a:solidFill>
              </a:defRPr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blue (with image)">
  <p:cSld name="Divider - blue (with image)">
    <p:bg>
      <p:bgPr>
        <a:solidFill>
          <a:schemeClr val="dk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8425500" y="6571488"/>
            <a:ext cx="21600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2024 Koninklijke Philips N.V. All rights reserved.</a:t>
            </a:r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ftr" idx="11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6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pic>
        <p:nvPicPr>
          <p:cNvPr id="104" name="Google Shape;10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white (with image)">
  <p:cSld name="Divider - white (with image)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ftr" idx="11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7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light blue (with image)">
  <p:cSld name="Divider - light blue (with image)">
    <p:bg>
      <p:bgPr>
        <a:solidFill>
          <a:schemeClr val="l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ftr" idx="11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6766560" y="2950469"/>
            <a:ext cx="4239328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8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dark blue (with image)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8425500" y="6571488"/>
            <a:ext cx="21600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2024 Koninklijke Philips N.V. All rights reserved.</a:t>
            </a:r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ftr" idx="11"/>
          </p:nvPr>
        </p:nvSpPr>
        <p:spPr>
          <a:xfrm>
            <a:off x="6766560" y="6571488"/>
            <a:ext cx="1219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6764575" y="2949578"/>
            <a:ext cx="4239328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9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blue">
  <p:cSld name="Divider - blue">
    <p:bg>
      <p:bgPr>
        <a:solidFill>
          <a:schemeClr val="dk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8425500" y="6571488"/>
            <a:ext cx="21600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2024 Koninklijke Philips N.V. All rights reserved.</a:t>
            </a:r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670558" y="2197895"/>
            <a:ext cx="10850881" cy="246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white">
  <p:cSld name="Divider - white"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6E"/>
              </a:buClr>
              <a:buSzPts val="4800"/>
              <a:buFont typeface="Calibri"/>
              <a:buNone/>
              <a:defRPr sz="4800">
                <a:solidFill>
                  <a:srgbClr val="00126E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light blue">
  <p:cSld name="Divider - light blue">
    <p:bg>
      <p:bgPr>
        <a:solidFill>
          <a:schemeClr val="lt2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26E"/>
              </a:buClr>
              <a:buSzPts val="4800"/>
              <a:buFont typeface="Calibri"/>
              <a:buNone/>
              <a:defRPr sz="4800">
                <a:solidFill>
                  <a:srgbClr val="00126E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body" idx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- dark blue">
  <p:cSld name="Divider - dark blue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/>
        </p:nvSpPr>
        <p:spPr>
          <a:xfrm>
            <a:off x="8425500" y="6571488"/>
            <a:ext cx="21600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2024 Koninklijke Philips N.V. All rights reserved.</a:t>
            </a:r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670559" y="2197895"/>
            <a:ext cx="10850880" cy="246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670560" y="501652"/>
            <a:ext cx="54254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600" b="1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blue">
  <p:cSld name="Title only - blue">
    <p:bg>
      <p:bgPr>
        <a:solidFill>
          <a:schemeClr val="dk2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/>
        </p:nvSpPr>
        <p:spPr>
          <a:xfrm>
            <a:off x="8425500" y="6571488"/>
            <a:ext cx="21600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2024 Koninklijke Philips N.V. All rights reserved.</a:t>
            </a:r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670984" y="499873"/>
            <a:ext cx="10850880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light blue">
  <p:cSld name="Title only - light blue">
    <p:bg>
      <p:bgPr>
        <a:solidFill>
          <a:schemeClr val="lt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670984" y="501655"/>
            <a:ext cx="10850880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dark blue">
  <p:cSld name="Title only - dark blue">
    <p:bg>
      <p:bgPr>
        <a:solidFill>
          <a:schemeClr val="accen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/>
        </p:nvSpPr>
        <p:spPr>
          <a:xfrm>
            <a:off x="8425500" y="6571488"/>
            <a:ext cx="21600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2024 Koninklijke Philips N.V. All rights reserved.</a:t>
            </a:r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670984" y="501655"/>
            <a:ext cx="10850880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body" idx="1"/>
          </p:nvPr>
        </p:nvSpPr>
        <p:spPr>
          <a:xfrm>
            <a:off x="6427111" y="1615017"/>
            <a:ext cx="5098141" cy="4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2"/>
          </p:nvPr>
        </p:nvSpPr>
        <p:spPr>
          <a:xfrm>
            <a:off x="666751" y="1615017"/>
            <a:ext cx="5098141" cy="4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title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body" idx="1"/>
          </p:nvPr>
        </p:nvSpPr>
        <p:spPr>
          <a:xfrm>
            <a:off x="8350148" y="1615017"/>
            <a:ext cx="3172803" cy="4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body" idx="2"/>
          </p:nvPr>
        </p:nvSpPr>
        <p:spPr>
          <a:xfrm>
            <a:off x="4503317" y="1615017"/>
            <a:ext cx="3172803" cy="4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3"/>
          </p:nvPr>
        </p:nvSpPr>
        <p:spPr>
          <a:xfrm>
            <a:off x="666751" y="1615017"/>
            <a:ext cx="3172803" cy="4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title"/>
          </p:nvPr>
        </p:nvSpPr>
        <p:spPr>
          <a:xfrm>
            <a:off x="672071" y="501655"/>
            <a:ext cx="10850880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mall - image right">
  <p:cSld name="Content small - image righ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>
            <a:spLocks noGrp="1"/>
          </p:cNvSpPr>
          <p:nvPr>
            <p:ph type="pic" idx="2"/>
          </p:nvPr>
        </p:nvSpPr>
        <p:spPr>
          <a:xfrm>
            <a:off x="4337573" y="0"/>
            <a:ext cx="7851648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29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1"/>
          </p:nvPr>
        </p:nvSpPr>
        <p:spPr>
          <a:xfrm>
            <a:off x="666751" y="1615017"/>
            <a:ext cx="3172803" cy="4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title"/>
          </p:nvPr>
        </p:nvSpPr>
        <p:spPr>
          <a:xfrm>
            <a:off x="670560" y="501656"/>
            <a:ext cx="3169920" cy="963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mall - image left">
  <p:cSld name="Content small - image lef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body" idx="1"/>
          </p:nvPr>
        </p:nvSpPr>
        <p:spPr>
          <a:xfrm>
            <a:off x="8350148" y="1615017"/>
            <a:ext cx="3172803" cy="4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432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title"/>
          </p:nvPr>
        </p:nvSpPr>
        <p:spPr>
          <a:xfrm>
            <a:off x="8346865" y="501656"/>
            <a:ext cx="3169920" cy="963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30"/>
          <p:cNvSpPr>
            <a:spLocks noGrp="1"/>
          </p:cNvSpPr>
          <p:nvPr>
            <p:ph type="pic" idx="2"/>
          </p:nvPr>
        </p:nvSpPr>
        <p:spPr>
          <a:xfrm>
            <a:off x="0" y="0"/>
            <a:ext cx="7854427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bleed image">
  <p:cSld name="Full bleed image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9" name="Google Shape;189;p31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316992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oter only">
  <p:cSld name="Footer onl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2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800" b="0" i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- blue">
  <p:cSld name="Thank you - blue">
    <p:bg>
      <p:bgPr>
        <a:solidFill>
          <a:schemeClr val="dk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3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p33" descr="A blue lette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27579" y="527228"/>
            <a:ext cx="1536836" cy="28001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3"/>
          <p:cNvSpPr txBox="1"/>
          <p:nvPr/>
        </p:nvSpPr>
        <p:spPr>
          <a:xfrm>
            <a:off x="2705264" y="2444115"/>
            <a:ext cx="678147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Calibri"/>
              <a:buNone/>
            </a:pPr>
            <a:r>
              <a:rPr lang="en-US" sz="12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- white">
  <p:cSld name="Thank you - white"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34" descr="A blue letter on a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27579" y="527228"/>
            <a:ext cx="1536836" cy="28001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4"/>
          <p:cNvSpPr txBox="1"/>
          <p:nvPr/>
        </p:nvSpPr>
        <p:spPr>
          <a:xfrm>
            <a:off x="2705265" y="2444115"/>
            <a:ext cx="678147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5ED7"/>
              </a:buClr>
              <a:buSzPts val="9600"/>
              <a:buFont typeface="Calibri"/>
              <a:buNone/>
            </a:pPr>
            <a:r>
              <a:rPr lang="en-US" sz="12800" b="0" i="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 - white">
  <p:cSld name="End slide - whi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8425500" y="6571488"/>
            <a:ext cx="21600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© 2024 Koninklijke Philips N.V. All rights reserved.</a:t>
            </a: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ftr" idx="11"/>
          </p:nvPr>
        </p:nvSpPr>
        <p:spPr>
          <a:xfrm>
            <a:off x="670559" y="6571488"/>
            <a:ext cx="7315200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42831" y="6571488"/>
            <a:ext cx="266631" cy="12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673099" y="1615017"/>
            <a:ext cx="10843687" cy="4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1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16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16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16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16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16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16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16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16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libri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70986" y="501655"/>
            <a:ext cx="10843687" cy="95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11025241" y="6516147"/>
            <a:ext cx="865632" cy="1577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12">
          <p15:clr>
            <a:srgbClr val="A4A3A4"/>
          </p15:clr>
        </p15:guide>
        <p15:guide id="2" orient="horz" pos="228">
          <p15:clr>
            <a:srgbClr val="A4A3A4"/>
          </p15:clr>
        </p15:guide>
        <p15:guide id="3" orient="horz" pos="2964">
          <p15:clr>
            <a:srgbClr val="A4A3A4"/>
          </p15:clr>
        </p15:guide>
        <p15:guide id="4" orient="horz" pos="1620">
          <p15:clr>
            <a:srgbClr val="F26B43"/>
          </p15:clr>
        </p15:guide>
        <p15:guide id="5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6"/>
          <p:cNvSpPr/>
          <p:nvPr/>
        </p:nvSpPr>
        <p:spPr>
          <a:xfrm>
            <a:off x="548640" y="320040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Scaling AI Across Group Sustainability</a:t>
            </a:r>
            <a:endParaRPr/>
          </a:p>
        </p:txBody>
      </p:sp>
      <p:sp>
        <p:nvSpPr>
          <p:cNvPr id="932" name="Google Shape;932;p86"/>
          <p:cNvSpPr/>
          <p:nvPr/>
        </p:nvSpPr>
        <p:spPr>
          <a:xfrm>
            <a:off x="548640" y="786384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>
                <a:solidFill>
                  <a:srgbClr val="0057B8"/>
                </a:solidFill>
                <a:latin typeface="Arial"/>
                <a:ea typeface="Arial"/>
                <a:cs typeface="Arial"/>
                <a:sym typeface="Arial"/>
              </a:rPr>
              <a:t>Current and next-wave AI priorities to improve compliance productivity, strengthen commercial support, and reduce reporting effort.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86"/>
          <p:cNvSpPr/>
          <p:nvPr/>
        </p:nvSpPr>
        <p:spPr>
          <a:xfrm>
            <a:off x="548640" y="1115568"/>
            <a:ext cx="10893552" cy="566928"/>
          </a:xfrm>
          <a:prstGeom prst="roundRect">
            <a:avLst>
              <a:gd name="adj" fmla="val 9677"/>
            </a:avLst>
          </a:prstGeom>
          <a:solidFill>
            <a:srgbClr val="F5F8FC"/>
          </a:solidFill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86"/>
          <p:cNvSpPr/>
          <p:nvPr/>
        </p:nvSpPr>
        <p:spPr>
          <a:xfrm>
            <a:off x="749808" y="1271016"/>
            <a:ext cx="10652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Group Sustainability is moving from isolated AI use cases to a focused portfolio with clear ownership, practical value, and defined scaling priorities.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86"/>
          <p:cNvSpPr/>
          <p:nvPr/>
        </p:nvSpPr>
        <p:spPr>
          <a:xfrm>
            <a:off x="365760" y="1874520"/>
            <a:ext cx="2212848" cy="440740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86"/>
          <p:cNvSpPr/>
          <p:nvPr/>
        </p:nvSpPr>
        <p:spPr>
          <a:xfrm>
            <a:off x="365760" y="1874520"/>
            <a:ext cx="2212848" cy="603504"/>
          </a:xfrm>
          <a:prstGeom prst="rect">
            <a:avLst/>
          </a:prstGeom>
          <a:solidFill>
            <a:srgbClr val="0A66D8"/>
          </a:solidFill>
          <a:ln w="12700" cap="flat" cmpd="sng">
            <a:solidFill>
              <a:srgbClr val="0A66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86"/>
          <p:cNvSpPr/>
          <p:nvPr/>
        </p:nvSpPr>
        <p:spPr>
          <a:xfrm>
            <a:off x="475488" y="1984248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 AI Capability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Adoption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86"/>
          <p:cNvSpPr/>
          <p:nvPr/>
        </p:nvSpPr>
        <p:spPr>
          <a:xfrm>
            <a:off x="512064" y="258775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86"/>
          <p:cNvSpPr/>
          <p:nvPr/>
        </p:nvSpPr>
        <p:spPr>
          <a:xfrm>
            <a:off x="987552" y="2569465"/>
            <a:ext cx="1463040" cy="664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Role-based AI learning path in development to be deployed across GSO roles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86"/>
          <p:cNvSpPr/>
          <p:nvPr/>
        </p:nvSpPr>
        <p:spPr>
          <a:xfrm>
            <a:off x="512064" y="34838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86"/>
          <p:cNvSpPr/>
          <p:nvPr/>
        </p:nvSpPr>
        <p:spPr>
          <a:xfrm>
            <a:off x="987552" y="3465576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Community of practice launched to share use cases and adoption lessons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86"/>
          <p:cNvSpPr/>
          <p:nvPr/>
        </p:nvSpPr>
        <p:spPr>
          <a:xfrm>
            <a:off x="512064" y="442569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86"/>
          <p:cNvSpPr/>
          <p:nvPr/>
        </p:nvSpPr>
        <p:spPr>
          <a:xfrm>
            <a:off x="987552" y="4407408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 value funnel and champion network to prioritize and scale high-value use cases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4" name="Google Shape;944;p86"/>
          <p:cNvCxnSpPr/>
          <p:nvPr/>
        </p:nvCxnSpPr>
        <p:spPr>
          <a:xfrm>
            <a:off x="512064" y="5678424"/>
            <a:ext cx="1920240" cy="0"/>
          </a:xfrm>
          <a:prstGeom prst="straightConnector1">
            <a:avLst/>
          </a:prstGeom>
          <a:noFill/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5" name="Google Shape;945;p86"/>
          <p:cNvSpPr/>
          <p:nvPr/>
        </p:nvSpPr>
        <p:spPr>
          <a:xfrm>
            <a:off x="365760" y="5806440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Sponsor: Simon   LT: Marco   Owner: Joao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86"/>
          <p:cNvSpPr/>
          <p:nvPr/>
        </p:nvSpPr>
        <p:spPr>
          <a:xfrm>
            <a:off x="2642616" y="1874520"/>
            <a:ext cx="2212848" cy="440740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86"/>
          <p:cNvSpPr/>
          <p:nvPr/>
        </p:nvSpPr>
        <p:spPr>
          <a:xfrm>
            <a:off x="2642616" y="1874520"/>
            <a:ext cx="2212848" cy="603504"/>
          </a:xfrm>
          <a:prstGeom prst="rect">
            <a:avLst/>
          </a:prstGeom>
          <a:solidFill>
            <a:srgbClr val="0A66D8"/>
          </a:solidFill>
          <a:ln w="12700" cap="flat" cmpd="sng">
            <a:solidFill>
              <a:srgbClr val="0A66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86"/>
          <p:cNvSpPr/>
          <p:nvPr/>
        </p:nvSpPr>
        <p:spPr>
          <a:xfrm>
            <a:off x="2752344" y="1984248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 Supplier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Sustainability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86"/>
          <p:cNvSpPr/>
          <p:nvPr/>
        </p:nvSpPr>
        <p:spPr>
          <a:xfrm>
            <a:off x="2788920" y="258775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86"/>
          <p:cNvSpPr/>
          <p:nvPr/>
        </p:nvSpPr>
        <p:spPr>
          <a:xfrm>
            <a:off x="3264408" y="2569464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 in use to strengthen supplier sustainability risk insights and maturity assessments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86"/>
          <p:cNvSpPr/>
          <p:nvPr/>
        </p:nvSpPr>
        <p:spPr>
          <a:xfrm>
            <a:off x="2788920" y="34838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86"/>
          <p:cNvSpPr/>
          <p:nvPr/>
        </p:nvSpPr>
        <p:spPr>
          <a:xfrm>
            <a:off x="3264408" y="3465576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Supplier risk profiling in deployment through automated public-domain screening </a:t>
            </a:r>
            <a:r>
              <a:rPr lang="en-US" sz="933" i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(Osapiens)</a:t>
            </a:r>
            <a:endParaRPr sz="933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86"/>
          <p:cNvSpPr/>
          <p:nvPr/>
        </p:nvSpPr>
        <p:spPr>
          <a:xfrm>
            <a:off x="2788920" y="442569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86"/>
          <p:cNvSpPr/>
          <p:nvPr/>
        </p:nvSpPr>
        <p:spPr>
          <a:xfrm>
            <a:off x="3264408" y="4407408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 to interpret unstructured supplier data and support improvement actions</a:t>
            </a:r>
            <a:r>
              <a:rPr lang="en-US" sz="933" i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 (Osapiens)</a:t>
            </a:r>
            <a:endParaRPr sz="933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5" name="Google Shape;955;p86"/>
          <p:cNvCxnSpPr/>
          <p:nvPr/>
        </p:nvCxnSpPr>
        <p:spPr>
          <a:xfrm>
            <a:off x="2788920" y="5678424"/>
            <a:ext cx="1920240" cy="0"/>
          </a:xfrm>
          <a:prstGeom prst="straightConnector1">
            <a:avLst/>
          </a:prstGeom>
          <a:noFill/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6" name="Google Shape;956;p86"/>
          <p:cNvSpPr/>
          <p:nvPr/>
        </p:nvSpPr>
        <p:spPr>
          <a:xfrm>
            <a:off x="2642616" y="5806440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Sponsor: Simon   LT: Marco   Owner: Bob / Stef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86"/>
          <p:cNvSpPr/>
          <p:nvPr/>
        </p:nvSpPr>
        <p:spPr>
          <a:xfrm>
            <a:off x="4919472" y="1874520"/>
            <a:ext cx="2212848" cy="440740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86"/>
          <p:cNvSpPr/>
          <p:nvPr/>
        </p:nvSpPr>
        <p:spPr>
          <a:xfrm>
            <a:off x="4919472" y="1874520"/>
            <a:ext cx="2212848" cy="603504"/>
          </a:xfrm>
          <a:prstGeom prst="rect">
            <a:avLst/>
          </a:prstGeom>
          <a:solidFill>
            <a:srgbClr val="0A66D8"/>
          </a:solidFill>
          <a:ln w="12700" cap="flat" cmpd="sng">
            <a:solidFill>
              <a:srgbClr val="0A66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86"/>
          <p:cNvSpPr/>
          <p:nvPr/>
        </p:nvSpPr>
        <p:spPr>
          <a:xfrm>
            <a:off x="5029200" y="1984248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 Regulatory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Compliance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86"/>
          <p:cNvSpPr/>
          <p:nvPr/>
        </p:nvSpPr>
        <p:spPr>
          <a:xfrm>
            <a:off x="5065776" y="258775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86"/>
          <p:cNvSpPr/>
          <p:nvPr/>
        </p:nvSpPr>
        <p:spPr>
          <a:xfrm>
            <a:off x="5541264" y="2569465"/>
            <a:ext cx="1463040" cy="664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 in use to triage 2,000+ sustainability regulations annually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86"/>
          <p:cNvSpPr/>
          <p:nvPr/>
        </p:nvSpPr>
        <p:spPr>
          <a:xfrm>
            <a:off x="5065776" y="34838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86"/>
          <p:cNvSpPr/>
          <p:nvPr/>
        </p:nvSpPr>
        <p:spPr>
          <a:xfrm>
            <a:off x="5541264" y="3465577"/>
            <a:ext cx="1463040" cy="664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 support expanding for faster interpretation and more consistent guidance to B/R/F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86"/>
          <p:cNvSpPr/>
          <p:nvPr/>
        </p:nvSpPr>
        <p:spPr>
          <a:xfrm>
            <a:off x="5065776" y="442569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86"/>
          <p:cNvSpPr/>
          <p:nvPr/>
        </p:nvSpPr>
        <p:spPr>
          <a:xfrm>
            <a:off x="5541264" y="4407408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AI-enabled monitoring of sustainability requirements in QMS and audit processes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6" name="Google Shape;966;p86"/>
          <p:cNvCxnSpPr/>
          <p:nvPr/>
        </p:nvCxnSpPr>
        <p:spPr>
          <a:xfrm>
            <a:off x="5065776" y="5678424"/>
            <a:ext cx="1920240" cy="0"/>
          </a:xfrm>
          <a:prstGeom prst="straightConnector1">
            <a:avLst/>
          </a:prstGeom>
          <a:noFill/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7" name="Google Shape;967;p86"/>
          <p:cNvSpPr/>
          <p:nvPr/>
        </p:nvSpPr>
        <p:spPr>
          <a:xfrm>
            <a:off x="4919472" y="5806440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Sponsor: Simon   LT: Marco   Owner: Joao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86"/>
          <p:cNvSpPr/>
          <p:nvPr/>
        </p:nvSpPr>
        <p:spPr>
          <a:xfrm>
            <a:off x="7196328" y="1874520"/>
            <a:ext cx="2212848" cy="440740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86"/>
          <p:cNvSpPr/>
          <p:nvPr/>
        </p:nvSpPr>
        <p:spPr>
          <a:xfrm>
            <a:off x="7196328" y="1874520"/>
            <a:ext cx="2212848" cy="603504"/>
          </a:xfrm>
          <a:prstGeom prst="rect">
            <a:avLst/>
          </a:prstGeom>
          <a:solidFill>
            <a:srgbClr val="0A66D8"/>
          </a:solidFill>
          <a:ln w="12700" cap="flat" cmpd="sng">
            <a:solidFill>
              <a:srgbClr val="0A66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86"/>
          <p:cNvSpPr/>
          <p:nvPr/>
        </p:nvSpPr>
        <p:spPr>
          <a:xfrm>
            <a:off x="7306056" y="1984248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 Business &amp; Markets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86"/>
          <p:cNvSpPr/>
          <p:nvPr/>
        </p:nvSpPr>
        <p:spPr>
          <a:xfrm>
            <a:off x="7342632" y="258775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86"/>
          <p:cNvSpPr/>
          <p:nvPr/>
        </p:nvSpPr>
        <p:spPr>
          <a:xfrm>
            <a:off x="7818120" y="2569464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Tender Assistant in deployment to support 150+ sales back-office teams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86"/>
          <p:cNvSpPr/>
          <p:nvPr/>
        </p:nvSpPr>
        <p:spPr>
          <a:xfrm>
            <a:off x="7342632" y="34838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86"/>
          <p:cNvSpPr/>
          <p:nvPr/>
        </p:nvSpPr>
        <p:spPr>
          <a:xfrm>
            <a:off x="7818120" y="3465576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Workflow simplification reducing manual coordination and freeing expert capacity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86"/>
          <p:cNvSpPr/>
          <p:nvPr/>
        </p:nvSpPr>
        <p:spPr>
          <a:xfrm>
            <a:off x="7342632" y="442569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86"/>
          <p:cNvSpPr/>
          <p:nvPr/>
        </p:nvSpPr>
        <p:spPr>
          <a:xfrm>
            <a:off x="7818120" y="4407409"/>
            <a:ext cx="1463040" cy="664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Scale AI support across regions and priority tenders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7" name="Google Shape;977;p86"/>
          <p:cNvCxnSpPr/>
          <p:nvPr/>
        </p:nvCxnSpPr>
        <p:spPr>
          <a:xfrm>
            <a:off x="7342632" y="5678424"/>
            <a:ext cx="1920240" cy="0"/>
          </a:xfrm>
          <a:prstGeom prst="straightConnector1">
            <a:avLst/>
          </a:prstGeom>
          <a:noFill/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8" name="Google Shape;978;p86"/>
          <p:cNvSpPr/>
          <p:nvPr/>
        </p:nvSpPr>
        <p:spPr>
          <a:xfrm>
            <a:off x="7196328" y="5806440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Sponsor: Simon   LT: Olesya   Owner: Jessica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86"/>
          <p:cNvSpPr/>
          <p:nvPr/>
        </p:nvSpPr>
        <p:spPr>
          <a:xfrm>
            <a:off x="9473184" y="1874520"/>
            <a:ext cx="2212848" cy="440740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86"/>
          <p:cNvSpPr/>
          <p:nvPr/>
        </p:nvSpPr>
        <p:spPr>
          <a:xfrm>
            <a:off x="9473184" y="1874520"/>
            <a:ext cx="2212848" cy="603504"/>
          </a:xfrm>
          <a:prstGeom prst="rect">
            <a:avLst/>
          </a:prstGeom>
          <a:solidFill>
            <a:srgbClr val="0A66D8"/>
          </a:solidFill>
          <a:ln w="12700" cap="flat" cmpd="sng">
            <a:solidFill>
              <a:srgbClr val="0A66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86"/>
          <p:cNvSpPr/>
          <p:nvPr/>
        </p:nvSpPr>
        <p:spPr>
          <a:xfrm>
            <a:off x="9582912" y="1984248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 Reporting &amp;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86"/>
          <p:cNvSpPr/>
          <p:nvPr/>
        </p:nvSpPr>
        <p:spPr>
          <a:xfrm>
            <a:off x="9619488" y="258775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86"/>
          <p:cNvSpPr/>
          <p:nvPr/>
        </p:nvSpPr>
        <p:spPr>
          <a:xfrm>
            <a:off x="10094976" y="2569465"/>
            <a:ext cx="1463040" cy="664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 used to support Double Materiality Assessment activities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86"/>
          <p:cNvSpPr/>
          <p:nvPr/>
        </p:nvSpPr>
        <p:spPr>
          <a:xfrm>
            <a:off x="9619488" y="34838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F9D58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86"/>
          <p:cNvSpPr/>
          <p:nvPr/>
        </p:nvSpPr>
        <p:spPr>
          <a:xfrm>
            <a:off x="10094976" y="3465577"/>
            <a:ext cx="1463040" cy="664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AI-enabled invoice data capture expanding across manufacturing sites </a:t>
            </a:r>
            <a:r>
              <a:rPr lang="en-US" sz="933" i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(GLYNT.ai)</a:t>
            </a:r>
            <a:endParaRPr sz="933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86"/>
          <p:cNvSpPr/>
          <p:nvPr/>
        </p:nvSpPr>
        <p:spPr>
          <a:xfrm>
            <a:off x="9619488" y="442569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86"/>
          <p:cNvSpPr/>
          <p:nvPr/>
        </p:nvSpPr>
        <p:spPr>
          <a:xfrm>
            <a:off x="10094976" y="4407408"/>
            <a:ext cx="1463040" cy="7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rPr>
              <a:t>AI support planned for disclosure workflows, including CDP and selected DJSI steps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8" name="Google Shape;988;p86"/>
          <p:cNvCxnSpPr/>
          <p:nvPr/>
        </p:nvCxnSpPr>
        <p:spPr>
          <a:xfrm>
            <a:off x="9619488" y="5678424"/>
            <a:ext cx="1920240" cy="0"/>
          </a:xfrm>
          <a:prstGeom prst="straightConnector1">
            <a:avLst/>
          </a:prstGeom>
          <a:noFill/>
          <a:ln w="12700" cap="flat" cmpd="sng">
            <a:solidFill>
              <a:srgbClr val="D9E2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9" name="Google Shape;989;p86"/>
          <p:cNvSpPr/>
          <p:nvPr/>
        </p:nvSpPr>
        <p:spPr>
          <a:xfrm>
            <a:off x="9473184" y="5806440"/>
            <a:ext cx="22128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Sponsor: Simon   LT: Simon   Owner: Siebe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86"/>
          <p:cNvSpPr/>
          <p:nvPr/>
        </p:nvSpPr>
        <p:spPr>
          <a:xfrm>
            <a:off x="365760" y="6419088"/>
            <a:ext cx="11320272" cy="248157"/>
          </a:xfrm>
          <a:prstGeom prst="roundRect">
            <a:avLst>
              <a:gd name="adj" fmla="val 14286"/>
            </a:avLst>
          </a:prstGeom>
          <a:solidFill>
            <a:srgbClr val="0057B8"/>
          </a:solidFill>
          <a:ln w="12700" cap="flat" cmpd="sng">
            <a:solidFill>
              <a:srgbClr val="0057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86"/>
          <p:cNvSpPr/>
          <p:nvPr/>
        </p:nvSpPr>
        <p:spPr>
          <a:xfrm>
            <a:off x="822960" y="6469380"/>
            <a:ext cx="105156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1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focus: scale proven use cases, standardize capability, and prioritize measurable impact.</a:t>
            </a:r>
            <a:endParaRPr sz="95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86"/>
          <p:cNvSpPr txBox="1"/>
          <p:nvPr/>
        </p:nvSpPr>
        <p:spPr>
          <a:xfrm>
            <a:off x="11002466" y="127"/>
            <a:ext cx="1189534" cy="309958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Sustainability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1_Slide Master Only: November 2024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Kishan, Swaroop (Partner)</dc:creator>
  <cp:lastModifiedBy>Kishan, Swaroop (Partner)</cp:lastModifiedBy>
  <cp:revision>1</cp:revision>
  <dcterms:modified xsi:type="dcterms:W3CDTF">2026-06-29T05:40:55Z</dcterms:modified>
</cp:coreProperties>
</file>